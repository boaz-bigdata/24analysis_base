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350" r:id="rId2"/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39" r:id="rId18"/>
    <p:sldId id="342" r:id="rId19"/>
    <p:sldId id="340" r:id="rId20"/>
    <p:sldId id="344" r:id="rId21"/>
    <p:sldId id="345" r:id="rId22"/>
    <p:sldId id="343" r:id="rId23"/>
    <p:sldId id="346" r:id="rId24"/>
    <p:sldId id="301" r:id="rId25"/>
    <p:sldId id="348" r:id="rId26"/>
    <p:sldId id="349" r:id="rId27"/>
    <p:sldId id="347" r:id="rId28"/>
    <p:sldId id="298" r:id="rId29"/>
  </p:sldIdLst>
  <p:sldSz cx="13716000" cy="10287000"/>
  <p:notesSz cx="6858000" cy="9144000"/>
  <p:embeddedFontLst>
    <p:embeddedFont>
      <p:font typeface="맑은 고딕" panose="020B0503020000020004" pitchFamily="50" charset="-127"/>
      <p:regular r:id="rId31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나눔고딕 ExtraBold" panose="020B0600000101010101" charset="-127"/>
      <p:bold r:id="rId37"/>
    </p:embeddedFont>
    <p:embeddedFont>
      <p:font typeface="한컴 고딕" panose="020B0600000101010101" charset="-127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2EF02-041E-4E11-94DD-039758D6B687}" name="박민영" initials="민박" userId="S::minongs1818@dgu.ac.kr::eba1f16c-ec69-4070-9b99-65d827ea1d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9"/>
    <a:srgbClr val="C5D5E9"/>
    <a:srgbClr val="1825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1" autoAdjust="0"/>
    <p:restoredTop sz="94622" autoAdjust="0"/>
  </p:normalViewPr>
  <p:slideViewPr>
    <p:cSldViewPr>
      <p:cViewPr varScale="1">
        <p:scale>
          <a:sx n="49" d="100"/>
          <a:sy n="49" d="100"/>
        </p:scale>
        <p:origin x="1206" y="66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D7942-41A9-4458-B54F-D63DB72E5B12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6F07E-251A-4992-BB80-5EEDF10AA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02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6F07E-251A-4992-BB80-5EEDF10AA5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9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3D3-CA65-47C6-A285-D7DA9AFCE6F9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E5B41-5AAD-4BF0-8A37-EDF3369BE885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3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4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E23B-C38A-488C-894F-617E29787D62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3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3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27ED-ABC9-426A-9C95-75D0366CEC73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CDEE-C914-4473-81DE-F82EDBEB1D58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CAF4C-07F6-44EE-ACC0-D5B4FD9AD308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6D51-B13A-47B1-A3BA-10B6F2373556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73050"/>
            <a:ext cx="22562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273053"/>
            <a:ext cx="38338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435103"/>
            <a:ext cx="22562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83E8-C7FB-464D-9C80-43AAE2BC6668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6312-E635-4202-A9F5-EC7775016C6C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1E2B-B2D7-41DD-8408-EA5EE9266C99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41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41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21C5-879E-4921-BAA1-596DC243604A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3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3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E5CC6-755A-49D1-A342-B945F9208EED}" type="datetime1">
              <a:rPr lang="en-US" altLang="ko-KR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3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1000" y="89535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i.org/10.48550/arXiv.1409.3215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2019300"/>
            <a:ext cx="13716000" cy="152397"/>
            <a:chOff x="0" y="0"/>
            <a:chExt cx="4816593" cy="44074"/>
          </a:xfrm>
          <a:solidFill>
            <a:schemeClr val="accent5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44074"/>
            </a:xfrm>
            <a:custGeom>
              <a:avLst/>
              <a:gdLst/>
              <a:ahLst/>
              <a:cxnLst/>
              <a:rect l="l" t="t" r="r" b="b"/>
              <a:pathLst>
                <a:path w="4816592" h="44074">
                  <a:moveTo>
                    <a:pt x="0" y="0"/>
                  </a:moveTo>
                  <a:lnTo>
                    <a:pt x="4816592" y="0"/>
                  </a:lnTo>
                  <a:lnTo>
                    <a:pt x="4816592" y="44074"/>
                  </a:lnTo>
                  <a:lnTo>
                    <a:pt x="0" y="44074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8217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0757B6E3-03E3-8B07-03BB-4594DFB5BF85}"/>
              </a:ext>
            </a:extLst>
          </p:cNvPr>
          <p:cNvSpPr/>
          <p:nvPr/>
        </p:nvSpPr>
        <p:spPr>
          <a:xfrm>
            <a:off x="220672" y="243510"/>
            <a:ext cx="2882377" cy="576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</p:txBody>
      </p:sp>
      <p:sp>
        <p:nvSpPr>
          <p:cNvPr id="10" name="Object 26">
            <a:extLst>
              <a:ext uri="{FF2B5EF4-FFF2-40B4-BE49-F238E27FC236}">
                <a16:creationId xmlns="" xmlns:a16="http://schemas.microsoft.com/office/drawing/2014/main" id="{ED49ABA2-68ED-B5C4-B3F8-B85B19E3DC06}"/>
              </a:ext>
            </a:extLst>
          </p:cNvPr>
          <p:cNvSpPr txBox="1"/>
          <p:nvPr/>
        </p:nvSpPr>
        <p:spPr>
          <a:xfrm>
            <a:off x="871948" y="3279599"/>
            <a:ext cx="11964708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to Sequence Learning </a:t>
            </a:r>
          </a:p>
          <a:p>
            <a:pPr algn="ctr"/>
            <a:r>
              <a:rPr lang="en-US" altLang="ko-KR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Neural Networks</a:t>
            </a:r>
            <a:endParaRPr lang="en-US" sz="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DB0ECA7-2F42-95D7-0354-24D893EE9511}"/>
              </a:ext>
            </a:extLst>
          </p:cNvPr>
          <p:cNvSpPr txBox="1"/>
          <p:nvPr/>
        </p:nvSpPr>
        <p:spPr>
          <a:xfrm>
            <a:off x="3048000" y="6803035"/>
            <a:ext cx="744255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altLang="ko-KR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ko-KR" sz="2800" dirty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2025-1 BOAZ Base Session Paper Review</a:t>
            </a:r>
          </a:p>
          <a:p>
            <a:pPr algn="ctr"/>
            <a:endParaRPr lang="en-US" altLang="ko-KR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700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2400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2400" dirty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BOAZ 24</a:t>
            </a:r>
            <a:r>
              <a:rPr lang="ko-KR" altLang="en-US" sz="2400" dirty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기 </a:t>
            </a:r>
            <a:r>
              <a:rPr lang="ko-KR" altLang="en-US" sz="2400" dirty="0" err="1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신진섭</a:t>
            </a:r>
            <a:r>
              <a:rPr lang="en-US" altLang="ko-KR" sz="2400" dirty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, 24</a:t>
            </a:r>
            <a:r>
              <a:rPr lang="ko-KR" altLang="en-US" sz="2400" dirty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기 홍준기</a:t>
            </a:r>
            <a:endParaRPr lang="ko-KR" altLang="en-US" sz="2800" dirty="0"/>
          </a:p>
        </p:txBody>
      </p:sp>
      <p:grpSp>
        <p:nvGrpSpPr>
          <p:cNvPr id="12" name="Group 6">
            <a:extLst>
              <a:ext uri="{FF2B5EF4-FFF2-40B4-BE49-F238E27FC236}">
                <a16:creationId xmlns="" xmlns:a16="http://schemas.microsoft.com/office/drawing/2014/main" id="{E2AEF351-D816-8876-5DB1-238ED737E9BA}"/>
              </a:ext>
            </a:extLst>
          </p:cNvPr>
          <p:cNvGrpSpPr/>
          <p:nvPr/>
        </p:nvGrpSpPr>
        <p:grpSpPr>
          <a:xfrm>
            <a:off x="-3695" y="6536678"/>
            <a:ext cx="13716000" cy="152397"/>
            <a:chOff x="0" y="0"/>
            <a:chExt cx="4816593" cy="44074"/>
          </a:xfrm>
          <a:solidFill>
            <a:schemeClr val="accent5"/>
          </a:solidFill>
        </p:grpSpPr>
        <p:sp>
          <p:nvSpPr>
            <p:cNvPr id="13" name="Freeform 7">
              <a:extLst>
                <a:ext uri="{FF2B5EF4-FFF2-40B4-BE49-F238E27FC236}">
                  <a16:creationId xmlns="" xmlns:a16="http://schemas.microsoft.com/office/drawing/2014/main" id="{E6F83998-DB21-38DA-8BD1-61CDF02502B3}"/>
                </a:ext>
              </a:extLst>
            </p:cNvPr>
            <p:cNvSpPr/>
            <p:nvPr/>
          </p:nvSpPr>
          <p:spPr>
            <a:xfrm>
              <a:off x="0" y="0"/>
              <a:ext cx="4816592" cy="44074"/>
            </a:xfrm>
            <a:custGeom>
              <a:avLst/>
              <a:gdLst/>
              <a:ahLst/>
              <a:cxnLst/>
              <a:rect l="l" t="t" r="r" b="b"/>
              <a:pathLst>
                <a:path w="4816592" h="44074">
                  <a:moveTo>
                    <a:pt x="0" y="0"/>
                  </a:moveTo>
                  <a:lnTo>
                    <a:pt x="4816592" y="0"/>
                  </a:lnTo>
                  <a:lnTo>
                    <a:pt x="4816592" y="44074"/>
                  </a:lnTo>
                  <a:lnTo>
                    <a:pt x="0" y="44074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8">
              <a:extLst>
                <a:ext uri="{FF2B5EF4-FFF2-40B4-BE49-F238E27FC236}">
                  <a16:creationId xmlns="" xmlns:a16="http://schemas.microsoft.com/office/drawing/2014/main" id="{A396D08B-3025-6762-0D74-F7F48A52278A}"/>
                </a:ext>
              </a:extLst>
            </p:cNvPr>
            <p:cNvSpPr txBox="1"/>
            <p:nvPr/>
          </p:nvSpPr>
          <p:spPr>
            <a:xfrm>
              <a:off x="0" y="-38100"/>
              <a:ext cx="4816593" cy="8217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E691C60-B07E-25F8-BD30-9D46595EDAFD}"/>
              </a:ext>
            </a:extLst>
          </p:cNvPr>
          <p:cNvSpPr txBox="1"/>
          <p:nvPr/>
        </p:nvSpPr>
        <p:spPr>
          <a:xfrm>
            <a:off x="1841977" y="5600700"/>
            <a:ext cx="100246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/>
            <a:r>
              <a:rPr lang="en-US" altLang="ko-KR" sz="1600" b="1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Sutskever</a:t>
            </a:r>
            <a:r>
              <a:rPr lang="en-US" altLang="ko-KR" sz="16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-US" altLang="ko-KR" sz="1600" b="1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Vinyals</a:t>
            </a:r>
            <a:r>
              <a:rPr lang="en-US" altLang="ko-KR" sz="16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O., &amp; Le, Q. V. (2014). Sequence to sequence learning with neural networks. Advances in neural information processing systems, 27.</a:t>
            </a:r>
            <a:endParaRPr lang="ko-KR" altLang="ko-KR" sz="1200" b="1" i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그룹 1005">
            <a:extLst>
              <a:ext uri="{FF2B5EF4-FFF2-40B4-BE49-F238E27FC236}">
                <a16:creationId xmlns="" xmlns:a16="http://schemas.microsoft.com/office/drawing/2014/main" id="{D8D9C21E-8FF9-5B60-9EFD-BCC8C4137323}"/>
              </a:ext>
            </a:extLst>
          </p:cNvPr>
          <p:cNvGrpSpPr/>
          <p:nvPr/>
        </p:nvGrpSpPr>
        <p:grpSpPr>
          <a:xfrm>
            <a:off x="871948" y="7283760"/>
            <a:ext cx="2557052" cy="2231360"/>
            <a:chOff x="10821458" y="2922258"/>
            <a:chExt cx="6171429" cy="4318201"/>
          </a:xfrm>
        </p:grpSpPr>
        <p:pic>
          <p:nvPicPr>
            <p:cNvPr id="4" name="Object 17">
              <a:extLst>
                <a:ext uri="{FF2B5EF4-FFF2-40B4-BE49-F238E27FC236}">
                  <a16:creationId xmlns="" xmlns:a16="http://schemas.microsoft.com/office/drawing/2014/main" id="{9211A2B3-3F4C-25D0-81F0-A52965840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1458" y="2922258"/>
              <a:ext cx="6171429" cy="4318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682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75"/>
    </mc:Choice>
    <mc:Fallback xmlns="">
      <p:transition spd="slow" advTm="26775"/>
    </mc:Fallback>
  </mc:AlternateContent>
  <p:extLst>
    <p:ext uri="{3A86A75C-4F4B-4683-9AE1-C65F6400EC91}">
      <p14:laserTraceLst xmlns:p14="http://schemas.microsoft.com/office/powerpoint/2010/main">
        <p14:tracePtLst>
          <p14:tracePt t="1093" x="11955463" y="6176963"/>
          <p14:tracePt t="1095" x="11955463" y="6165850"/>
          <p14:tracePt t="1106" x="11955463" y="6153150"/>
          <p14:tracePt t="1129" x="11968163" y="6142038"/>
          <p14:tracePt t="1163" x="11968163" y="6129338"/>
          <p14:tracePt t="1196" x="11979275" y="6129338"/>
          <p14:tracePt t="1213" x="11990388" y="6118225"/>
          <p14:tracePt t="1229" x="12003088" y="6105525"/>
          <p14:tracePt t="1247" x="12038013" y="6081713"/>
          <p14:tracePt t="1263" x="12050713" y="6070600"/>
          <p14:tracePt t="1279" x="12085638" y="6059488"/>
          <p14:tracePt t="1296" x="12120563" y="6022975"/>
          <p14:tracePt t="1313" x="12133263" y="6011863"/>
          <p14:tracePt t="1331" x="12180888" y="6011863"/>
          <p14:tracePt t="1346" x="12192000" y="6011863"/>
          <p14:tracePt t="1363" x="12226925" y="6011863"/>
          <p14:tracePt t="1380" x="12250738" y="6011863"/>
          <p14:tracePt t="1382" x="12263438" y="6011863"/>
          <p14:tracePt t="1396" x="12274550" y="6011863"/>
          <p14:tracePt t="1412" x="12287250" y="6011863"/>
          <p14:tracePt t="1429" x="12298363" y="6011863"/>
          <p14:tracePt t="1480" x="12298363" y="6022975"/>
          <p14:tracePt t="1496" x="12298363" y="6035675"/>
          <p14:tracePt t="1512" x="12298363" y="6046788"/>
          <p14:tracePt t="1529" x="12298363" y="6059488"/>
          <p14:tracePt t="1563" x="12298363" y="6070600"/>
          <p14:tracePt t="1579" x="12287250" y="6070600"/>
          <p14:tracePt t="1596" x="12287250" y="6094413"/>
          <p14:tracePt t="1613" x="12274550" y="6105525"/>
          <p14:tracePt t="1630" x="12250738" y="6118225"/>
          <p14:tracePt t="1646" x="12239625" y="6129338"/>
          <p14:tracePt t="1663" x="12226925" y="6129338"/>
          <p14:tracePt t="1664" x="12226925" y="6142038"/>
          <p14:tracePt t="1680" x="12215813" y="6142038"/>
          <p14:tracePt t="1696" x="12215813" y="6153150"/>
          <p14:tracePt t="1729" x="12203113" y="6153150"/>
          <p14:tracePt t="1794" x="12192000" y="6153150"/>
          <p14:tracePt t="1965" x="12180888" y="6153150"/>
          <p14:tracePt t="1985" x="12157075" y="6153150"/>
          <p14:tracePt t="2002" x="12157075" y="6142038"/>
          <p14:tracePt t="2018" x="12144375" y="6129338"/>
          <p14:tracePt t="2021" x="12144375" y="6118225"/>
          <p14:tracePt t="2036" x="12133263" y="6118225"/>
          <p14:tracePt t="2051" x="12133263" y="6105525"/>
          <p14:tracePt t="2054" x="12133263" y="6094413"/>
          <p14:tracePt t="2086" x="12133263" y="6081713"/>
          <p14:tracePt t="2136" x="12133263" y="6070600"/>
          <p14:tracePt t="2151" x="12133263" y="6059488"/>
          <p14:tracePt t="2168" x="12133263" y="6046788"/>
          <p14:tracePt t="2203" x="12133263" y="6035675"/>
          <p14:tracePt t="2218" x="12133263" y="6022975"/>
          <p14:tracePt t="2253" x="12133263" y="6011863"/>
          <p14:tracePt t="2269" x="12133263" y="5999163"/>
          <p14:tracePt t="2285" x="12133263" y="5988050"/>
          <p14:tracePt t="2302" x="12133263" y="5976938"/>
          <p14:tracePt t="2304" x="12133263" y="5964238"/>
          <p14:tracePt t="2318" x="12133263" y="5940425"/>
          <p14:tracePt t="2335" x="12133263" y="5929313"/>
          <p14:tracePt t="2339" x="12133263" y="5916613"/>
          <p14:tracePt t="2368" x="12144375" y="5881688"/>
          <p14:tracePt t="2386" x="12144375" y="5870575"/>
          <p14:tracePt t="2401" x="12144375" y="5857875"/>
          <p14:tracePt t="2418" x="12157075" y="5846763"/>
          <p14:tracePt t="2435" x="12168188" y="5846763"/>
          <p14:tracePt t="2453" x="12180888" y="5846763"/>
          <p14:tracePt t="2469" x="12192000" y="5857875"/>
          <p14:tracePt t="2472" x="12203113" y="5857875"/>
          <p14:tracePt t="2486" x="12203113" y="5870575"/>
          <p14:tracePt t="2520" x="12226925" y="5870575"/>
          <p14:tracePt t="2536" x="12239625" y="5870575"/>
          <p14:tracePt t="8808" x="12226925" y="5870575"/>
          <p14:tracePt t="8826" x="12144375" y="5870575"/>
          <p14:tracePt t="8860" x="11955463" y="5881688"/>
          <p14:tracePt t="8878" x="11885613" y="5881688"/>
          <p14:tracePt t="8879" x="11837988" y="5881688"/>
          <p14:tracePt t="8894" x="11766550" y="5881688"/>
          <p14:tracePt t="8910" x="11695113" y="5881688"/>
          <p14:tracePt t="8928" x="11566525" y="5881688"/>
          <p14:tracePt t="8942" x="11412538" y="5881688"/>
          <p14:tracePt t="8959" x="11247438" y="5881688"/>
          <p14:tracePt t="8976" x="11034713" y="5881688"/>
          <p14:tracePt t="8993" x="10880725" y="5881688"/>
          <p14:tracePt t="9012" x="10702925" y="5881688"/>
          <p14:tracePt t="9026" x="10609263" y="5870575"/>
          <p14:tracePt t="9044" x="10526713" y="5857875"/>
          <p14:tracePt t="9060" x="10479088" y="5846763"/>
          <p14:tracePt t="9078" x="10444163" y="5834063"/>
          <p14:tracePt t="9094" x="10407650" y="5822950"/>
          <p14:tracePt t="9111" x="10396538" y="5822950"/>
          <p14:tracePt t="9168" x="10396538" y="5834063"/>
          <p14:tracePt t="9183" x="10396538" y="5846763"/>
          <p14:tracePt t="9210" x="10396538" y="5857875"/>
          <p14:tracePt t="9228" x="10396538" y="5870575"/>
          <p14:tracePt t="9244" x="10407650" y="5870575"/>
          <p14:tracePt t="9261" x="10420350" y="5870575"/>
          <p14:tracePt t="9262" x="10420350" y="5881688"/>
          <p14:tracePt t="9307" x="10431463" y="5881688"/>
          <p14:tracePt t="9326" x="10444163" y="5881688"/>
          <p14:tracePt t="9344" x="10455275" y="5870575"/>
          <p14:tracePt t="9360" x="10466388" y="5857875"/>
          <p14:tracePt t="9378" x="10479088" y="5846763"/>
          <p14:tracePt t="9394" x="10526713" y="5834063"/>
          <p14:tracePt t="9410" x="10537825" y="5822950"/>
          <p14:tracePt t="9428" x="10585450" y="5822950"/>
          <p14:tracePt t="9444" x="10620375" y="5822950"/>
          <p14:tracePt t="9460" x="10633075" y="5822950"/>
          <p14:tracePt t="9463" x="10644188" y="5822950"/>
          <p14:tracePt t="9476" x="10679113" y="5822950"/>
          <p14:tracePt t="9493" x="10691813" y="5822950"/>
          <p14:tracePt t="9511" x="10715625" y="5822950"/>
          <p14:tracePt t="9512" x="10726738" y="5822950"/>
          <p14:tracePt t="9527" x="10750550" y="5810250"/>
          <p14:tracePt t="9543" x="10774363" y="5799138"/>
          <p14:tracePt t="9560" x="10821988" y="5775325"/>
          <p14:tracePt t="9577" x="10845800" y="5764213"/>
          <p14:tracePt t="9593" x="10869613" y="5740400"/>
          <p14:tracePt t="9594" x="10880725" y="5727700"/>
          <p14:tracePt t="9608" x="10904538" y="5716588"/>
          <p14:tracePt t="9627" x="10939463" y="5703888"/>
          <p14:tracePt t="9644" x="10974388" y="5668963"/>
          <p14:tracePt t="9660" x="10998200" y="5657850"/>
          <p14:tracePt t="9679" x="11034713" y="5634038"/>
          <p14:tracePt t="9693" x="11069638" y="5610225"/>
          <p14:tracePt t="9711" x="11093450" y="5586413"/>
          <p14:tracePt t="9713" x="11104563" y="5575300"/>
          <p14:tracePt t="9727" x="11117263" y="5575300"/>
          <p14:tracePt t="9744" x="11141075" y="5562600"/>
          <p14:tracePt t="9760" x="11164888" y="5551488"/>
          <p14:tracePt t="9763" x="11164888" y="5538788"/>
          <p14:tracePt t="9779" x="11187113" y="5538788"/>
          <p14:tracePt t="9795" x="11199813" y="5538788"/>
          <p14:tracePt t="9798" x="11210925" y="5538788"/>
          <p14:tracePt t="9810" x="11223625" y="5538788"/>
          <p14:tracePt t="9828" x="11234738" y="5538788"/>
          <p14:tracePt t="9845" x="11247438" y="5538788"/>
          <p14:tracePt t="9878" x="11271250" y="5538788"/>
          <p14:tracePt t="9894" x="11282363" y="5538788"/>
          <p14:tracePt t="11996" x="11247438" y="5538788"/>
          <p14:tracePt t="11996" x="11176000" y="5514975"/>
          <p14:tracePt t="12011" x="10952163" y="5456238"/>
          <p14:tracePt t="12027" x="10750550" y="5386388"/>
          <p14:tracePt t="12043" x="10537825" y="5302250"/>
          <p14:tracePt t="12061" x="10301288" y="5208588"/>
          <p14:tracePt t="12077" x="10136188" y="5126038"/>
          <p14:tracePt t="12094" x="9994900" y="5043488"/>
          <p14:tracePt t="12095" x="9936163" y="5019675"/>
          <p14:tracePt t="12110" x="9817100" y="4960938"/>
          <p14:tracePt t="12127" x="9723438" y="4900613"/>
          <p14:tracePt t="12144" x="9604375" y="4841875"/>
          <p14:tracePt t="12160" x="9556750" y="4795838"/>
          <p14:tracePt t="12178" x="9474200" y="4748213"/>
          <p14:tracePt t="12193" x="9428163" y="4700588"/>
          <p14:tracePt t="12211" x="9367838" y="4665663"/>
          <p14:tracePt t="12213" x="9345613" y="4641850"/>
          <p14:tracePt t="12226" x="9285288" y="4583113"/>
          <p14:tracePt t="12242" x="9239250" y="4535488"/>
          <p14:tracePt t="12260" x="9191625" y="4487863"/>
          <p14:tracePt t="12261" x="9155113" y="4440238"/>
          <p14:tracePt t="12277" x="9120188" y="4394200"/>
          <p14:tracePt t="12295" x="9085263" y="4346575"/>
          <p14:tracePt t="12295" x="9072563" y="4322763"/>
          <p14:tracePt t="12310" x="9061450" y="4287838"/>
          <p14:tracePt t="12328" x="9048750" y="4275138"/>
          <p14:tracePt t="12344" x="9048750" y="4264025"/>
          <p14:tracePt t="12745" x="8907463" y="4264025"/>
          <p14:tracePt t="12764" x="8482013" y="4240213"/>
          <p14:tracePt t="12798" x="7950200" y="4227513"/>
          <p14:tracePt t="12815" x="7737475" y="4227513"/>
          <p14:tracePt t="12819" x="7620000" y="4227513"/>
          <p14:tracePt t="12831" x="7442200" y="4227513"/>
          <p14:tracePt t="12848" x="7277100" y="4227513"/>
          <p14:tracePt t="12865" x="7005638" y="4251325"/>
          <p14:tracePt t="12881" x="6769100" y="4264025"/>
          <p14:tracePt t="12898" x="6473825" y="4287838"/>
          <p14:tracePt t="12901" x="6356350" y="4287838"/>
          <p14:tracePt t="12932" x="5942013" y="4310063"/>
          <p14:tracePt t="12948" x="5765800" y="4333875"/>
          <p14:tracePt t="12964" x="5670550" y="4346575"/>
          <p14:tracePt t="12981" x="5588000" y="4357688"/>
          <p14:tracePt t="12984" x="5576888" y="4357688"/>
          <p14:tracePt t="12998" x="5529263" y="4370388"/>
          <p14:tracePt t="13014" x="5492750" y="4370388"/>
          <p14:tracePt t="13030" x="5470525" y="4381500"/>
          <p14:tracePt t="13031" x="5457825" y="4394200"/>
          <p14:tracePt t="13046" x="5446713" y="4394200"/>
          <p14:tracePt t="13081" x="5434013" y="4416425"/>
          <p14:tracePt t="13099" x="5434013" y="4429125"/>
          <p14:tracePt t="13115" x="5434013" y="4452938"/>
          <p14:tracePt t="13148" x="5457825" y="4464050"/>
          <p14:tracePt t="13165" x="5529263" y="4476750"/>
          <p14:tracePt t="13180" x="5599113" y="4476750"/>
          <p14:tracePt t="13198" x="5776913" y="4476750"/>
          <p14:tracePt t="13213" x="5930900" y="4476750"/>
          <p14:tracePt t="13232" x="6037263" y="4476750"/>
          <p14:tracePt t="13235" x="6072188" y="4476750"/>
          <p14:tracePt t="13241" x="6107113" y="4476750"/>
          <p14:tracePt t="13248" x="6154738" y="4464050"/>
          <p14:tracePt t="13263" x="6213475" y="4452938"/>
          <p14:tracePt t="13279" x="6273800" y="4429125"/>
          <p14:tracePt t="13298" x="6391275" y="4394200"/>
          <p14:tracePt t="13314" x="6473825" y="4381500"/>
          <p14:tracePt t="13318" x="6508750" y="4357688"/>
          <p14:tracePt t="13330" x="6604000" y="4346575"/>
          <p14:tracePt t="13348" x="6686550" y="4346575"/>
          <p14:tracePt t="13351" x="6734175" y="4346575"/>
          <p14:tracePt t="13364" x="6769100" y="4346575"/>
          <p14:tracePt t="13366" x="6792913" y="4346575"/>
          <p14:tracePt t="13380" x="6840538" y="4346575"/>
          <p14:tracePt t="13398" x="6864350" y="4357688"/>
          <p14:tracePt t="13400" x="6875463" y="4357688"/>
          <p14:tracePt t="13415" x="6899275" y="4357688"/>
          <p14:tracePt t="13432" x="6923088" y="4357688"/>
          <p14:tracePt t="13448" x="6970713" y="4357688"/>
          <p14:tracePt t="13465" x="7005638" y="4357688"/>
          <p14:tracePt t="13482" x="7040563" y="4346575"/>
          <p14:tracePt t="13485" x="7053263" y="4333875"/>
          <p14:tracePt t="13498" x="7135813" y="4310063"/>
          <p14:tracePt t="13514" x="7242175" y="4298950"/>
          <p14:tracePt t="13531" x="7372350" y="4275138"/>
          <p14:tracePt t="13534" x="7431088" y="4275138"/>
          <p14:tracePt t="13546" x="7537450" y="4275138"/>
          <p14:tracePt t="13565" x="7631113" y="4275138"/>
          <p14:tracePt t="13567" x="7667625" y="4275138"/>
          <p14:tracePt t="13582" x="7726363" y="4287838"/>
          <p14:tracePt t="13597" x="7785100" y="4287838"/>
          <p14:tracePt t="13615" x="7926388" y="4287838"/>
          <p14:tracePt t="13631" x="8032750" y="4287838"/>
          <p14:tracePt t="13648" x="8128000" y="4287838"/>
          <p14:tracePt t="13652" x="8162925" y="4287838"/>
          <p14:tracePt t="13665" x="8223250" y="4287838"/>
          <p14:tracePt t="13681" x="8293100" y="4287838"/>
          <p14:tracePt t="13697" x="8316913" y="4298950"/>
          <p14:tracePt t="13698" x="8340725" y="4298950"/>
          <p14:tracePt t="13713" x="8412163" y="4310063"/>
          <p14:tracePt t="13732" x="8458200" y="4333875"/>
          <p14:tracePt t="13734" x="8482013" y="4333875"/>
          <p14:tracePt t="13749" x="8529638" y="4357688"/>
          <p14:tracePt t="13765" x="8588375" y="4381500"/>
          <p14:tracePt t="13769" x="8612188" y="4381500"/>
          <p14:tracePt t="13781" x="8624888" y="4394200"/>
          <p14:tracePt t="13783" x="8647113" y="4394200"/>
          <p14:tracePt t="13799" x="8670925" y="4405313"/>
          <p14:tracePt t="13815" x="8694738" y="4405313"/>
          <p14:tracePt t="13831" x="8707438" y="4405313"/>
          <p14:tracePt t="14182" x="8766175" y="4429125"/>
          <p14:tracePt t="14199" x="9072563" y="4546600"/>
          <p14:tracePt t="14216" x="9261475" y="4629150"/>
          <p14:tracePt t="14231" x="9450388" y="4711700"/>
          <p14:tracePt t="14232" x="9534525" y="4772025"/>
          <p14:tracePt t="14248" x="9710738" y="4854575"/>
          <p14:tracePt t="14264" x="9899650" y="4937125"/>
          <p14:tracePt t="14281" x="10148888" y="5054600"/>
          <p14:tracePt t="14298" x="10266363" y="5113338"/>
          <p14:tracePt t="14314" x="10372725" y="5160963"/>
          <p14:tracePt t="14331" x="10490200" y="5232400"/>
          <p14:tracePt t="14347" x="10561638" y="5267325"/>
          <p14:tracePt t="14365" x="10644188" y="5291138"/>
          <p14:tracePt t="14380" x="10691813" y="5302250"/>
          <p14:tracePt t="14397" x="10726738" y="5302250"/>
          <p14:tracePt t="14415" x="10739438" y="5302250"/>
          <p14:tracePt t="14745" x="10869613" y="5421313"/>
          <p14:tracePt t="14761" x="11080750" y="5597525"/>
          <p14:tracePt t="14790" x="11353800" y="5764213"/>
          <p14:tracePt t="14806" x="11471275" y="5846763"/>
          <p14:tracePt t="14810" x="11506200" y="5881688"/>
          <p14:tracePt t="14824" x="11625263" y="5964238"/>
          <p14:tracePt t="14841" x="11707813" y="6022975"/>
          <p14:tracePt t="14845" x="11742738" y="6046788"/>
          <p14:tracePt t="14858" x="11814175" y="6105525"/>
          <p14:tracePt t="14875" x="11872913" y="6153150"/>
          <p14:tracePt t="14879" x="11907838" y="6165850"/>
          <p14:tracePt t="14890" x="11931650" y="6188075"/>
          <p14:tracePt t="14893" x="11944350" y="6200775"/>
          <p14:tracePt t="14908" x="11968163" y="6224588"/>
          <p14:tracePt t="14925" x="11990388" y="6224588"/>
          <p14:tracePt t="14926" x="12003088" y="6224588"/>
          <p14:tracePt t="14957" x="12014200" y="6224588"/>
          <p14:tracePt t="15339" x="12026900" y="6224588"/>
          <p14:tracePt t="15354" x="12038013" y="6224588"/>
          <p14:tracePt t="15378" x="12085638" y="6235700"/>
          <p14:tracePt t="15396" x="12085638" y="6259513"/>
          <p14:tracePt t="15414" x="12096750" y="6270625"/>
          <p14:tracePt t="15428" x="12109450" y="6307138"/>
          <p14:tracePt t="15446" x="12120563" y="6342063"/>
          <p14:tracePt t="15448" x="12120563" y="6365875"/>
          <p14:tracePt t="15480" x="12133263" y="6424613"/>
          <p14:tracePt t="15497" x="12144375" y="6496050"/>
          <p14:tracePt t="15512" x="12144375" y="6530975"/>
          <p14:tracePt t="15529" x="12157075" y="6565900"/>
          <p14:tracePt t="15530" x="12157075" y="6578600"/>
          <p14:tracePt t="15546" x="12168188" y="6613525"/>
          <p14:tracePt t="15563" x="12180888" y="6650038"/>
          <p14:tracePt t="15578" x="12192000" y="6661150"/>
          <p14:tracePt t="15581" x="12192000" y="6684963"/>
          <p14:tracePt t="15596" x="12203113" y="6708775"/>
          <p14:tracePt t="15613" x="12203113" y="6732588"/>
          <p14:tracePt t="15631" x="12215813" y="6743700"/>
          <p14:tracePt t="15646" x="12215813" y="6767513"/>
          <p14:tracePt t="15650" x="12215813" y="6778625"/>
          <p14:tracePt t="15663" x="12215813" y="6791325"/>
          <p14:tracePt t="15680" x="12226925" y="6802438"/>
          <p14:tracePt t="15713" x="12239625" y="6802438"/>
          <p14:tracePt t="15728" x="12239625" y="6815138"/>
          <p14:tracePt t="15745" x="12263438" y="6838950"/>
          <p14:tracePt t="15763" x="12274550" y="6838950"/>
          <p14:tracePt t="15780" x="12274550" y="6850063"/>
          <p14:tracePt t="15781" x="12274550" y="6861175"/>
          <p14:tracePt t="15796" x="12287250" y="6873875"/>
          <p14:tracePt t="15813" x="12298363" y="6884988"/>
          <p14:tracePt t="15831" x="12333288" y="6908800"/>
          <p14:tracePt t="15846" x="12333288" y="6932613"/>
          <p14:tracePt t="15864" x="12345988" y="6932613"/>
          <p14:tracePt t="15866" x="12345988" y="6945313"/>
          <p14:tracePt t="15872" x="12357100" y="6945313"/>
          <p14:tracePt t="15897" x="12369800" y="6945313"/>
          <p14:tracePt t="15929" x="12380913" y="6945313"/>
          <p14:tracePt t="15964" x="12393613" y="6945313"/>
          <p14:tracePt t="15980" x="12404725" y="6956425"/>
          <p14:tracePt t="15982" x="12404725" y="6967538"/>
          <p14:tracePt t="15996" x="12404725" y="6980238"/>
          <p14:tracePt t="16013" x="12404725" y="7004050"/>
          <p14:tracePt t="16030" x="12404725" y="7015163"/>
          <p14:tracePt t="16062" x="12404725" y="7027863"/>
          <p14:tracePt t="16136" x="12404725" y="7038975"/>
          <p14:tracePt t="16278" x="12393613" y="7038975"/>
          <p14:tracePt t="16324" x="12380913" y="7038975"/>
          <p14:tracePt t="16345" x="12369800" y="7038975"/>
          <p14:tracePt t="16363" x="12357100" y="7038975"/>
          <p14:tracePt t="16379" x="12345988" y="7038975"/>
          <p14:tracePt t="16448" x="12333288" y="7038975"/>
          <p14:tracePt t="16464" x="12322175" y="7038975"/>
          <p14:tracePt t="16497" x="12298363" y="7038975"/>
          <p14:tracePt t="16513" x="12287250" y="7038975"/>
          <p14:tracePt t="16530" x="12274550" y="7062788"/>
          <p14:tracePt t="16546" x="12239625" y="7073900"/>
          <p14:tracePt t="16564" x="12192000" y="7073900"/>
          <p14:tracePt t="16565" x="12157075" y="7086600"/>
          <p14:tracePt t="19979" x="11990388" y="7086600"/>
          <p14:tracePt t="19995" x="11495088" y="7097713"/>
          <p14:tracePt t="20026" x="11045825" y="7169150"/>
          <p14:tracePt t="20043" x="10869613" y="7216775"/>
          <p14:tracePt t="20044" x="10763250" y="7251700"/>
          <p14:tracePt t="20057" x="10561638" y="7323138"/>
          <p14:tracePt t="20077" x="10290175" y="7416800"/>
          <p14:tracePt t="20092" x="10088563" y="7475538"/>
          <p14:tracePt t="20093" x="10006013" y="7512050"/>
          <p14:tracePt t="20111" x="9912350" y="7535863"/>
          <p14:tracePt t="20125" x="9840913" y="7546975"/>
          <p14:tracePt t="20141" x="9734550" y="7570788"/>
          <p14:tracePt t="20160" x="9663113" y="7581900"/>
          <p14:tracePt t="20175" x="9580563" y="7605713"/>
          <p14:tracePt t="20176" x="9521825" y="7618413"/>
          <p14:tracePt t="20193" x="9428163" y="7653338"/>
          <p14:tracePt t="20208" x="9332913" y="7688263"/>
          <p14:tracePt t="20226" x="9239250" y="7735888"/>
          <p14:tracePt t="20243" x="9202738" y="7747000"/>
          <p14:tracePt t="20258" x="9167813" y="7759700"/>
          <p14:tracePt t="20259" x="9155113" y="7759700"/>
          <p14:tracePt t="20277" x="9144000" y="7770813"/>
          <p14:tracePt t="20292" x="9144000" y="7783513"/>
          <p14:tracePt t="20309" x="9132888" y="7807325"/>
          <p14:tracePt t="20328" x="9109075" y="7842250"/>
          <p14:tracePt t="20342" x="9109075" y="7853363"/>
          <p14:tracePt t="20343" x="9109075" y="7866063"/>
          <p14:tracePt t="20359" x="9109075" y="7877175"/>
          <p14:tracePt t="20375" x="9109075" y="7900988"/>
          <p14:tracePt t="20392" x="9109075" y="7935913"/>
          <p14:tracePt t="20425" x="9109075" y="7948613"/>
          <p14:tracePt t="20461" x="9155113" y="7948613"/>
          <p14:tracePt t="20475" x="9215438" y="7948613"/>
          <p14:tracePt t="20490" x="9297988" y="7959725"/>
          <p14:tracePt t="20511" x="9391650" y="7983538"/>
          <p14:tracePt t="20525" x="9450388" y="7996238"/>
          <p14:tracePt t="20541" x="9534525" y="8007350"/>
          <p14:tracePt t="20560" x="9617075" y="8020050"/>
          <p14:tracePt t="20574" x="9675813" y="8020050"/>
          <p14:tracePt t="20591" x="9734550" y="8020050"/>
          <p14:tracePt t="20592" x="9769475" y="8020050"/>
          <p14:tracePt t="20610" x="9840913" y="8020050"/>
          <p14:tracePt t="20626" x="9875838" y="8020050"/>
          <p14:tracePt t="20626" x="9899650" y="8007350"/>
          <p14:tracePt t="20644" x="9947275" y="7996238"/>
          <p14:tracePt t="20658" x="9982200" y="7983538"/>
          <p14:tracePt t="20676" x="10042525" y="7972425"/>
          <p14:tracePt t="20692" x="10088563" y="7972425"/>
          <p14:tracePt t="20707" x="10112375" y="7972425"/>
          <p14:tracePt t="20727" x="10171113" y="7972425"/>
          <p14:tracePt t="20741" x="10218738" y="7972425"/>
          <p14:tracePt t="20760" x="10290175" y="7972425"/>
          <p14:tracePt t="20779" x="10313988" y="7972425"/>
          <p14:tracePt t="20779" x="10337800" y="7983538"/>
          <p14:tracePt t="20790" x="10361613" y="7983538"/>
          <p14:tracePt t="20810" x="10420350" y="8007350"/>
          <p14:tracePt t="20824" x="10455275" y="8007350"/>
          <p14:tracePt t="20840" x="10526713" y="8020050"/>
          <p14:tracePt t="20858" x="10596563" y="8042275"/>
          <p14:tracePt t="20874" x="10644188" y="8042275"/>
          <p14:tracePt t="20891" x="10726738" y="8042275"/>
          <p14:tracePt t="20909" x="10763250" y="8042275"/>
          <p14:tracePt t="20926" x="10821988" y="8042275"/>
          <p14:tracePt t="20942" x="10869613" y="8042275"/>
          <p14:tracePt t="20961" x="10904538" y="8042275"/>
          <p14:tracePt t="20975" x="10939463" y="8042275"/>
          <p14:tracePt t="20995" x="10963275" y="8042275"/>
          <p14:tracePt t="20998" x="10974388" y="8042275"/>
          <p14:tracePt t="21023" x="11010900" y="8042275"/>
          <p14:tracePt t="21042" x="11022013" y="8042275"/>
          <p14:tracePt t="21058" x="11058525" y="8042275"/>
          <p14:tracePt t="21076" x="11080750" y="8042275"/>
          <p14:tracePt t="21091" x="11104563" y="8054975"/>
          <p14:tracePt t="21108" x="11128375" y="8054975"/>
          <p14:tracePt t="21124" x="11141075" y="8054975"/>
          <p14:tracePt t="21142" x="11164888" y="8054975"/>
          <p14:tracePt t="21156" x="11199813" y="8054975"/>
          <p14:tracePt t="21175" x="11247438" y="8054975"/>
          <p14:tracePt t="21190" x="11293475" y="8054975"/>
          <p14:tracePt t="21208" x="11329988" y="8054975"/>
          <p14:tracePt t="21224" x="11377613" y="8054975"/>
          <p14:tracePt t="21242" x="11399838" y="8054975"/>
          <p14:tracePt t="21257" x="11423650" y="8054975"/>
          <p14:tracePt t="21275" x="11436350" y="8054975"/>
          <p14:tracePt t="21290" x="11447463" y="8054975"/>
          <p14:tracePt t="21308" x="11460163" y="8031163"/>
          <p14:tracePt t="21323" x="11471275" y="8020050"/>
          <p14:tracePt t="21344" x="11518900" y="7983538"/>
          <p14:tracePt t="21359" x="11542713" y="7972425"/>
          <p14:tracePt t="23856" x="11388725" y="7948613"/>
          <p14:tracePt t="23873" x="11258550" y="7924800"/>
          <p14:tracePt t="23907" x="10998200" y="7866063"/>
          <p14:tracePt t="23928" x="10915650" y="7831138"/>
          <p14:tracePt t="23942" x="10869613" y="7807325"/>
          <p14:tracePt t="23959" x="10833100" y="7783513"/>
          <p14:tracePt t="23959" x="10821988" y="7770813"/>
          <p14:tracePt t="23978" x="10798175" y="7770813"/>
          <p14:tracePt t="23991" x="10798175" y="7759700"/>
          <p14:tracePt t="24009" x="10798175" y="7735888"/>
          <p14:tracePt t="24042" x="10798175" y="7724775"/>
          <p14:tracePt t="24059" x="10821988" y="7724775"/>
          <p14:tracePt t="24079" x="10891838" y="7700963"/>
          <p14:tracePt t="24092" x="10928350" y="7700963"/>
          <p14:tracePt t="24110" x="10952163" y="7677150"/>
          <p14:tracePt t="24126" x="10974388" y="7664450"/>
          <p14:tracePt t="24126" x="10998200" y="7653338"/>
          <p14:tracePt t="24143" x="11034713" y="7642225"/>
          <p14:tracePt t="24159" x="11058525" y="7618413"/>
          <p14:tracePt t="24176" x="11141075" y="7581900"/>
          <p14:tracePt t="24194" x="11210925" y="7570788"/>
          <p14:tracePt t="24207" x="11271250" y="7558088"/>
          <p14:tracePt t="24226" x="11353800" y="7546975"/>
          <p14:tracePt t="24244" x="11423650" y="7523163"/>
          <p14:tracePt t="24258" x="11460163" y="7512050"/>
          <p14:tracePt t="24278" x="11518900" y="7488238"/>
          <p14:tracePt t="24279" x="11553825" y="7475538"/>
          <p14:tracePt t="24291" x="11588750" y="7464425"/>
          <p14:tracePt t="24311" x="11612563" y="7440613"/>
          <p14:tracePt t="25057" x="11684000" y="7358063"/>
          <p14:tracePt t="25074" x="11742738" y="7286625"/>
          <p14:tracePt t="25107" x="11801475" y="7145338"/>
          <p14:tracePt t="25122" x="11814175" y="7062788"/>
          <p14:tracePt t="25139" x="11837988" y="7004050"/>
          <p14:tracePt t="25140" x="11849100" y="6980238"/>
          <p14:tracePt t="25155" x="11861800" y="6908800"/>
          <p14:tracePt t="25172" x="11896725" y="6850063"/>
          <p14:tracePt t="25188" x="11931650" y="6778625"/>
          <p14:tracePt t="25207" x="11955463" y="6743700"/>
          <p14:tracePt t="25222" x="12014200" y="6708775"/>
          <p14:tracePt t="25225" x="12050713" y="6684963"/>
          <p14:tracePt t="25238" x="12109450" y="6661150"/>
          <p14:tracePt t="25256" x="12180888" y="6637338"/>
          <p14:tracePt t="25259" x="12215813" y="6613525"/>
          <p14:tracePt t="25272" x="12263438" y="6589713"/>
          <p14:tracePt t="25287" x="12309475" y="6565900"/>
          <p14:tracePt t="25305" x="12345988" y="6554788"/>
          <p14:tracePt t="25321" x="12404725" y="6530975"/>
          <p14:tracePt t="25338" x="12452350" y="6483350"/>
          <p14:tracePt t="25356" x="12534900" y="6424613"/>
          <p14:tracePt t="25371" x="12582525" y="6400800"/>
          <p14:tracePt t="25389" x="12652375" y="6354763"/>
          <p14:tracePt t="25391" x="12665075" y="6330950"/>
          <p14:tracePt t="25406" x="12711113" y="6283325"/>
          <p14:tracePt t="25422" x="12734925" y="6270625"/>
          <p14:tracePt t="25776" x="12817475" y="6248400"/>
          <p14:tracePt t="25791" x="12984163" y="6142038"/>
          <p14:tracePt t="25792" x="13054013" y="6118225"/>
          <p14:tracePt t="25820" x="13409613" y="5964238"/>
          <p14:tracePt t="25837" x="13562013" y="5905500"/>
        </p14:tracePtLst>
      </p14:laserTraceLst>
    </p:ext>
    <p:ext uri="{E180D4A7-C9FB-4DFB-919C-405C955672EB}">
      <p14:showEvtLst xmlns:p14="http://schemas.microsoft.com/office/powerpoint/2010/main">
        <p14:playEvt time="1062" objId="2"/>
        <p14:stopEvt time="25848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3">
            <a:extLst>
              <a:ext uri="{FF2B5EF4-FFF2-40B4-BE49-F238E27FC236}">
                <a16:creationId xmlns="" xmlns:a16="http://schemas.microsoft.com/office/drawing/2014/main" id="{67D05ED1-0EFC-6B14-76DA-236539B34667}"/>
              </a:ext>
            </a:extLst>
          </p:cNvPr>
          <p:cNvSpPr txBox="1"/>
          <p:nvPr/>
        </p:nvSpPr>
        <p:spPr>
          <a:xfrm>
            <a:off x="4229100" y="342900"/>
            <a:ext cx="52578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7200" b="1" kern="0" spc="225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0"/>
              </a:rPr>
              <a:t>CONTENTS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Object 2">
            <a:extLst>
              <a:ext uri="{FF2B5EF4-FFF2-40B4-BE49-F238E27FC236}">
                <a16:creationId xmlns="" xmlns:a16="http://schemas.microsoft.com/office/drawing/2014/main" id="{37F97958-1536-1478-63DD-2F8766A9D5E2}"/>
              </a:ext>
            </a:extLst>
          </p:cNvPr>
          <p:cNvSpPr txBox="1"/>
          <p:nvPr/>
        </p:nvSpPr>
        <p:spPr>
          <a:xfrm>
            <a:off x="1396641" y="3250674"/>
            <a:ext cx="10922718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1. Introduction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2. Model Architecture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en-US" altLang="ko-KR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Experiments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4. Related Works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5. Conclusions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0260DDF-1188-5163-E4CF-E599FBCCDED5}"/>
              </a:ext>
            </a:extLst>
          </p:cNvPr>
          <p:cNvSpPr txBox="1"/>
          <p:nvPr/>
        </p:nvSpPr>
        <p:spPr>
          <a:xfrm>
            <a:off x="4828947" y="1497568"/>
            <a:ext cx="4134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E7F7D66-D032-AD58-12C4-C4ED98D7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91104194-8ADA-FAD5-9CC8-34ECC5D46DA6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004">
            <a:extLst>
              <a:ext uri="{FF2B5EF4-FFF2-40B4-BE49-F238E27FC236}">
                <a16:creationId xmlns="" xmlns:a16="http://schemas.microsoft.com/office/drawing/2014/main" id="{79717125-0E58-1052-34F9-53EB54019B8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3" name="Object 14">
              <a:extLst>
                <a:ext uri="{FF2B5EF4-FFF2-40B4-BE49-F238E27FC236}">
                  <a16:creationId xmlns="" xmlns:a16="http://schemas.microsoft.com/office/drawing/2014/main" id="{8B91A3C1-43B2-B45C-E20C-12A6B2A02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B809583-B177-1E33-DD59-510B44D590C8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58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2"/>
    </mc:Choice>
    <mc:Fallback xmlns="">
      <p:transition spd="slow" advTm="8372"/>
    </mc:Fallback>
  </mc:AlternateContent>
  <p:extLst>
    <p:ext uri="{3A86A75C-4F4B-4683-9AE1-C65F6400EC91}">
      <p14:laserTraceLst xmlns:p14="http://schemas.microsoft.com/office/powerpoint/2010/main">
        <p14:tracePtLst>
          <p14:tracePt t="667" x="12628563" y="5916613"/>
          <p14:tracePt t="693" x="12333288" y="5988050"/>
          <p14:tracePt t="709" x="12239625" y="5988050"/>
          <p14:tracePt t="727" x="12180888" y="5999163"/>
          <p14:tracePt t="728" x="12157075" y="6011863"/>
          <p14:tracePt t="743" x="12109450" y="6011863"/>
          <p14:tracePt t="761" x="12074525" y="6011863"/>
          <p14:tracePt t="779" x="12050713" y="6011863"/>
          <p14:tracePt t="794" x="12026900" y="6011863"/>
          <p14:tracePt t="812" x="12003088" y="6022975"/>
          <p14:tracePt t="828" x="11990388" y="6035675"/>
          <p14:tracePt t="844" x="11968163" y="6059488"/>
          <p14:tracePt t="862" x="11944350" y="6081713"/>
          <p14:tracePt t="3949" x="11707813" y="6105525"/>
          <p14:tracePt t="3968" x="11542713" y="6118225"/>
          <p14:tracePt t="3986" x="11364913" y="6118225"/>
          <p14:tracePt t="4003" x="11271250" y="6118225"/>
          <p14:tracePt t="4019" x="11152188" y="6129338"/>
          <p14:tracePt t="4035" x="11080750" y="6142038"/>
          <p14:tracePt t="4053" x="10974388" y="6153150"/>
          <p14:tracePt t="4069" x="10915650" y="6153150"/>
          <p14:tracePt t="4086" x="10869613" y="6153150"/>
          <p14:tracePt t="4103" x="10833100" y="6153150"/>
          <p14:tracePt t="4120" x="10798175" y="6153150"/>
          <p14:tracePt t="4136" x="10774363" y="6153150"/>
          <p14:tracePt t="4169" x="10763250" y="6153150"/>
          <p14:tracePt t="4187" x="10763250" y="6142038"/>
          <p14:tracePt t="4205" x="10785475" y="6118225"/>
          <p14:tracePt t="4218" x="10845800" y="6094413"/>
          <p14:tracePt t="4235" x="10963275" y="6022975"/>
          <p14:tracePt t="4251" x="11045825" y="5976938"/>
          <p14:tracePt t="4269" x="11164888" y="5905500"/>
          <p14:tracePt t="4287" x="11258550" y="5870575"/>
          <p14:tracePt t="4307" x="11412538" y="5775325"/>
          <p14:tracePt t="4318" x="11506200" y="5727700"/>
          <p14:tracePt t="4334" x="11588750" y="5681663"/>
          <p14:tracePt t="4352" x="11707813" y="5634038"/>
          <p14:tracePt t="4368" x="11766550" y="5621338"/>
          <p14:tracePt t="4385" x="11837988" y="5610225"/>
          <p14:tracePt t="4401" x="11920538" y="5610225"/>
          <p14:tracePt t="4418" x="11968163" y="5610225"/>
          <p14:tracePt t="4435" x="12014200" y="5621338"/>
          <p14:tracePt t="4451" x="12061825" y="5645150"/>
          <p14:tracePt t="4468" x="12096750" y="5657850"/>
          <p14:tracePt t="4484" x="12144375" y="5681663"/>
          <p14:tracePt t="4501" x="12180888" y="5703888"/>
          <p14:tracePt t="4519" x="12215813" y="5751513"/>
          <p14:tracePt t="4535" x="12226925" y="5786438"/>
          <p14:tracePt t="4551" x="12250738" y="5810250"/>
          <p14:tracePt t="4568" x="12263438" y="5822950"/>
          <p14:tracePt t="4584" x="12274550" y="5846763"/>
          <p14:tracePt t="4602" x="12274550" y="5857875"/>
          <p14:tracePt t="4602" x="12274550" y="5881688"/>
          <p14:tracePt t="4618" x="12274550" y="5892800"/>
          <p14:tracePt t="4634" x="12250738" y="5929313"/>
          <p14:tracePt t="4651" x="12203113" y="5976938"/>
          <p14:tracePt t="4668" x="12180888" y="5988050"/>
          <p14:tracePt t="4684" x="12133263" y="6011863"/>
          <p14:tracePt t="4701" x="12109450" y="6035675"/>
          <p14:tracePt t="4719" x="12085638" y="6059488"/>
          <p14:tracePt t="4719" x="12074525" y="6070600"/>
          <p14:tracePt t="4734" x="12038013" y="6081713"/>
          <p14:tracePt t="4751" x="11979275" y="6129338"/>
          <p14:tracePt t="4770" x="11907838" y="6165850"/>
          <p14:tracePt t="4787" x="11837988" y="6188075"/>
          <p14:tracePt t="4802" x="11790363" y="6200775"/>
          <p14:tracePt t="4803" x="11766550" y="6200775"/>
          <p14:tracePt t="4819" x="11718925" y="6200775"/>
          <p14:tracePt t="4835" x="11660188" y="6200775"/>
          <p14:tracePt t="4854" x="11553825" y="6200775"/>
          <p14:tracePt t="4869" x="11471275" y="6200775"/>
          <p14:tracePt t="4886" x="11399838" y="6176963"/>
          <p14:tracePt t="4889" x="11377613" y="6176963"/>
          <p14:tracePt t="4902" x="11317288" y="6129338"/>
          <p14:tracePt t="4908" x="11293475" y="6118225"/>
          <p14:tracePt t="4937" x="11247438" y="6070600"/>
          <p14:tracePt t="4953" x="11234738" y="6022975"/>
          <p14:tracePt t="4970" x="11223625" y="5988050"/>
          <p14:tracePt t="4986" x="11223625" y="5940425"/>
          <p14:tracePt t="5002" x="11258550" y="5870575"/>
          <p14:tracePt t="5020" x="11353800" y="5751513"/>
          <p14:tracePt t="5036" x="11460163" y="5645150"/>
          <p14:tracePt t="5053" x="11672888" y="5503863"/>
          <p14:tracePt t="5069" x="11766550" y="5432425"/>
          <p14:tracePt t="5085" x="11849100" y="5397500"/>
          <p14:tracePt t="5103" x="11955463" y="5326063"/>
          <p14:tracePt t="5120" x="12014200" y="5302250"/>
          <p14:tracePt t="5135" x="12050713" y="5267325"/>
          <p14:tracePt t="5138" x="12074525" y="5256213"/>
          <p14:tracePt t="5155" x="12120563" y="5208588"/>
          <p14:tracePt t="5169" x="12180888" y="5173663"/>
          <p14:tracePt t="5187" x="12263438" y="5113338"/>
          <p14:tracePt t="5202" x="12287250" y="5091113"/>
          <p14:tracePt t="5220" x="12333288" y="5067300"/>
          <p14:tracePt t="5236" x="12357100" y="5054600"/>
          <p14:tracePt t="5251" x="12380913" y="5054600"/>
          <p14:tracePt t="5268" x="12428538" y="5078413"/>
          <p14:tracePt t="5760" x="12439650" y="5078413"/>
          <p14:tracePt t="5778" x="12452350" y="5067300"/>
          <p14:tracePt t="5855" x="12463463" y="5067300"/>
          <p14:tracePt t="5872" x="12476163" y="5067300"/>
          <p14:tracePt t="5895" x="12498388" y="5067300"/>
          <p14:tracePt t="5912" x="12534900" y="5054600"/>
          <p14:tracePt t="5930" x="12569825" y="5054600"/>
          <p14:tracePt t="5946" x="12593638" y="5054600"/>
          <p14:tracePt t="5963" x="12617450" y="5054600"/>
          <p14:tracePt t="5996" x="12628563" y="5054600"/>
          <p14:tracePt t="6015" x="12652375" y="5054600"/>
          <p14:tracePt t="6030" x="12652375" y="5043488"/>
          <p14:tracePt t="6046" x="12652375" y="5019675"/>
          <p14:tracePt t="6063" x="12652375" y="4995863"/>
          <p14:tracePt t="6080" x="12652375" y="4960938"/>
          <p14:tracePt t="6081" x="12652375" y="4948238"/>
          <p14:tracePt t="6112" x="12628563" y="4889500"/>
          <p14:tracePt t="6130" x="12617450" y="4830763"/>
          <p14:tracePt t="6146" x="12604750" y="4783138"/>
          <p14:tracePt t="6165" x="12593638" y="4735513"/>
          <p14:tracePt t="6180" x="12593638" y="4700588"/>
          <p14:tracePt t="6197" x="12593638" y="4665663"/>
          <p14:tracePt t="6198" x="12593638" y="4641850"/>
          <p14:tracePt t="6213" x="12593638" y="4618038"/>
          <p14:tracePt t="6229" x="12593638" y="4583113"/>
          <p14:tracePt t="6246" x="12604750" y="4559300"/>
          <p14:tracePt t="6250" x="12617450" y="4546600"/>
          <p14:tracePt t="6262" x="12628563" y="4522788"/>
          <p14:tracePt t="6278" x="12641263" y="4511675"/>
          <p14:tracePt t="6295" x="12641263" y="4500563"/>
          <p14:tracePt t="6313" x="12665075" y="4500563"/>
          <p14:tracePt t="6330" x="12676188" y="4500563"/>
          <p14:tracePt t="6347" x="12688888" y="4511675"/>
          <p14:tracePt t="6363" x="12700000" y="4522788"/>
          <p14:tracePt t="6379" x="12711113" y="4535488"/>
          <p14:tracePt t="6414" x="12711113" y="4546600"/>
          <p14:tracePt t="6430" x="12711113" y="4570413"/>
          <p14:tracePt t="6447" x="12711113" y="4594225"/>
          <p14:tracePt t="6464" x="12711113" y="4641850"/>
          <p14:tracePt t="6479" x="12723813" y="4689475"/>
          <p14:tracePt t="6496" x="12723813" y="4748213"/>
          <p14:tracePt t="6497" x="12723813" y="4795838"/>
          <p14:tracePt t="6513" x="12734925" y="4854575"/>
          <p14:tracePt t="6530" x="12734925" y="4913313"/>
          <p14:tracePt t="6546" x="12758738" y="5006975"/>
          <p14:tracePt t="6563" x="12771438" y="5091113"/>
          <p14:tracePt t="6581" x="12795250" y="5149850"/>
          <p14:tracePt t="6582" x="12806363" y="5195888"/>
          <p14:tracePt t="6596" x="12817475" y="5267325"/>
          <p14:tracePt t="6614" x="12830175" y="5326063"/>
          <p14:tracePt t="6629" x="12853988" y="5386388"/>
          <p14:tracePt t="6984" x="12888913" y="5386388"/>
          <p14:tracePt t="6990" x="12960350" y="5421313"/>
          <p14:tracePt t="7000" x="13019088" y="5432425"/>
          <p14:tracePt t="7017" x="13125450" y="5456238"/>
          <p14:tracePt t="7018" x="13160375" y="5456238"/>
          <p14:tracePt t="7034" x="13242925" y="5480050"/>
          <p14:tracePt t="7051" x="13290550" y="5491163"/>
          <p14:tracePt t="7068" x="13338175" y="5503863"/>
          <p14:tracePt t="7085" x="13349288" y="5503863"/>
          <p14:tracePt t="7102" x="13373100" y="5514975"/>
          <p14:tracePt t="7118" x="13385800" y="5527675"/>
          <p14:tracePt t="7137" x="13396913" y="5538788"/>
          <p14:tracePt t="7151" x="13396913" y="5551488"/>
          <p14:tracePt t="7171" x="13396913" y="5562600"/>
          <p14:tracePt t="7186" x="13396913" y="5575300"/>
          <p14:tracePt t="7187" x="13396913" y="5597525"/>
          <p14:tracePt t="7203" x="13409613" y="5621338"/>
          <p14:tracePt t="7219" x="13420725" y="5657850"/>
          <p14:tracePt t="7221" x="13420725" y="5668963"/>
          <p14:tracePt t="7236" x="13444538" y="5716588"/>
          <p14:tracePt t="7252" x="13455650" y="5751513"/>
          <p14:tracePt t="7271" x="13492163" y="5786438"/>
          <p14:tracePt t="7284" x="13538200" y="5799138"/>
          <p14:tracePt t="7300" x="13609638" y="5799138"/>
        </p14:tracePtLst>
      </p14:laserTraceLst>
    </p:ext>
    <p:ext uri="{E180D4A7-C9FB-4DFB-919C-405C955672EB}">
      <p14:showEvtLst xmlns:p14="http://schemas.microsoft.com/office/powerpoint/2010/main">
        <p14:playEvt time="345" objId="2"/>
        <p14:stopEvt time="6644" objId="2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234DFC5-0491-5584-193B-87BA9A42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C1093DAD-C2E5-EE69-31D1-F6A535FE2FC1}"/>
              </a:ext>
            </a:extLst>
          </p:cNvPr>
          <p:cNvGrpSpPr/>
          <p:nvPr/>
        </p:nvGrpSpPr>
        <p:grpSpPr>
          <a:xfrm>
            <a:off x="351884" y="1716607"/>
            <a:ext cx="13135516" cy="4012195"/>
            <a:chOff x="635454" y="2825214"/>
            <a:chExt cx="8850087" cy="4012195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A879FFE-EAF3-3310-B4DB-4D655CA21ADF}"/>
                </a:ext>
              </a:extLst>
            </p:cNvPr>
            <p:cNvSpPr txBox="1"/>
            <p:nvPr/>
          </p:nvSpPr>
          <p:spPr>
            <a:xfrm>
              <a:off x="635454" y="6099707"/>
              <a:ext cx="8625110" cy="73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4" indent="-285744">
                <a:lnSpc>
                  <a:spcPct val="130000"/>
                </a:lnSpc>
                <a:buFont typeface="한컴 고딕" panose="02030504000101010101" pitchFamily="18" charset="-127"/>
                <a:buChar char="○"/>
              </a:pPr>
              <a:endParaRPr lang="en-US" altLang="ko-KR" sz="700" dirty="0">
                <a:latin typeface="+mn-ea"/>
              </a:endParaRPr>
            </a:p>
            <a:p>
              <a:pPr marL="285744" indent="-285744">
                <a:lnSpc>
                  <a:spcPct val="130000"/>
                </a:lnSpc>
                <a:buFont typeface="한컴 고딕" panose="02030504000101010101" pitchFamily="18" charset="-127"/>
                <a:buChar char="○"/>
              </a:pPr>
              <a:endParaRPr lang="en-US" altLang="ko-KR" sz="700" dirty="0">
                <a:latin typeface="+mn-ea"/>
              </a:endParaRPr>
            </a:p>
            <a:p>
              <a:pPr marL="285744" indent="-285744">
                <a:lnSpc>
                  <a:spcPct val="130000"/>
                </a:lnSpc>
                <a:buFont typeface="한컴 고딕" panose="02030504000101010101" pitchFamily="18" charset="-127"/>
                <a:buChar char="○"/>
              </a:pPr>
              <a:r>
                <a: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 Seq2Seq, SMT, LSTM, Beam Search,  BLEU score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FFA9924B-963D-F95B-6630-17F4C0862BF9}"/>
                </a:ext>
              </a:extLst>
            </p:cNvPr>
            <p:cNvSpPr txBox="1"/>
            <p:nvPr/>
          </p:nvSpPr>
          <p:spPr>
            <a:xfrm>
              <a:off x="769714" y="2825214"/>
              <a:ext cx="87158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DOI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0" name="순서도: 추출 9">
            <a:extLst>
              <a:ext uri="{FF2B5EF4-FFF2-40B4-BE49-F238E27FC236}">
                <a16:creationId xmlns="" xmlns:a16="http://schemas.microsoft.com/office/drawing/2014/main" id="{EB0689B7-143E-B67D-59EE-2FB2058DD910}"/>
              </a:ext>
            </a:extLst>
          </p:cNvPr>
          <p:cNvSpPr/>
          <p:nvPr/>
        </p:nvSpPr>
        <p:spPr>
          <a:xfrm rot="5400000">
            <a:off x="298631" y="1906217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bject 76">
            <a:extLst>
              <a:ext uri="{FF2B5EF4-FFF2-40B4-BE49-F238E27FC236}">
                <a16:creationId xmlns="" xmlns:a16="http://schemas.microsoft.com/office/drawing/2014/main" id="{DD348959-215E-131D-81DA-3A4831098D6E}"/>
              </a:ext>
            </a:extLst>
          </p:cNvPr>
          <p:cNvSpPr txBox="1"/>
          <p:nvPr/>
        </p:nvSpPr>
        <p:spPr>
          <a:xfrm>
            <a:off x="446495" y="266700"/>
            <a:ext cx="801170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 Bibliographic information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8FE42D94-19EE-36A1-A0C3-5940B4A585DE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2DE0EA18-6AED-4F03-84E1-DF4007FBA2BA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="" xmlns:a16="http://schemas.microsoft.com/office/drawing/2014/main" id="{3D492D7D-564F-6FAA-1A56-6E2DB555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A16F00A-81A6-3152-5CEE-501C26768793}"/>
              </a:ext>
            </a:extLst>
          </p:cNvPr>
          <p:cNvSpPr txBox="1"/>
          <p:nvPr/>
        </p:nvSpPr>
        <p:spPr>
          <a:xfrm>
            <a:off x="334630" y="6771444"/>
            <a:ext cx="13076569" cy="126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Language model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특히나 번역 </a:t>
            </a: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task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대한 성능 향상 달성하고자 한 논문</a:t>
            </a:r>
            <a:endParaRPr lang="en-US" altLang="ko-KR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RNN 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이나 다른 순환신경망 기반의 모델들이 </a:t>
            </a: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input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output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에서의 고정된 시퀀스를 가지는 한계를 극복하여</a:t>
            </a: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여러 기법 적용을 통해 성능 지표</a:t>
            </a: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(BLEU)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이전에 비해 좋은 성능을 달성하고자 하였음</a:t>
            </a:r>
            <a:endParaRPr lang="en-US" altLang="ko-KR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="" xmlns:a16="http://schemas.microsoft.com/office/drawing/2014/main" id="{16762ED8-CD9A-8463-2476-3A14567C2F5C}"/>
              </a:ext>
            </a:extLst>
          </p:cNvPr>
          <p:cNvGrpSpPr/>
          <p:nvPr/>
        </p:nvGrpSpPr>
        <p:grpSpPr>
          <a:xfrm>
            <a:off x="334631" y="4772680"/>
            <a:ext cx="4923169" cy="523220"/>
            <a:chOff x="334631" y="4391681"/>
            <a:chExt cx="4923169" cy="523220"/>
          </a:xfrm>
        </p:grpSpPr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373E278A-154E-8F29-43AA-6E692CB77703}"/>
                </a:ext>
              </a:extLst>
            </p:cNvPr>
            <p:cNvSpPr txBox="1"/>
            <p:nvPr/>
          </p:nvSpPr>
          <p:spPr>
            <a:xfrm>
              <a:off x="643910" y="4391681"/>
              <a:ext cx="46138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Keywords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2" name="순서도: 추출 11">
              <a:extLst>
                <a:ext uri="{FF2B5EF4-FFF2-40B4-BE49-F238E27FC236}">
                  <a16:creationId xmlns="" xmlns:a16="http://schemas.microsoft.com/office/drawing/2014/main" id="{4B810096-60F5-6D84-729E-8663BBFB6AC9}"/>
                </a:ext>
              </a:extLst>
            </p:cNvPr>
            <p:cNvSpPr/>
            <p:nvPr/>
          </p:nvSpPr>
          <p:spPr>
            <a:xfrm rot="5400000">
              <a:off x="298631" y="4581291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="" xmlns:a16="http://schemas.microsoft.com/office/drawing/2014/main" id="{70DDFB22-71BE-F076-05BE-63A7BA238F34}"/>
              </a:ext>
            </a:extLst>
          </p:cNvPr>
          <p:cNvGrpSpPr/>
          <p:nvPr/>
        </p:nvGrpSpPr>
        <p:grpSpPr>
          <a:xfrm>
            <a:off x="334631" y="6205001"/>
            <a:ext cx="8123569" cy="523220"/>
            <a:chOff x="334631" y="4391681"/>
            <a:chExt cx="8123569" cy="523220"/>
          </a:xfrm>
        </p:grpSpPr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EF632CFE-7611-93DC-240C-276126E467A8}"/>
                </a:ext>
              </a:extLst>
            </p:cNvPr>
            <p:cNvSpPr txBox="1"/>
            <p:nvPr/>
          </p:nvSpPr>
          <p:spPr>
            <a:xfrm>
              <a:off x="643910" y="4391681"/>
              <a:ext cx="78142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Research Objective and Methodology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6" name="순서도: 추출 35">
              <a:extLst>
                <a:ext uri="{FF2B5EF4-FFF2-40B4-BE49-F238E27FC236}">
                  <a16:creationId xmlns="" xmlns:a16="http://schemas.microsoft.com/office/drawing/2014/main" id="{57FC0FE2-BA85-B489-68C0-E1A36C610062}"/>
                </a:ext>
              </a:extLst>
            </p:cNvPr>
            <p:cNvSpPr/>
            <p:nvPr/>
          </p:nvSpPr>
          <p:spPr>
            <a:xfrm rot="5400000">
              <a:off x="298631" y="4581291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D6C6125D-7242-879E-6906-4632A33C6A7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3910" y="2218494"/>
          <a:ext cx="4419600" cy="36576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="" xmlns:a16="http://schemas.microsoft.com/office/drawing/2014/main" val="1819427198"/>
                    </a:ext>
                  </a:extLst>
                </a:gridCol>
              </a:tblGrid>
              <a:tr h="357505">
                <a:tc>
                  <a:txBody>
                    <a:bodyPr/>
                    <a:lstStyle/>
                    <a:p>
                      <a:pPr fontAlgn="t"/>
                      <a:r>
                        <a:rPr lang="en-US" b="0" u="none" strike="noStrike" dirty="0">
                          <a:effectLst/>
                          <a:hlinkClick r:id="rId2"/>
                        </a:rPr>
                        <a:t>https://doi.org/10.48550/arXiv.1409.3215</a:t>
                      </a:r>
                      <a:endParaRPr lang="en-US" dirty="0">
                        <a:effectLst/>
                      </a:endParaRPr>
                    </a:p>
                  </a:txBody>
                  <a:tcPr marR="6191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96520560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="" xmlns:a16="http://schemas.microsoft.com/office/drawing/2014/main" id="{D907D90C-E90D-A736-611D-1A5067C2E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213" y="1952248"/>
            <a:ext cx="1371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그룹 1004">
            <a:extLst>
              <a:ext uri="{FF2B5EF4-FFF2-40B4-BE49-F238E27FC236}">
                <a16:creationId xmlns="" xmlns:a16="http://schemas.microsoft.com/office/drawing/2014/main" id="{E7AB3BB0-586E-F992-B0D3-67D548F4A009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5" name="Object 14">
              <a:extLst>
                <a:ext uri="{FF2B5EF4-FFF2-40B4-BE49-F238E27FC236}">
                  <a16:creationId xmlns="" xmlns:a16="http://schemas.microsoft.com/office/drawing/2014/main" id="{AC392895-0053-810C-C425-8E5CF157A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0A0A8A9-1A64-8C24-4D0F-69183A8F280C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6D8B1CD7-4806-BBA0-64F8-0FBD657AF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0" y="2733119"/>
            <a:ext cx="8449854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0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28"/>
    </mc:Choice>
    <mc:Fallback xmlns="">
      <p:transition spd="slow" advTm="32728"/>
    </mc:Fallback>
  </mc:AlternateContent>
  <p:extLst>
    <p:ext uri="{3A86A75C-4F4B-4683-9AE1-C65F6400EC91}">
      <p14:laserTraceLst xmlns:p14="http://schemas.microsoft.com/office/powerpoint/2010/main">
        <p14:tracePtLst>
          <p14:tracePt t="1098" x="9875838" y="7299325"/>
          <p14:tracePt t="1112" x="9747250" y="7299325"/>
          <p14:tracePt t="1128" x="9628188" y="7286625"/>
          <p14:tracePt t="1145" x="9415463" y="7240588"/>
          <p14:tracePt t="1162" x="9309100" y="7227888"/>
          <p14:tracePt t="1178" x="9178925" y="7204075"/>
          <p14:tracePt t="1195" x="9120188" y="7192963"/>
          <p14:tracePt t="1214" x="9061450" y="7192963"/>
          <p14:tracePt t="1230" x="9037638" y="7192963"/>
          <p14:tracePt t="1247" x="9026525" y="7192963"/>
          <p14:tracePt t="1250" x="9013825" y="7192963"/>
          <p14:tracePt t="1279" x="9002713" y="7204075"/>
          <p14:tracePt t="1297" x="8990013" y="7204075"/>
          <p14:tracePt t="1300" x="8978900" y="7204075"/>
          <p14:tracePt t="1313" x="8966200" y="7204075"/>
          <p14:tracePt t="1330" x="8955088" y="7204075"/>
          <p14:tracePt t="1335" x="8942388" y="7192963"/>
          <p14:tracePt t="1340" x="8931275" y="7192963"/>
          <p14:tracePt t="1363" x="8896350" y="7169150"/>
          <p14:tracePt t="1381" x="8883650" y="7145338"/>
          <p14:tracePt t="1395" x="8872538" y="7134225"/>
          <p14:tracePt t="1412" x="8859838" y="7134225"/>
          <p14:tracePt t="1429" x="8848725" y="7121525"/>
          <p14:tracePt t="1449" x="8837613" y="7121525"/>
          <p14:tracePt t="1450" x="8824913" y="7110413"/>
          <p14:tracePt t="1462" x="8824913" y="7097713"/>
          <p14:tracePt t="1463" x="8824913" y="7086600"/>
          <p14:tracePt t="1478" x="8801100" y="7062788"/>
          <p14:tracePt t="1496" x="8777288" y="7051675"/>
          <p14:tracePt t="1501" x="8766175" y="7027863"/>
          <p14:tracePt t="1514" x="8753475" y="7004050"/>
          <p14:tracePt t="1520" x="8753475" y="6991350"/>
          <p14:tracePt t="1546" x="8718550" y="6956425"/>
          <p14:tracePt t="1565" x="8683625" y="6908800"/>
          <p14:tracePt t="1580" x="8670925" y="6884988"/>
          <p14:tracePt t="1583" x="8659813" y="6873875"/>
          <p14:tracePt t="1598" x="8636000" y="6861175"/>
          <p14:tracePt t="1614" x="8612188" y="6850063"/>
          <p14:tracePt t="1617" x="8601075" y="6850063"/>
          <p14:tracePt t="1628" x="8601075" y="6838950"/>
          <p14:tracePt t="1645" x="8588375" y="6838950"/>
          <p14:tracePt t="1986" x="8351838" y="6838950"/>
          <p14:tracePt t="2003" x="8128000" y="6815138"/>
          <p14:tracePt t="2019" x="7761288" y="6767513"/>
          <p14:tracePt t="2037" x="7537450" y="6743700"/>
          <p14:tracePt t="2055" x="7242175" y="6708775"/>
          <p14:tracePt t="2071" x="7123113" y="6696075"/>
          <p14:tracePt t="2076" x="7064375" y="6684963"/>
          <p14:tracePt t="2087" x="6994525" y="6672263"/>
          <p14:tracePt t="2091" x="6934200" y="6661150"/>
          <p14:tracePt t="2096" x="6888163" y="6661150"/>
          <p14:tracePt t="2120" x="6686550" y="6626225"/>
          <p14:tracePt t="2138" x="6556375" y="6613525"/>
          <p14:tracePt t="2143" x="6473825" y="6602413"/>
          <p14:tracePt t="2146" x="6402388" y="6578600"/>
          <p14:tracePt t="2154" x="6367463" y="6578600"/>
          <p14:tracePt t="2169" x="6249988" y="6554788"/>
          <p14:tracePt t="2187" x="6154738" y="6543675"/>
          <p14:tracePt t="2204" x="6096000" y="6543675"/>
          <p14:tracePt t="2209" x="6072188" y="6543675"/>
          <p14:tracePt t="2220" x="6048375" y="6543675"/>
          <p14:tracePt t="2830" x="5965825" y="6543675"/>
          <p14:tracePt t="2848" x="5872163" y="6543675"/>
          <p14:tracePt t="2883" x="5776913" y="6543675"/>
          <p14:tracePt t="2900" x="5741988" y="6530975"/>
          <p14:tracePt t="2901" x="5718175" y="6530975"/>
          <p14:tracePt t="2917" x="5694363" y="6530975"/>
          <p14:tracePt t="2932" x="5670550" y="6530975"/>
          <p14:tracePt t="2949" x="5646738" y="6530975"/>
          <p14:tracePt t="2964" x="5635625" y="6530975"/>
          <p14:tracePt t="2981" x="5622925" y="6530975"/>
          <p14:tracePt t="3016" x="5611813" y="6543675"/>
          <p14:tracePt t="3033" x="5611813" y="6554788"/>
          <p14:tracePt t="3050" x="5611813" y="6565900"/>
          <p14:tracePt t="3067" x="5611813" y="6578600"/>
          <p14:tracePt t="3393" x="5599113" y="6578600"/>
          <p14:tracePt t="3424" x="5588000" y="6578600"/>
          <p14:tracePt t="3471" x="5576888" y="6578600"/>
          <p14:tracePt t="3564" x="5564188" y="6578600"/>
          <p14:tracePt t="3580" x="5553075" y="6578600"/>
          <p14:tracePt t="3627" x="5553075" y="6589713"/>
          <p14:tracePt t="3658" x="5553075" y="6602413"/>
          <p14:tracePt t="3690" x="5540375" y="6613525"/>
          <p14:tracePt t="3721" x="5529263" y="6613525"/>
          <p14:tracePt t="3738" x="5516563" y="6613525"/>
          <p14:tracePt t="3755" x="5492750" y="6613525"/>
          <p14:tracePt t="3771" x="5481638" y="6613525"/>
          <p14:tracePt t="3805" x="5470525" y="6613525"/>
          <p14:tracePt t="3822" x="5457825" y="6613525"/>
          <p14:tracePt t="3840" x="5446713" y="6613525"/>
          <p14:tracePt t="4207" x="5446713" y="6602413"/>
          <p14:tracePt t="4226" x="5457825" y="6589713"/>
          <p14:tracePt t="4243" x="5470525" y="6589713"/>
          <p14:tracePt t="4277" x="5481638" y="6578600"/>
          <p14:tracePt t="4294" x="5492750" y="6565900"/>
          <p14:tracePt t="4311" x="5516563" y="6543675"/>
          <p14:tracePt t="4326" x="5540375" y="6530975"/>
          <p14:tracePt t="4343" x="5540375" y="6519863"/>
          <p14:tracePt t="4360" x="5576888" y="6507163"/>
          <p14:tracePt t="4377" x="5588000" y="6496050"/>
          <p14:tracePt t="4394" x="5599113" y="6483350"/>
          <p14:tracePt t="4411" x="5611813" y="6483350"/>
          <p14:tracePt t="4444" x="5611813" y="6472238"/>
          <p14:tracePt t="4799" x="5611813" y="6483350"/>
          <p14:tracePt t="4819" x="5611813" y="6496050"/>
          <p14:tracePt t="4836" x="5611813" y="6507163"/>
          <p14:tracePt t="4869" x="5611813" y="6519863"/>
          <p14:tracePt t="4890" x="5611813" y="6530975"/>
          <p14:tracePt t="4920" x="5611813" y="6543675"/>
          <p14:tracePt t="5065" x="5611813" y="6554788"/>
          <p14:tracePt t="5096" x="5611813" y="6565900"/>
          <p14:tracePt t="5118" x="5611813" y="6578600"/>
          <p14:tracePt t="5159" x="5611813" y="6589713"/>
          <p14:tracePt t="5185" x="5611813" y="6602413"/>
          <p14:tracePt t="5345" x="5611813" y="6613525"/>
          <p14:tracePt t="5362" x="5611813" y="6626225"/>
          <p14:tracePt t="5385" x="5611813" y="6650038"/>
          <p14:tracePt t="5403" x="5611813" y="6661150"/>
          <p14:tracePt t="5420" x="5611813" y="6684963"/>
          <p14:tracePt t="5422" x="5611813" y="6696075"/>
          <p14:tracePt t="5437" x="5611813" y="6708775"/>
          <p14:tracePt t="5454" x="5611813" y="6719888"/>
          <p14:tracePt t="5564" x="5611813" y="6732588"/>
          <p14:tracePt t="5596" x="5611813" y="6743700"/>
          <p14:tracePt t="5689" x="5611813" y="6756400"/>
          <p14:tracePt t="5924" x="5599113" y="6756400"/>
          <p14:tracePt t="6049" x="5599113" y="6767513"/>
          <p14:tracePt t="6064" x="5599113" y="6778625"/>
          <p14:tracePt t="6093" x="5588000" y="6778625"/>
          <p14:tracePt t="6109" x="5576888" y="6778625"/>
          <p14:tracePt t="6236" x="5564188" y="6778625"/>
          <p14:tracePt t="6252" x="5553075" y="6778625"/>
          <p14:tracePt t="6533" x="5540375" y="6778625"/>
          <p14:tracePt t="6550" x="5492750" y="6778625"/>
          <p14:tracePt t="6580" x="5221288" y="6719888"/>
          <p14:tracePt t="6599" x="4878388" y="6650038"/>
          <p14:tracePt t="6615" x="4583113" y="6554788"/>
          <p14:tracePt t="6617" x="4476750" y="6519863"/>
          <p14:tracePt t="6631" x="4300538" y="6448425"/>
          <p14:tracePt t="6648" x="4181475" y="6413500"/>
          <p14:tracePt t="6665" x="4098925" y="6389688"/>
          <p14:tracePt t="6666" x="4064000" y="6376988"/>
          <p14:tracePt t="6681" x="4016375" y="6342063"/>
          <p14:tracePt t="6700" x="3968750" y="6342063"/>
          <p14:tracePt t="6715" x="3957638" y="6330950"/>
          <p14:tracePt t="6731" x="3946525" y="6318250"/>
          <p14:tracePt t="6749" x="3922713" y="6307138"/>
          <p14:tracePt t="6781" x="3910013" y="6307138"/>
          <p14:tracePt t="6829" x="3898900" y="6307138"/>
          <p14:tracePt t="6862" x="3862388" y="6294438"/>
          <p14:tracePt t="6880" x="3803650" y="6270625"/>
          <p14:tracePt t="6898" x="3757613" y="6248400"/>
          <p14:tracePt t="6915" x="3709988" y="6211888"/>
          <p14:tracePt t="6916" x="3673475" y="6200775"/>
          <p14:tracePt t="6931" x="3603625" y="6165850"/>
          <p14:tracePt t="6948" x="3556000" y="6142038"/>
          <p14:tracePt t="6965" x="3473450" y="6081713"/>
          <p14:tracePt t="6981" x="3438525" y="6059488"/>
          <p14:tracePt t="6999" x="3378200" y="6035675"/>
          <p14:tracePt t="7014" x="3354388" y="6011863"/>
          <p14:tracePt t="7031" x="3343275" y="5999163"/>
          <p14:tracePt t="7047" x="3319463" y="5988050"/>
          <p14:tracePt t="7063" x="3308350" y="5988050"/>
          <p14:tracePt t="7097" x="3284538" y="5988050"/>
          <p14:tracePt t="7131" x="3284538" y="5999163"/>
          <p14:tracePt t="7148" x="3284538" y="6011863"/>
          <p14:tracePt t="7165" x="3271838" y="6022975"/>
          <p14:tracePt t="7167" x="3260725" y="6022975"/>
          <p14:tracePt t="7198" x="3249613" y="6035675"/>
          <p14:tracePt t="7214" x="3225800" y="6046788"/>
          <p14:tracePt t="7232" x="3225800" y="6059488"/>
          <p14:tracePt t="7236" x="3213100" y="6059488"/>
          <p14:tracePt t="7250" x="3213100" y="6070600"/>
          <p14:tracePt t="7265" x="3201988" y="6081713"/>
          <p14:tracePt t="7282" x="3178175" y="6081713"/>
          <p14:tracePt t="7287" x="3154363" y="6094413"/>
          <p14:tracePt t="7292" x="3130550" y="6094413"/>
          <p14:tracePt t="7300" x="3095625" y="6094413"/>
          <p14:tracePt t="7315" x="3036888" y="6094413"/>
          <p14:tracePt t="7335" x="2941638" y="6094413"/>
          <p14:tracePt t="7349" x="2917825" y="6081713"/>
          <p14:tracePt t="7365" x="2894013" y="6081713"/>
          <p14:tracePt t="7369" x="2882900" y="6081713"/>
          <p14:tracePt t="7383" x="2859088" y="6081713"/>
          <p14:tracePt t="7400" x="2846388" y="6081713"/>
          <p14:tracePt t="7487" x="2859088" y="6118225"/>
          <p14:tracePt t="7503" x="2930525" y="6165850"/>
          <p14:tracePt t="7531" x="3143250" y="6376988"/>
          <p14:tracePt t="7549" x="3332163" y="6589713"/>
          <p14:tracePt t="7565" x="3425825" y="6719888"/>
          <p14:tracePt t="7582" x="3532188" y="6861175"/>
          <p14:tracePt t="7598" x="3579813" y="6921500"/>
          <p14:tracePt t="7616" x="3614738" y="6967538"/>
          <p14:tracePt t="7618" x="3627438" y="6980238"/>
          <p14:tracePt t="7633" x="3638550" y="7015163"/>
          <p14:tracePt t="7648" x="3662363" y="7027863"/>
          <p14:tracePt t="7664" x="3686175" y="7027863"/>
          <p14:tracePt t="7666" x="3697288" y="7038975"/>
          <p14:tracePt t="7698" x="3733800" y="7051675"/>
          <p14:tracePt t="7715" x="3816350" y="7073900"/>
          <p14:tracePt t="7731" x="3922713" y="7097713"/>
          <p14:tracePt t="7747" x="4098925" y="7121525"/>
          <p14:tracePt t="7764" x="4370388" y="7169150"/>
          <p14:tracePt t="7781" x="4572000" y="7204075"/>
          <p14:tracePt t="7785" x="4667250" y="7204075"/>
          <p14:tracePt t="7798" x="4773613" y="7216775"/>
          <p14:tracePt t="7800" x="4867275" y="7227888"/>
          <p14:tracePt t="7814" x="5068888" y="7262813"/>
          <p14:tracePt t="7831" x="5268913" y="7286625"/>
          <p14:tracePt t="7834" x="5386388" y="7286625"/>
          <p14:tracePt t="7848" x="5718175" y="7299325"/>
          <p14:tracePt t="7865" x="5883275" y="7299325"/>
          <p14:tracePt t="8236" x="6284913" y="7464425"/>
          <p14:tracePt t="8252" x="6556375" y="7558088"/>
          <p14:tracePt t="8285" x="7077075" y="7653338"/>
          <p14:tracePt t="8302" x="7194550" y="7688263"/>
          <p14:tracePt t="8319" x="7253288" y="7700963"/>
          <p14:tracePt t="8321" x="7277100" y="7712075"/>
          <p14:tracePt t="8334" x="7313613" y="7724775"/>
          <p14:tracePt t="8352" x="7335838" y="7735888"/>
          <p14:tracePt t="8355" x="7348538" y="7735888"/>
          <p14:tracePt t="8368" x="7372350" y="7735888"/>
          <p14:tracePt t="8384" x="7372350" y="7747000"/>
          <p14:tracePt t="8402" x="7383463" y="7747000"/>
          <p14:tracePt t="8404" x="7383463" y="7759700"/>
          <p14:tracePt t="8417" x="7383463" y="7770813"/>
          <p14:tracePt t="8450" x="7383463" y="7794625"/>
          <p14:tracePt t="8467" x="7359650" y="7807325"/>
          <p14:tracePt t="8484" x="7313613" y="7831138"/>
          <p14:tracePt t="8487" x="7277100" y="7842250"/>
          <p14:tracePt t="8500" x="7183438" y="7866063"/>
          <p14:tracePt t="8517" x="7077075" y="7889875"/>
          <p14:tracePt t="8534" x="6910388" y="7924800"/>
          <p14:tracePt t="8550" x="6710363" y="7983538"/>
          <p14:tracePt t="8568" x="6367463" y="8031163"/>
          <p14:tracePt t="8568" x="6130925" y="8078788"/>
          <p14:tracePt t="8583" x="5683250" y="8172450"/>
          <p14:tracePt t="8600" x="5292725" y="8231188"/>
          <p14:tracePt t="8618" x="4973638" y="8315325"/>
          <p14:tracePt t="8634" x="4878388" y="8326438"/>
          <p14:tracePt t="8650" x="4795838" y="8361363"/>
          <p14:tracePt t="8667" x="4725988" y="8385175"/>
          <p14:tracePt t="8684" x="4678363" y="8397875"/>
          <p14:tracePt t="8701" x="4643438" y="8397875"/>
          <p14:tracePt t="8718" x="4630738" y="8408988"/>
          <p14:tracePt t="9002" x="4537075" y="8408988"/>
          <p14:tracePt t="9019" x="4324350" y="8408988"/>
          <p14:tracePt t="9020" x="4217988" y="8408988"/>
          <p14:tracePt t="9036" x="4005263" y="8385175"/>
          <p14:tracePt t="9054" x="3803650" y="8374063"/>
          <p14:tracePt t="9056" x="3721100" y="8337550"/>
          <p14:tracePt t="9070" x="3614738" y="8315325"/>
          <p14:tracePt t="9088" x="3532188" y="8302625"/>
          <p14:tracePt t="9102" x="3484563" y="8278813"/>
          <p14:tracePt t="9103" x="3473450" y="8267700"/>
          <p14:tracePt t="9118" x="3438525" y="8255000"/>
          <p14:tracePt t="9135" x="3414713" y="8243888"/>
          <p14:tracePt t="9152" x="3390900" y="8231188"/>
          <p14:tracePt t="9168" x="3354388" y="8220075"/>
          <p14:tracePt t="9186" x="3343275" y="8220075"/>
          <p14:tracePt t="9187" x="3332163" y="8220075"/>
          <p14:tracePt t="9202" x="3308350" y="8208963"/>
          <p14:tracePt t="9220" x="3284538" y="8185150"/>
          <p14:tracePt t="9224" x="3271838" y="8172450"/>
          <p14:tracePt t="9254" x="3236913" y="8148638"/>
          <p14:tracePt t="9271" x="3213100" y="8126413"/>
          <p14:tracePt t="9287" x="3201988" y="8113713"/>
          <p14:tracePt t="9304" x="3189288" y="8089900"/>
          <p14:tracePt t="9305" x="3178175" y="8089900"/>
          <p14:tracePt t="9320" x="3154363" y="8078788"/>
          <p14:tracePt t="9353" x="3143250" y="8066088"/>
          <p14:tracePt t="9369" x="3143250" y="8054975"/>
          <p14:tracePt t="9386" x="3130550" y="8042275"/>
          <p14:tracePt t="9405" x="3119438" y="8031163"/>
          <p14:tracePt t="9420" x="3119438" y="8007350"/>
          <p14:tracePt t="9437" x="3119438" y="7996238"/>
          <p14:tracePt t="9441" x="3119438" y="7983538"/>
          <p14:tracePt t="9444" x="3119438" y="7959725"/>
          <p14:tracePt t="9471" x="3143250" y="7913688"/>
          <p14:tracePt t="9475" x="3143250" y="7900988"/>
          <p14:tracePt t="9486" x="3189288" y="7842250"/>
          <p14:tracePt t="9503" x="3236913" y="7783513"/>
          <p14:tracePt t="9520" x="3295650" y="7712075"/>
          <p14:tracePt t="9536" x="3319463" y="7677150"/>
          <p14:tracePt t="9538" x="3332163" y="7653338"/>
          <p14:tracePt t="9554" x="3378200" y="7605713"/>
          <p14:tracePt t="9556" x="3402013" y="7581900"/>
          <p14:tracePt t="9570" x="3425825" y="7535863"/>
          <p14:tracePt t="9587" x="3460750" y="7512050"/>
          <p14:tracePt t="9604" x="3484563" y="7488238"/>
          <p14:tracePt t="9620" x="3532188" y="7475538"/>
          <p14:tracePt t="9637" x="3567113" y="7475538"/>
          <p14:tracePt t="9640" x="3590925" y="7475538"/>
          <p14:tracePt t="9653" x="3614738" y="7475538"/>
          <p14:tracePt t="9670" x="3638550" y="7475538"/>
          <p14:tracePt t="9675" x="3651250" y="7475538"/>
          <p14:tracePt t="9687" x="3673475" y="7475538"/>
          <p14:tracePt t="9720" x="3686175" y="7475538"/>
          <p14:tracePt t="9738" x="3697288" y="7475538"/>
          <p14:tracePt t="9784" x="3709988" y="7475538"/>
          <p14:tracePt t="9804" x="3733800" y="7475538"/>
          <p14:tracePt t="9807" x="3757613" y="7475538"/>
          <p14:tracePt t="9837" x="3827463" y="7488238"/>
          <p14:tracePt t="9853" x="3886200" y="7488238"/>
          <p14:tracePt t="9854" x="3933825" y="7488238"/>
          <p14:tracePt t="9870" x="4005263" y="7488238"/>
          <p14:tracePt t="9887" x="4075113" y="7488238"/>
          <p14:tracePt t="9890" x="4122738" y="7488238"/>
          <p14:tracePt t="9896" x="4159250" y="7488238"/>
          <p14:tracePt t="9902" x="4194175" y="7488238"/>
          <p14:tracePt t="9920" x="4265613" y="7488238"/>
          <p14:tracePt t="9937" x="4348163" y="7488238"/>
          <p14:tracePt t="9939" x="4383088" y="7488238"/>
          <p14:tracePt t="9953" x="4406900" y="7488238"/>
          <p14:tracePt t="9955" x="4441825" y="7488238"/>
          <p14:tracePt t="9971" x="4524375" y="7488238"/>
          <p14:tracePt t="9974" x="4560888" y="7488238"/>
          <p14:tracePt t="9987" x="4630738" y="7488238"/>
          <p14:tracePt t="10004" x="4713288" y="7488238"/>
          <p14:tracePt t="10021" x="4819650" y="7488238"/>
          <p14:tracePt t="10036" x="4843463" y="7488238"/>
          <p14:tracePt t="10037" x="4878388" y="7488238"/>
          <p14:tracePt t="10054" x="4949825" y="7488238"/>
          <p14:tracePt t="10056" x="4962525" y="7488238"/>
          <p14:tracePt t="10070" x="5032375" y="7475538"/>
          <p14:tracePt t="10086" x="5103813" y="7475538"/>
          <p14:tracePt t="10103" x="5162550" y="7475538"/>
          <p14:tracePt t="10106" x="5186363" y="7475538"/>
          <p14:tracePt t="10424" x="5292725" y="7464425"/>
          <p14:tracePt t="10439" x="5446713" y="7451725"/>
          <p14:tracePt t="10470" x="5753100" y="7405688"/>
          <p14:tracePt t="10488" x="5883275" y="7392988"/>
          <p14:tracePt t="10503" x="5954713" y="7369175"/>
          <p14:tracePt t="10521" x="6000750" y="7358063"/>
          <p14:tracePt t="10524" x="6024563" y="7358063"/>
          <p14:tracePt t="10537" x="6048375" y="7358063"/>
          <p14:tracePt t="10540" x="6072188" y="7358063"/>
          <p14:tracePt t="10553" x="6130925" y="7358063"/>
          <p14:tracePt t="10571" x="6202363" y="7358063"/>
          <p14:tracePt t="10587" x="6249988" y="7358063"/>
          <p14:tracePt t="10604" x="6297613" y="7358063"/>
          <p14:tracePt t="10607" x="6332538" y="7358063"/>
          <p14:tracePt t="10621" x="6380163" y="7358063"/>
          <p14:tracePt t="10637" x="6426200" y="7358063"/>
          <p14:tracePt t="10654" x="6532563" y="7358063"/>
          <p14:tracePt t="10670" x="6627813" y="7358063"/>
          <p14:tracePt t="10688" x="6721475" y="7358063"/>
          <p14:tracePt t="10690" x="6757988" y="7358063"/>
          <p14:tracePt t="10704" x="6864350" y="7358063"/>
          <p14:tracePt t="10720" x="6958013" y="7358063"/>
          <p14:tracePt t="10737" x="7029450" y="7358063"/>
          <p14:tracePt t="10741" x="7064375" y="7358063"/>
          <p14:tracePt t="10753" x="7146925" y="7358063"/>
          <p14:tracePt t="10772" x="7242175" y="7381875"/>
          <p14:tracePt t="10788" x="7324725" y="7392988"/>
          <p14:tracePt t="10804" x="7383463" y="7405688"/>
          <p14:tracePt t="10824" x="7478713" y="7429500"/>
          <p14:tracePt t="10837" x="7548563" y="7440613"/>
          <p14:tracePt t="10854" x="7596188" y="7451725"/>
          <p14:tracePt t="10857" x="7631113" y="7451725"/>
          <p14:tracePt t="10871" x="7654925" y="7451725"/>
          <p14:tracePt t="10887" x="7691438" y="7451725"/>
          <p14:tracePt t="10904" x="7750175" y="7451725"/>
          <p14:tracePt t="10920" x="7761288" y="7451725"/>
          <p14:tracePt t="10954" x="7808913" y="7451725"/>
          <p14:tracePt t="10970" x="7821613" y="7440613"/>
          <p14:tracePt t="11003" x="7808913" y="7440613"/>
          <p14:tracePt t="11021" x="7678738" y="7440613"/>
          <p14:tracePt t="11025" x="7537450" y="7440613"/>
          <p14:tracePt t="11038" x="7112000" y="7464425"/>
          <p14:tracePt t="11055" x="6638925" y="7475538"/>
          <p14:tracePt t="11057" x="6450013" y="7475538"/>
          <p14:tracePt t="11071" x="6167438" y="7475538"/>
          <p14:tracePt t="11086" x="5835650" y="7475538"/>
          <p14:tracePt t="11104" x="5505450" y="7451725"/>
          <p14:tracePt t="11121" x="5186363" y="7416800"/>
          <p14:tracePt t="11137" x="5068888" y="7392988"/>
          <p14:tracePt t="11153" x="5008563" y="7369175"/>
          <p14:tracePt t="11154" x="4984750" y="7358063"/>
          <p14:tracePt t="11169" x="4949825" y="7334250"/>
          <p14:tracePt t="11186" x="4926013" y="7310438"/>
          <p14:tracePt t="11203" x="4914900" y="7286625"/>
          <p14:tracePt t="11219" x="4914900" y="7262813"/>
          <p14:tracePt t="11237" x="5045075" y="7192963"/>
          <p14:tracePt t="11253" x="5292725" y="7121525"/>
          <p14:tracePt t="11271" x="5611813" y="7062788"/>
          <p14:tracePt t="11275" x="5753100" y="7027863"/>
          <p14:tracePt t="11287" x="6048375" y="6980238"/>
          <p14:tracePt t="11303" x="6308725" y="6945313"/>
          <p14:tracePt t="11322" x="6769100" y="6861175"/>
          <p14:tracePt t="11337" x="6923088" y="6850063"/>
          <p14:tracePt t="11338" x="7064375" y="6850063"/>
          <p14:tracePt t="11353" x="7300913" y="6850063"/>
          <p14:tracePt t="11370" x="7572375" y="6850063"/>
          <p14:tracePt t="11387" x="7678738" y="6861175"/>
          <p14:tracePt t="11403" x="7750175" y="6884988"/>
          <p14:tracePt t="11404" x="7785100" y="6897688"/>
          <p14:tracePt t="11421" x="7856538" y="6921500"/>
          <p14:tracePt t="11437" x="7880350" y="6945313"/>
          <p14:tracePt t="11441" x="7904163" y="6967538"/>
          <p14:tracePt t="11470" x="7926388" y="7004050"/>
          <p14:tracePt t="11489" x="7926388" y="7038975"/>
          <p14:tracePt t="11521" x="7891463" y="7086600"/>
          <p14:tracePt t="11538" x="7821613" y="7134225"/>
          <p14:tracePt t="11554" x="7750175" y="7169150"/>
          <p14:tracePt t="11571" x="7596188" y="7240588"/>
          <p14:tracePt t="11576" x="7489825" y="7251700"/>
          <p14:tracePt t="11587" x="7218363" y="7299325"/>
          <p14:tracePt t="11603" x="6910388" y="7346950"/>
          <p14:tracePt t="11622" x="6545263" y="7358063"/>
          <p14:tracePt t="11637" x="6380163" y="7358063"/>
          <p14:tracePt t="11654" x="6273800" y="7358063"/>
          <p14:tracePt t="11671" x="6202363" y="7358063"/>
          <p14:tracePt t="11687" x="6178550" y="7358063"/>
          <p14:tracePt t="11689" x="6167438" y="7358063"/>
          <p14:tracePt t="11704" x="6143625" y="7358063"/>
          <p14:tracePt t="11721" x="6119813" y="7358063"/>
          <p14:tracePt t="12064" x="6249988" y="7358063"/>
          <p14:tracePt t="12080" x="6699250" y="7358063"/>
          <p14:tracePt t="12113" x="7524750" y="7323138"/>
          <p14:tracePt t="12130" x="7750175" y="7286625"/>
          <p14:tracePt t="12146" x="7962900" y="7251700"/>
          <p14:tracePt t="12147" x="8069263" y="7240588"/>
          <p14:tracePt t="12162" x="8245475" y="7204075"/>
          <p14:tracePt t="12179" x="8388350" y="7192963"/>
          <p14:tracePt t="12195" x="8577263" y="7180263"/>
          <p14:tracePt t="12212" x="8718550" y="7180263"/>
          <p14:tracePt t="12229" x="8848725" y="7180263"/>
          <p14:tracePt t="12246" x="8990013" y="7192963"/>
          <p14:tracePt t="12262" x="9085263" y="7204075"/>
          <p14:tracePt t="12279" x="9226550" y="7216775"/>
          <p14:tracePt t="12296" x="9332913" y="7216775"/>
          <p14:tracePt t="12313" x="9439275" y="7240588"/>
          <p14:tracePt t="12313" x="9498013" y="7240588"/>
          <p14:tracePt t="12329" x="9580563" y="7240588"/>
          <p14:tracePt t="12347" x="9686925" y="7240588"/>
          <p14:tracePt t="12364" x="9888538" y="7240588"/>
          <p14:tracePt t="12380" x="10064750" y="7227888"/>
          <p14:tracePt t="12397" x="10171113" y="7227888"/>
          <p14:tracePt t="12400" x="10207625" y="7227888"/>
          <p14:tracePt t="12414" x="10277475" y="7227888"/>
          <p14:tracePt t="12431" x="10325100" y="7227888"/>
          <p14:tracePt t="12433" x="10348913" y="7227888"/>
          <p14:tracePt t="12448" x="10383838" y="7227888"/>
          <p14:tracePt t="12464" x="10420350" y="7227888"/>
          <p14:tracePt t="12482" x="10431463" y="7227888"/>
          <p14:tracePt t="12846" x="10526713" y="7227888"/>
          <p14:tracePt t="12861" x="10596563" y="7227888"/>
          <p14:tracePt t="12893" x="10798175" y="7227888"/>
          <p14:tracePt t="12910" x="10891838" y="7227888"/>
          <p14:tracePt t="12926" x="11010900" y="7216775"/>
          <p14:tracePt t="12943" x="11069638" y="7216775"/>
          <p14:tracePt t="12961" x="11128375" y="7216775"/>
          <p14:tracePt t="12977" x="11141075" y="7216775"/>
          <p14:tracePt t="12994" x="11164888" y="7216775"/>
          <p14:tracePt t="12996" x="11176000" y="7216775"/>
          <p14:tracePt t="13010" x="11187113" y="7227888"/>
          <p14:tracePt t="13043" x="11199813" y="7227888"/>
          <p14:tracePt t="13077" x="11199813" y="7240588"/>
          <p14:tracePt t="13174" x="11199813" y="7251700"/>
          <p14:tracePt t="13205" x="11199813" y="7262813"/>
          <p14:tracePt t="13346" x="11199813" y="7251700"/>
          <p14:tracePt t="13440" x="11187113" y="7262813"/>
          <p14:tracePt t="13460" x="11152188" y="7299325"/>
          <p14:tracePt t="13477" x="11141075" y="7323138"/>
          <p14:tracePt t="13510" x="11128375" y="7346950"/>
          <p14:tracePt t="13529" x="11117263" y="7358063"/>
          <p14:tracePt t="13596" x="11117263" y="7369175"/>
          <p14:tracePt t="13628" x="11117263" y="7381875"/>
          <p14:tracePt t="13705" x="11117263" y="7392988"/>
          <p14:tracePt t="13768" x="11104563" y="7405688"/>
          <p14:tracePt t="13785" x="11093450" y="7416800"/>
          <p14:tracePt t="13809" x="11069638" y="7440613"/>
          <p14:tracePt t="13827" x="11034713" y="7451725"/>
          <p14:tracePt t="13829" x="11022013" y="7451725"/>
          <p14:tracePt t="13844" x="10963275" y="7464425"/>
          <p14:tracePt t="13860" x="10891838" y="7464425"/>
          <p14:tracePt t="13878" x="10774363" y="7464425"/>
          <p14:tracePt t="13894" x="10715625" y="7451725"/>
          <p14:tracePt t="13911" x="10668000" y="7440613"/>
          <p14:tracePt t="13914" x="10644188" y="7440613"/>
          <p14:tracePt t="13927" x="10620375" y="7429500"/>
          <p14:tracePt t="13943" x="10596563" y="7416800"/>
          <p14:tracePt t="13960" x="10585450" y="7405688"/>
          <p14:tracePt t="13977" x="10572750" y="7405688"/>
          <p14:tracePt t="13993" x="10561638" y="7405688"/>
          <p14:tracePt t="14011" x="10550525" y="7416800"/>
          <p14:tracePt t="14027" x="10537825" y="7429500"/>
          <p14:tracePt t="14031" x="10526713" y="7429500"/>
          <p14:tracePt t="14061" x="10490200" y="7464425"/>
          <p14:tracePt t="14077" x="10431463" y="7475538"/>
          <p14:tracePt t="14080" x="10407650" y="7475538"/>
          <p14:tracePt t="14094" x="10361613" y="7488238"/>
          <p14:tracePt t="14109" x="10325100" y="7499350"/>
          <p14:tracePt t="14128" x="10290175" y="7512050"/>
          <p14:tracePt t="14144" x="10255250" y="7523163"/>
          <p14:tracePt t="14161" x="10207625" y="7523163"/>
          <p14:tracePt t="14177" x="10136188" y="7535863"/>
          <p14:tracePt t="14193" x="10077450" y="7546975"/>
          <p14:tracePt t="14211" x="9971088" y="7558088"/>
          <p14:tracePt t="14227" x="9899650" y="7570788"/>
          <p14:tracePt t="14243" x="9853613" y="7581900"/>
          <p14:tracePt t="14246" x="9829800" y="7594600"/>
          <p14:tracePt t="14259" x="9769475" y="7605713"/>
          <p14:tracePt t="14276" x="9710738" y="7629525"/>
          <p14:tracePt t="14295" x="9593263" y="7677150"/>
          <p14:tracePt t="14311" x="9510713" y="7700963"/>
          <p14:tracePt t="14328" x="9450388" y="7712075"/>
          <p14:tracePt t="14329" x="9415463" y="7724775"/>
          <p14:tracePt t="14344" x="9345613" y="7747000"/>
          <p14:tracePt t="14360" x="9297988" y="7770813"/>
          <p14:tracePt t="14377" x="9226550" y="7807325"/>
          <p14:tracePt t="14394" x="9167813" y="7818438"/>
          <p14:tracePt t="14410" x="9132888" y="7842250"/>
          <p14:tracePt t="14414" x="9109075" y="7853363"/>
          <p14:tracePt t="14427" x="9061450" y="7866063"/>
          <p14:tracePt t="14444" x="9026525" y="7877175"/>
          <p14:tracePt t="14461" x="8978900" y="7877175"/>
          <p14:tracePt t="14477" x="8955088" y="7877175"/>
          <p14:tracePt t="14494" x="8931275" y="7877175"/>
          <p14:tracePt t="14862" x="8824913" y="7877175"/>
          <p14:tracePt t="14877" x="8494713" y="7877175"/>
          <p14:tracePt t="14904" x="8056563" y="7853363"/>
          <p14:tracePt t="14920" x="7832725" y="7842250"/>
          <p14:tracePt t="14938" x="7643813" y="7842250"/>
          <p14:tracePt t="14941" x="7524750" y="7842250"/>
          <p14:tracePt t="14953" x="7324725" y="7866063"/>
          <p14:tracePt t="14970" x="7170738" y="7877175"/>
          <p14:tracePt t="14987" x="7064375" y="7877175"/>
          <p14:tracePt t="14989" x="7016750" y="7877175"/>
          <p14:tracePt t="15003" x="6981825" y="7889875"/>
          <p14:tracePt t="15004" x="6934200" y="7889875"/>
          <p14:tracePt t="15021" x="6840538" y="7913688"/>
          <p14:tracePt t="15025" x="6805613" y="7935913"/>
          <p14:tracePt t="15039" x="6757988" y="7948613"/>
          <p14:tracePt t="15055" x="6699250" y="7972425"/>
          <p14:tracePt t="15071" x="6651625" y="7996238"/>
          <p14:tracePt t="15074" x="6627813" y="8007350"/>
          <p14:tracePt t="15088" x="6556375" y="8031163"/>
          <p14:tracePt t="15105" x="6486525" y="8054975"/>
          <p14:tracePt t="15106" x="6438900" y="8066088"/>
          <p14:tracePt t="15121" x="6367463" y="8078788"/>
          <p14:tracePt t="15138" x="6284913" y="8089900"/>
          <p14:tracePt t="15154" x="6237288" y="8102600"/>
          <p14:tracePt t="15155" x="6226175" y="8102600"/>
          <p14:tracePt t="15169" x="6191250" y="8102600"/>
          <p14:tracePt t="15187" x="6154738" y="8102600"/>
          <p14:tracePt t="15204" x="6130925" y="8102600"/>
          <p14:tracePt t="15219" x="6119813" y="8102600"/>
          <p14:tracePt t="15236" x="6107113" y="8102600"/>
          <p14:tracePt t="15252" x="6084888" y="8102600"/>
          <p14:tracePt t="15270" x="6061075" y="8113713"/>
          <p14:tracePt t="15286" x="6048375" y="8113713"/>
          <p14:tracePt t="15287" x="6037263" y="8126413"/>
          <p14:tracePt t="15303" x="6000750" y="8137525"/>
          <p14:tracePt t="15321" x="5989638" y="8137525"/>
          <p14:tracePt t="15323" x="5965825" y="8137525"/>
          <p14:tracePt t="15338" x="5954713" y="8137525"/>
          <p14:tracePt t="15353" x="5930900" y="8137525"/>
          <p14:tracePt t="15369" x="5918200" y="8148638"/>
          <p14:tracePt t="15386" x="5907088" y="8148638"/>
          <p14:tracePt t="15402" x="5907088" y="8161338"/>
          <p14:tracePt t="15419" x="5894388" y="8172450"/>
          <p14:tracePt t="15436" x="5883275" y="8172450"/>
          <p14:tracePt t="15453" x="5859463" y="8172450"/>
          <p14:tracePt t="15486" x="5848350" y="8172450"/>
          <p14:tracePt t="15565" x="5835650" y="8172450"/>
          <p14:tracePt t="15689" x="5835650" y="8185150"/>
          <p14:tracePt t="15705" x="5835650" y="8196263"/>
          <p14:tracePt t="15736" x="5824538" y="8208963"/>
          <p14:tracePt t="15753" x="5824538" y="8231188"/>
          <p14:tracePt t="15770" x="5824538" y="8243888"/>
          <p14:tracePt t="15788" x="5824538" y="8255000"/>
          <p14:tracePt t="15805" x="5824538" y="8267700"/>
          <p14:tracePt t="15821" x="5811838" y="8267700"/>
          <p14:tracePt t="15838" x="5800725" y="8267700"/>
          <p14:tracePt t="15853" x="5789613" y="8267700"/>
          <p14:tracePt t="15870" x="5776913" y="8267700"/>
          <p14:tracePt t="15887" x="5765800" y="8267700"/>
          <p14:tracePt t="16003" x="5765800" y="8278813"/>
          <p14:tracePt t="16549" x="5659438" y="8278813"/>
          <p14:tracePt t="16567" x="5540375" y="8278813"/>
          <p14:tracePt t="16601" x="5446713" y="8278813"/>
          <p14:tracePt t="16620" x="5399088" y="8278813"/>
          <p14:tracePt t="16621" x="5375275" y="8278813"/>
          <p14:tracePt t="16635" x="5316538" y="8278813"/>
          <p14:tracePt t="16651" x="5257800" y="8278813"/>
          <p14:tracePt t="16669" x="5175250" y="8278813"/>
          <p14:tracePt t="16685" x="5091113" y="8278813"/>
          <p14:tracePt t="16702" x="5032375" y="8278813"/>
          <p14:tracePt t="16704" x="5008563" y="8278813"/>
          <p14:tracePt t="16719" x="4914900" y="8267700"/>
          <p14:tracePt t="16735" x="4832350" y="8267700"/>
          <p14:tracePt t="16752" x="4737100" y="8267700"/>
          <p14:tracePt t="16753" x="4678363" y="8255000"/>
          <p14:tracePt t="16769" x="4572000" y="8231188"/>
          <p14:tracePt t="16784" x="4465638" y="8220075"/>
          <p14:tracePt t="16802" x="4300538" y="8196263"/>
          <p14:tracePt t="16819" x="4205288" y="8185150"/>
          <p14:tracePt t="16835" x="4135438" y="8161338"/>
          <p14:tracePt t="16837" x="4087813" y="8137525"/>
          <p14:tracePt t="16852" x="4016375" y="8113713"/>
          <p14:tracePt t="16869" x="3933825" y="8102600"/>
          <p14:tracePt t="16870" x="3898900" y="8089900"/>
          <p14:tracePt t="16884" x="3816350" y="8066088"/>
          <p14:tracePt t="16902" x="3757613" y="8042275"/>
          <p14:tracePt t="16919" x="3686175" y="8020050"/>
          <p14:tracePt t="16935" x="3651250" y="8007350"/>
          <p14:tracePt t="16951" x="3627438" y="7996238"/>
          <p14:tracePt t="16968" x="3590925" y="7983538"/>
          <p14:tracePt t="16984" x="3556000" y="7972425"/>
          <p14:tracePt t="17001" x="3544888" y="7959725"/>
          <p14:tracePt t="17003" x="3532188" y="7959725"/>
          <p14:tracePt t="17019" x="3484563" y="7935913"/>
          <p14:tracePt t="17035" x="3438525" y="7889875"/>
          <p14:tracePt t="17054" x="3354388" y="7842250"/>
          <p14:tracePt t="17070" x="3295650" y="7794625"/>
          <p14:tracePt t="17074" x="3271838" y="7783513"/>
          <p14:tracePt t="17084" x="3260725" y="7770813"/>
          <p14:tracePt t="17086" x="3236913" y="7747000"/>
          <p14:tracePt t="17104" x="3201988" y="7724775"/>
          <p14:tracePt t="17118" x="3165475" y="7700963"/>
          <p14:tracePt t="17137" x="3143250" y="7677150"/>
          <p14:tracePt t="17152" x="3119438" y="7664450"/>
          <p14:tracePt t="17169" x="3095625" y="7653338"/>
          <p14:tracePt t="17185" x="3095625" y="7642225"/>
          <p14:tracePt t="17202" x="3082925" y="7642225"/>
          <p14:tracePt t="17268" x="3130550" y="7642225"/>
          <p14:tracePt t="17284" x="3213100" y="7642225"/>
          <p14:tracePt t="17300" x="3425825" y="7642225"/>
          <p14:tracePt t="17317" x="3638550" y="7642225"/>
          <p14:tracePt t="17334" x="3816350" y="7642225"/>
          <p14:tracePt t="17351" x="4098925" y="7629525"/>
          <p14:tracePt t="17369" x="4300538" y="7605713"/>
          <p14:tracePt t="17370" x="4394200" y="7605713"/>
          <p14:tracePt t="17385" x="4560888" y="7605713"/>
          <p14:tracePt t="17401" x="4737100" y="7594600"/>
          <p14:tracePt t="17418" x="4914900" y="7581900"/>
          <p14:tracePt t="17421" x="4984750" y="7570788"/>
          <p14:tracePt t="17434" x="5162550" y="7546975"/>
          <p14:tracePt t="17453" x="5316538" y="7535863"/>
          <p14:tracePt t="17456" x="5386388" y="7535863"/>
          <p14:tracePt t="17469" x="5505450" y="7535863"/>
          <p14:tracePt t="17486" x="5635625" y="7535863"/>
          <p14:tracePt t="17502" x="5741988" y="7535863"/>
          <p14:tracePt t="17505" x="5789613" y="7535863"/>
          <p14:tracePt t="17519" x="5872163" y="7546975"/>
          <p14:tracePt t="17536" x="5930900" y="7558088"/>
          <p14:tracePt t="17554" x="6000750" y="7570788"/>
          <p14:tracePt t="17569" x="6037263" y="7570788"/>
          <p14:tracePt t="17585" x="6061075" y="7570788"/>
          <p14:tracePt t="17588" x="6072188" y="7570788"/>
          <p14:tracePt t="17602" x="6119813" y="7570788"/>
          <p14:tracePt t="17618" x="6154738" y="7570788"/>
          <p14:tracePt t="17636" x="6226175" y="7581900"/>
          <p14:tracePt t="17651" x="6273800" y="7594600"/>
          <p14:tracePt t="17669" x="6332538" y="7605713"/>
          <p14:tracePt t="17684" x="6367463" y="7605713"/>
          <p14:tracePt t="17701" x="6391275" y="7605713"/>
          <p14:tracePt t="17720" x="6415088" y="7605713"/>
          <p14:tracePt t="17725" x="6426200" y="7605713"/>
          <p14:tracePt t="18095" x="5894388" y="7653338"/>
          <p14:tracePt t="18111" x="5446713" y="7712075"/>
          <p14:tracePt t="18128" x="4878388" y="7770813"/>
          <p14:tracePt t="18144" x="4560888" y="7831138"/>
          <p14:tracePt t="18163" x="4241800" y="7900988"/>
          <p14:tracePt t="18178" x="4111625" y="7913688"/>
          <p14:tracePt t="18196" x="4005263" y="7935913"/>
          <p14:tracePt t="18198" x="3922713" y="7948613"/>
          <p14:tracePt t="18215" x="3803650" y="7972425"/>
          <p14:tracePt t="18230" x="3673475" y="7983538"/>
          <p14:tracePt t="18234" x="3590925" y="7996238"/>
          <p14:tracePt t="18245" x="3521075" y="7996238"/>
          <p14:tracePt t="18247" x="3473450" y="8007350"/>
          <p14:tracePt t="18261" x="3319463" y="8031163"/>
          <p14:tracePt t="18278" x="3165475" y="8031163"/>
          <p14:tracePt t="18295" x="3013075" y="8031163"/>
          <p14:tracePt t="18311" x="2965450" y="8031163"/>
          <p14:tracePt t="18330" x="2906713" y="8031163"/>
          <p14:tracePt t="18345" x="2894013" y="8031163"/>
          <p14:tracePt t="18361" x="2870200" y="8031163"/>
          <p14:tracePt t="18378" x="2846388" y="8031163"/>
          <p14:tracePt t="18394" x="2835275" y="8031163"/>
          <p14:tracePt t="18413" x="2824163" y="8042275"/>
          <p14:tracePt t="18427" x="2824163" y="8066088"/>
          <p14:tracePt t="18444" x="2811463" y="8078788"/>
          <p14:tracePt t="18461" x="2800350" y="8102600"/>
          <p14:tracePt t="18477" x="2787650" y="8102600"/>
          <p14:tracePt t="18494" x="2776538" y="8113713"/>
          <p14:tracePt t="18511" x="2763838" y="8126413"/>
          <p14:tracePt t="18528" x="2752725" y="8137525"/>
          <p14:tracePt t="18545" x="2752725" y="8148638"/>
          <p14:tracePt t="18644" x="2752725" y="8137525"/>
          <p14:tracePt t="18661" x="2752725" y="8126413"/>
          <p14:tracePt t="18721" x="2763838" y="8126413"/>
          <p14:tracePt t="18737" x="2787650" y="8126413"/>
          <p14:tracePt t="18760" x="2846388" y="8126413"/>
          <p14:tracePt t="18778" x="2870200" y="8126413"/>
          <p14:tracePt t="18794" x="2906713" y="8137525"/>
          <p14:tracePt t="18811" x="2930525" y="8148638"/>
          <p14:tracePt t="18827" x="2989263" y="8148638"/>
          <p14:tracePt t="18843" x="3071813" y="8148638"/>
          <p14:tracePt t="18862" x="3143250" y="8148638"/>
          <p14:tracePt t="18878" x="3260725" y="8148638"/>
          <p14:tracePt t="18893" x="3308350" y="8148638"/>
          <p14:tracePt t="18910" x="3354388" y="8148638"/>
          <p14:tracePt t="18928" x="3378200" y="8148638"/>
          <p14:tracePt t="18944" x="3402013" y="8137525"/>
          <p14:tracePt t="18961" x="3425825" y="8137525"/>
          <p14:tracePt t="18994" x="3449638" y="8126413"/>
          <p14:tracePt t="19010" x="3508375" y="8126413"/>
          <p14:tracePt t="19027" x="3590925" y="8113713"/>
          <p14:tracePt t="19043" x="3686175" y="8113713"/>
          <p14:tracePt t="19044" x="3733800" y="8113713"/>
          <p14:tracePt t="19060" x="3840163" y="8113713"/>
          <p14:tracePt t="19078" x="3933825" y="8113713"/>
          <p14:tracePt t="19094" x="4052888" y="8113713"/>
          <p14:tracePt t="19111" x="4087813" y="8126413"/>
          <p14:tracePt t="19129" x="4146550" y="8137525"/>
          <p14:tracePt t="19144" x="4170363" y="8148638"/>
          <p14:tracePt t="19163" x="4181475" y="8148638"/>
          <p14:tracePt t="19196" x="4205288" y="8148638"/>
          <p14:tracePt t="19229" x="4217988" y="8148638"/>
          <p14:tracePt t="19261" x="4241800" y="8148638"/>
          <p14:tracePt t="19278" x="4241800" y="8161338"/>
          <p14:tracePt t="19312" x="4252913" y="8161338"/>
          <p14:tracePt t="19344" x="4265613" y="8161338"/>
          <p14:tracePt t="19360" x="4311650" y="8161338"/>
          <p14:tracePt t="19377" x="4406900" y="8161338"/>
          <p14:tracePt t="19394" x="4454525" y="8161338"/>
          <p14:tracePt t="19412" x="4500563" y="8161338"/>
          <p14:tracePt t="19414" x="4524375" y="8161338"/>
          <p14:tracePt t="19428" x="4560888" y="8161338"/>
          <p14:tracePt t="19445" x="4572000" y="8161338"/>
          <p14:tracePt t="19480" x="4595813" y="8161338"/>
          <p14:tracePt t="19495" x="4606925" y="8161338"/>
          <p14:tracePt t="19658" x="4619625" y="8161338"/>
          <p14:tracePt t="19678" x="4643438" y="8172450"/>
          <p14:tracePt t="19697" x="4667250" y="8172450"/>
          <p14:tracePt t="19698" x="4678363" y="8185150"/>
          <p14:tracePt t="19711" x="4702175" y="8196263"/>
          <p14:tracePt t="19728" x="4725988" y="8208963"/>
          <p14:tracePt t="19761" x="4749800" y="8208963"/>
          <p14:tracePt t="19795" x="4760913" y="8208963"/>
          <p14:tracePt t="19878" x="4773613" y="8208963"/>
          <p14:tracePt t="19908" x="4784725" y="8208963"/>
          <p14:tracePt t="19929" x="4795838" y="8208963"/>
          <p14:tracePt t="19945" x="4795838" y="8220075"/>
          <p14:tracePt t="19962" x="4808538" y="8231188"/>
          <p14:tracePt t="20501" x="4795838" y="8231188"/>
          <p14:tracePt t="20519" x="4773613" y="8231188"/>
          <p14:tracePt t="20553" x="4749800" y="8231188"/>
          <p14:tracePt t="20571" x="4737100" y="8231188"/>
          <p14:tracePt t="21018" x="4702175" y="8231188"/>
          <p14:tracePt t="21033" x="4654550" y="8231188"/>
          <p14:tracePt t="21061" x="4595813" y="8231188"/>
          <p14:tracePt t="21080" x="4560888" y="8231188"/>
          <p14:tracePt t="21095" x="4537075" y="8231188"/>
          <p14:tracePt t="21112" x="4524375" y="8231188"/>
          <p14:tracePt t="21130" x="4465638" y="8255000"/>
          <p14:tracePt t="21146" x="4406900" y="8278813"/>
          <p14:tracePt t="21163" x="4324350" y="8302625"/>
          <p14:tracePt t="21164" x="4287838" y="8302625"/>
          <p14:tracePt t="21179" x="4194175" y="8315325"/>
          <p14:tracePt t="21195" x="4098925" y="8315325"/>
          <p14:tracePt t="21197" x="4029075" y="8315325"/>
          <p14:tracePt t="21212" x="3875088" y="8278813"/>
          <p14:tracePt t="21230" x="3697288" y="8231188"/>
          <p14:tracePt t="21246" x="3544888" y="8185150"/>
          <p14:tracePt t="21247" x="3484563" y="8148638"/>
          <p14:tracePt t="21262" x="3367088" y="8113713"/>
          <p14:tracePt t="21280" x="3308350" y="8066088"/>
          <p14:tracePt t="21295" x="3249613" y="8042275"/>
          <p14:tracePt t="21312" x="3225800" y="8031163"/>
          <p14:tracePt t="21329" x="3201988" y="8020050"/>
          <p14:tracePt t="21362" x="3189288" y="8020050"/>
          <p14:tracePt t="21394" x="3249613" y="8007350"/>
          <p14:tracePt t="21412" x="3367088" y="7959725"/>
          <p14:tracePt t="21412" x="3473450" y="7935913"/>
          <p14:tracePt t="21429" x="3709988" y="7877175"/>
          <p14:tracePt t="21444" x="3957638" y="7831138"/>
          <p14:tracePt t="21461" x="4135438" y="7770813"/>
          <p14:tracePt t="21463" x="4194175" y="7770813"/>
          <p14:tracePt t="21478" x="4348163" y="7747000"/>
          <p14:tracePt t="21496" x="4465638" y="7747000"/>
          <p14:tracePt t="21499" x="4548188" y="7747000"/>
          <p14:tracePt t="21513" x="4654550" y="7759700"/>
          <p14:tracePt t="21529" x="4725988" y="7794625"/>
          <p14:tracePt t="21536" x="4773613" y="7807325"/>
          <p14:tracePt t="21546" x="4832350" y="7842250"/>
          <p14:tracePt t="21562" x="4878388" y="7877175"/>
          <p14:tracePt t="21580" x="4926013" y="7913688"/>
          <p14:tracePt t="21595" x="4938713" y="7924800"/>
          <p14:tracePt t="21614" x="4949825" y="7935913"/>
          <p14:tracePt t="21615" x="4949825" y="7948613"/>
          <p14:tracePt t="21630" x="4962525" y="7972425"/>
          <p14:tracePt t="21645" x="4962525" y="7996238"/>
          <p14:tracePt t="21663" x="4962525" y="8007350"/>
          <p14:tracePt t="21664" x="4962525" y="8020050"/>
          <p14:tracePt t="21695" x="4962525" y="8031163"/>
          <p14:tracePt t="22033" x="5045075" y="8031163"/>
          <p14:tracePt t="22049" x="5316538" y="8031163"/>
          <p14:tracePt t="22083" x="5918200" y="7996238"/>
          <p14:tracePt t="22098" x="6107113" y="7972425"/>
          <p14:tracePt t="22113" x="6237288" y="7959725"/>
          <p14:tracePt t="22114" x="6273800" y="7959725"/>
          <p14:tracePt t="22130" x="6332538" y="7959725"/>
          <p14:tracePt t="22147" x="6367463" y="7959725"/>
          <p14:tracePt t="22165" x="6426200" y="7959725"/>
          <p14:tracePt t="22181" x="6438900" y="7959725"/>
          <p14:tracePt t="22197" x="6462713" y="7959725"/>
          <p14:tracePt t="22198" x="6473825" y="7959725"/>
          <p14:tracePt t="22213" x="6486525" y="7959725"/>
          <p14:tracePt t="22248" x="6508750" y="7959725"/>
          <p14:tracePt t="22264" x="6508750" y="7948613"/>
          <p14:tracePt t="22281" x="6545263" y="7935913"/>
          <p14:tracePt t="22297" x="6580188" y="7935913"/>
          <p14:tracePt t="22313" x="6592888" y="7935913"/>
          <p14:tracePt t="22330" x="6651625" y="7935913"/>
          <p14:tracePt t="22347" x="6699250" y="7935913"/>
          <p14:tracePt t="22364" x="6734175" y="7935913"/>
          <p14:tracePt t="22380" x="6769100" y="7935913"/>
          <p14:tracePt t="22398" x="6805613" y="7935913"/>
          <p14:tracePt t="22413" x="6840538" y="7935913"/>
          <p14:tracePt t="22430" x="6851650" y="7935913"/>
          <p14:tracePt t="22448" x="6875463" y="7935913"/>
          <p14:tracePt t="22464" x="6888163" y="7935913"/>
          <p14:tracePt t="22481" x="6923088" y="7935913"/>
          <p14:tracePt t="22497" x="6994525" y="7935913"/>
          <p14:tracePt t="22513" x="7053263" y="7948613"/>
          <p14:tracePt t="22530" x="7088188" y="7959725"/>
          <p14:tracePt t="22531" x="7100888" y="7959725"/>
          <p14:tracePt t="22546" x="7112000" y="7959725"/>
          <p14:tracePt t="22564" x="7135813" y="7959725"/>
          <p14:tracePt t="22598" x="7159625" y="7959725"/>
          <p14:tracePt t="22633" x="7170738" y="7983538"/>
          <p14:tracePt t="22665" x="7194550" y="7996238"/>
          <p14:tracePt t="22682" x="7218363" y="7996238"/>
          <p14:tracePt t="22699" x="7242175" y="8007350"/>
          <p14:tracePt t="22714" x="7253288" y="8020050"/>
          <p14:tracePt t="22731" x="7265988" y="8020050"/>
          <p14:tracePt t="22748" x="7277100" y="8020050"/>
          <p14:tracePt t="22765" x="7289800" y="8020050"/>
          <p14:tracePt t="22799" x="7300913" y="8020050"/>
          <p14:tracePt t="22815" x="7313613" y="8020050"/>
          <p14:tracePt t="22817" x="7324725" y="8020050"/>
          <p14:tracePt t="22833" x="7359650" y="8020050"/>
          <p14:tracePt t="22848" x="7396163" y="8031163"/>
          <p14:tracePt t="22852" x="7418388" y="8042275"/>
          <p14:tracePt t="22864" x="7431088" y="8042275"/>
          <p14:tracePt t="22867" x="7442200" y="8042275"/>
          <p14:tracePt t="22883" x="7478713" y="8042275"/>
          <p14:tracePt t="22898" x="7502525" y="8042275"/>
          <p14:tracePt t="22900" x="7513638" y="8042275"/>
          <p14:tracePt t="22932" x="7524750" y="8042275"/>
          <p14:tracePt t="22949" x="7537450" y="8042275"/>
          <p14:tracePt t="23034" x="7548563" y="8042275"/>
          <p14:tracePt t="23049" x="7585075" y="8042275"/>
          <p14:tracePt t="23083" x="7737475" y="8054975"/>
          <p14:tracePt t="23097" x="7797800" y="8054975"/>
          <p14:tracePt t="23115" x="7856538" y="8054975"/>
          <p14:tracePt t="23131" x="7867650" y="8054975"/>
          <p14:tracePt t="23150" x="7926388" y="8054975"/>
          <p14:tracePt t="23165" x="7974013" y="8054975"/>
          <p14:tracePt t="23181" x="8021638" y="8054975"/>
          <p14:tracePt t="23200" x="8080375" y="8054975"/>
          <p14:tracePt t="23214" x="8116888" y="8066088"/>
          <p14:tracePt t="23234" x="8151813" y="8066088"/>
          <p14:tracePt t="23265" x="8199438" y="8066088"/>
          <p14:tracePt t="23282" x="8281988" y="8066088"/>
          <p14:tracePt t="23298" x="8329613" y="8066088"/>
          <p14:tracePt t="23315" x="8375650" y="8078788"/>
          <p14:tracePt t="23316" x="8388350" y="8078788"/>
          <p14:tracePt t="23332" x="8423275" y="8078788"/>
          <p14:tracePt t="23348" x="8470900" y="8089900"/>
          <p14:tracePt t="23365" x="8505825" y="8089900"/>
          <p14:tracePt t="23366" x="8529638" y="8089900"/>
          <p14:tracePt t="23382" x="8553450" y="8089900"/>
          <p14:tracePt t="23399" x="8588375" y="8089900"/>
          <p14:tracePt t="23402" x="8612188" y="8102600"/>
          <p14:tracePt t="23414" x="8647113" y="8102600"/>
          <p14:tracePt t="23430" x="8659813" y="8113713"/>
          <p14:tracePt t="23721" x="8753475" y="8113713"/>
          <p14:tracePt t="23736" x="9013825" y="8089900"/>
          <p14:tracePt t="23764" x="9367838" y="8054975"/>
          <p14:tracePt t="23782" x="9463088" y="8042275"/>
          <p14:tracePt t="23798" x="9510713" y="8042275"/>
          <p14:tracePt t="23815" x="9534525" y="8042275"/>
          <p14:tracePt t="23833" x="9556750" y="8042275"/>
          <p14:tracePt t="23849" x="9580563" y="8042275"/>
          <p14:tracePt t="23865" x="9593263" y="8042275"/>
          <p14:tracePt t="23881" x="9604375" y="8054975"/>
          <p14:tracePt t="23915" x="9604375" y="8066088"/>
          <p14:tracePt t="23931" x="9593263" y="8078788"/>
          <p14:tracePt t="23936" x="9569450" y="8078788"/>
          <p14:tracePt t="23947" x="9545638" y="8078788"/>
          <p14:tracePt t="23949" x="9521825" y="8078788"/>
          <p14:tracePt t="23964" x="9428163" y="8078788"/>
          <p14:tracePt t="23981" x="9321800" y="8113713"/>
          <p14:tracePt t="23984" x="9250363" y="8113713"/>
          <p14:tracePt t="23997" x="8931275" y="8148638"/>
          <p14:tracePt t="24014" x="8505825" y="8172450"/>
          <p14:tracePt t="24032" x="7904163" y="8172450"/>
          <p14:tracePt t="24047" x="7596188" y="8172450"/>
          <p14:tracePt t="24065" x="7372350" y="8172450"/>
          <p14:tracePt t="24067" x="7277100" y="8172450"/>
          <p14:tracePt t="24081" x="7135813" y="8161338"/>
          <p14:tracePt t="24098" x="7053263" y="8137525"/>
          <p14:tracePt t="24113" x="6994525" y="8113713"/>
          <p14:tracePt t="24116" x="6970713" y="8113713"/>
          <p14:tracePt t="24131" x="6934200" y="8102600"/>
          <p14:tracePt t="24148" x="6910388" y="8078788"/>
          <p14:tracePt t="24151" x="6899275" y="8066088"/>
          <p14:tracePt t="24181" x="6888163" y="8042275"/>
          <p14:tracePt t="24199" x="6899275" y="8007350"/>
          <p14:tracePt t="24214" x="6946900" y="7996238"/>
          <p14:tracePt t="24231" x="7029450" y="7959725"/>
          <p14:tracePt t="24234" x="7100888" y="7959725"/>
          <p14:tracePt t="24249" x="7277100" y="7913688"/>
          <p14:tracePt t="24265" x="7524750" y="7853363"/>
          <p14:tracePt t="24281" x="7891463" y="7807325"/>
          <p14:tracePt t="24283" x="8080375" y="7783513"/>
          <p14:tracePt t="24298" x="8388350" y="7747000"/>
          <p14:tracePt t="24314" x="8683625" y="7712075"/>
          <p14:tracePt t="24332" x="9085263" y="7712075"/>
          <p14:tracePt t="24347" x="9274175" y="7712075"/>
          <p14:tracePt t="24364" x="9415463" y="7712075"/>
          <p14:tracePt t="24366" x="9498013" y="7712075"/>
          <p14:tracePt t="24381" x="9640888" y="7712075"/>
          <p14:tracePt t="24399" x="9793288" y="7712075"/>
          <p14:tracePt t="24401" x="9864725" y="7712075"/>
          <p14:tracePt t="24414" x="9971088" y="7712075"/>
          <p14:tracePt t="24430" x="10042525" y="7724775"/>
          <p14:tracePt t="24449" x="10112375" y="7747000"/>
          <p14:tracePt t="24464" x="10136188" y="7770813"/>
          <p14:tracePt t="24482" x="10148888" y="7783513"/>
          <p14:tracePt t="24498" x="10148888" y="7794625"/>
          <p14:tracePt t="24500" x="10148888" y="7807325"/>
          <p14:tracePt t="24514" x="10148888" y="7818438"/>
          <p14:tracePt t="24531" x="10136188" y="7831138"/>
          <p14:tracePt t="24548" x="10136188" y="7842250"/>
          <p14:tracePt t="24564" x="10112375" y="7853363"/>
          <p14:tracePt t="24584" x="10053638" y="7877175"/>
          <p14:tracePt t="24598" x="9936163" y="7900988"/>
          <p14:tracePt t="24614" x="9782175" y="7924800"/>
          <p14:tracePt t="24616" x="9686925" y="7924800"/>
          <p14:tracePt t="24630" x="9534525" y="7959725"/>
          <p14:tracePt t="24647" x="9428163" y="7972425"/>
          <p14:tracePt t="24663" x="9297988" y="7983538"/>
          <p14:tracePt t="24680" x="9239250" y="7996238"/>
          <p14:tracePt t="24697" x="9178925" y="7996238"/>
          <p14:tracePt t="24713" x="9096375" y="7996238"/>
          <p14:tracePt t="24731" x="9061450" y="7996238"/>
          <p14:tracePt t="25034" x="9120188" y="7996238"/>
          <p14:tracePt t="25049" x="9345613" y="7996238"/>
          <p14:tracePt t="25067" x="9556750" y="7996238"/>
          <p14:tracePt t="25084" x="9652000" y="7996238"/>
          <p14:tracePt t="25100" x="9734550" y="7983538"/>
          <p14:tracePt t="25117" x="9840913" y="7983538"/>
          <p14:tracePt t="25132" x="9923463" y="7983538"/>
          <p14:tracePt t="25149" x="9982200" y="7983538"/>
          <p14:tracePt t="25149" x="10006013" y="7983538"/>
          <p14:tracePt t="25165" x="10053638" y="7983538"/>
          <p14:tracePt t="25182" x="10088563" y="7983538"/>
          <p14:tracePt t="25199" x="10148888" y="7983538"/>
          <p14:tracePt t="25215" x="10183813" y="7983538"/>
          <p14:tracePt t="25232" x="10194925" y="7983538"/>
          <p14:tracePt t="25233" x="10207625" y="7983538"/>
          <p14:tracePt t="25249" x="10218738" y="7983538"/>
          <p14:tracePt t="25266" x="10231438" y="7983538"/>
          <p14:tracePt t="25283" x="10242550" y="7983538"/>
          <p14:tracePt t="25317" x="10266363" y="7983538"/>
          <p14:tracePt t="25350" x="10277475" y="7996238"/>
          <p14:tracePt t="25367" x="10290175" y="7996238"/>
          <p14:tracePt t="25401" x="10301288" y="7996238"/>
          <p14:tracePt t="25417" x="10313988" y="7996238"/>
          <p14:tracePt t="25435" x="10337800" y="8007350"/>
          <p14:tracePt t="25466" x="10372725" y="8020050"/>
          <p14:tracePt t="25482" x="10431463" y="8031163"/>
          <p14:tracePt t="25499" x="10455275" y="8042275"/>
          <p14:tracePt t="25517" x="10490200" y="8054975"/>
          <p14:tracePt t="25518" x="10514013" y="8054975"/>
          <p14:tracePt t="25532" x="10550525" y="8054975"/>
          <p14:tracePt t="25549" x="10572750" y="8066088"/>
          <p14:tracePt t="25566" x="10596563" y="8066088"/>
          <p14:tracePt t="25566" x="10609263" y="8066088"/>
          <p14:tracePt t="25583" x="10633075" y="8066088"/>
          <p14:tracePt t="25616" x="10644188" y="8066088"/>
          <p14:tracePt t="25632" x="10656888" y="8066088"/>
          <p14:tracePt t="25650" x="10715625" y="8066088"/>
          <p14:tracePt t="25666" x="10763250" y="8066088"/>
          <p14:tracePt t="25682" x="10798175" y="8066088"/>
          <p14:tracePt t="25701" x="10869613" y="8078788"/>
          <p14:tracePt t="25715" x="10915650" y="8089900"/>
          <p14:tracePt t="25732" x="10987088" y="8102600"/>
          <p14:tracePt t="25750" x="11045825" y="8113713"/>
          <p14:tracePt t="25766" x="11093450" y="8126413"/>
          <p14:tracePt t="25783" x="11187113" y="8137525"/>
          <p14:tracePt t="25799" x="11247438" y="8137525"/>
          <p14:tracePt t="25816" x="11293475" y="8137525"/>
          <p14:tracePt t="25816" x="11306175" y="8137525"/>
          <p14:tracePt t="25832" x="11353800" y="8137525"/>
          <p14:tracePt t="25849" x="11388725" y="8148638"/>
          <p14:tracePt t="25866" x="11436350" y="8148638"/>
          <p14:tracePt t="25882" x="11460163" y="8148638"/>
          <p14:tracePt t="25899" x="11506200" y="8148638"/>
          <p14:tracePt t="26533" x="11495088" y="8148638"/>
          <p14:tracePt t="26551" x="11482388" y="8148638"/>
          <p14:tracePt t="26568" x="11471275" y="8148638"/>
          <p14:tracePt t="26584" x="11399838" y="8161338"/>
          <p14:tracePt t="26602" x="11293475" y="8161338"/>
          <p14:tracePt t="26619" x="11210925" y="8161338"/>
          <p14:tracePt t="26636" x="11152188" y="8161338"/>
          <p14:tracePt t="26638" x="11117263" y="8161338"/>
          <p14:tracePt t="26653" x="11058525" y="8161338"/>
          <p14:tracePt t="26670" x="11010900" y="8161338"/>
          <p14:tracePt t="26674" x="10987088" y="8161338"/>
          <p14:tracePt t="26686" x="10928350" y="8161338"/>
          <p14:tracePt t="26704" x="10869613" y="8161338"/>
          <p14:tracePt t="26707" x="10833100" y="8161338"/>
          <p14:tracePt t="26719" x="10774363" y="8161338"/>
          <p14:tracePt t="26735" x="10702925" y="8161338"/>
          <p14:tracePt t="26754" x="10644188" y="8161338"/>
          <p14:tracePt t="26756" x="10609263" y="8161338"/>
          <p14:tracePt t="26771" x="10550525" y="8172450"/>
          <p14:tracePt t="26786" x="10466388" y="8185150"/>
          <p14:tracePt t="26803" x="10301288" y="8196263"/>
          <p14:tracePt t="26819" x="10064750" y="8231188"/>
          <p14:tracePt t="26835" x="9758363" y="8255000"/>
          <p14:tracePt t="26853" x="9285288" y="8255000"/>
          <p14:tracePt t="26870" x="8990013" y="8255000"/>
          <p14:tracePt t="26874" x="8872538" y="8255000"/>
          <p14:tracePt t="26887" x="8636000" y="8255000"/>
          <p14:tracePt t="26903" x="8447088" y="8267700"/>
          <p14:tracePt t="26919" x="8293100" y="8302625"/>
          <p14:tracePt t="26936" x="8069263" y="8374063"/>
          <p14:tracePt t="26954" x="8045450" y="8385175"/>
          <p14:tracePt t="27236" x="7348538" y="8361363"/>
          <p14:tracePt t="27252" x="6462713" y="8326438"/>
          <p14:tracePt t="27279" x="5221288" y="8315325"/>
          <p14:tracePt t="27296" x="4476750" y="8315325"/>
          <p14:tracePt t="27313" x="4005263" y="8337550"/>
          <p14:tracePt t="27329" x="3579813" y="8374063"/>
          <p14:tracePt t="27331" x="3414713" y="8374063"/>
          <p14:tracePt t="27346" x="3130550" y="8374063"/>
          <p14:tracePt t="27364" x="2952750" y="8374063"/>
          <p14:tracePt t="27367" x="2882900" y="8374063"/>
          <p14:tracePt t="27379" x="2800350" y="8374063"/>
          <p14:tracePt t="27396" x="2670175" y="8374063"/>
          <p14:tracePt t="27413" x="2563813" y="8374063"/>
          <p14:tracePt t="27417" x="2516188" y="8374063"/>
          <p14:tracePt t="27431" x="2422525" y="8374063"/>
          <p14:tracePt t="27445" x="2374900" y="8374063"/>
          <p14:tracePt t="27464" x="2327275" y="8374063"/>
          <p14:tracePt t="27479" x="2316163" y="8374063"/>
          <p14:tracePt t="27497" x="2292350" y="8385175"/>
          <p14:tracePt t="27499" x="2279650" y="8397875"/>
          <p14:tracePt t="27512" x="2255838" y="8397875"/>
          <p14:tracePt t="27528" x="2244725" y="8421688"/>
          <p14:tracePt t="27545" x="2197100" y="8432800"/>
          <p14:tracePt t="27562" x="2162175" y="8432800"/>
          <p14:tracePt t="27578" x="2127250" y="8443913"/>
          <p14:tracePt t="27596" x="2066925" y="8456613"/>
          <p14:tracePt t="27615" x="2032000" y="8456613"/>
          <p14:tracePt t="27617" x="2008188" y="8456613"/>
          <p14:tracePt t="27646" x="1949450" y="8456613"/>
          <p14:tracePt t="27664" x="1878013" y="8456613"/>
          <p14:tracePt t="27680" x="1866900" y="8456613"/>
          <p14:tracePt t="27697" x="1830388" y="8456613"/>
          <p14:tracePt t="27700" x="1819275" y="8456613"/>
          <p14:tracePt t="27713" x="1795463" y="8456613"/>
          <p14:tracePt t="27729" x="1784350" y="8456613"/>
          <p14:tracePt t="27746" x="1771650" y="8456613"/>
          <p14:tracePt t="27800" x="1808163" y="8456613"/>
          <p14:tracePt t="27815" x="1878013" y="8467725"/>
          <p14:tracePt t="27846" x="2090738" y="8480425"/>
          <p14:tracePt t="27864" x="2173288" y="8467725"/>
          <p14:tracePt t="27867" x="2209800" y="8467725"/>
          <p14:tracePt t="27880" x="2255838" y="8456613"/>
          <p14:tracePt t="27895" x="2303463" y="8443913"/>
          <p14:tracePt t="27913" x="2338388" y="8432800"/>
          <p14:tracePt t="27916" x="2351088" y="8432800"/>
          <p14:tracePt t="27930" x="2374900" y="8432800"/>
          <p14:tracePt t="27946" x="2398713" y="8432800"/>
          <p14:tracePt t="27963" x="2468563" y="8432800"/>
          <p14:tracePt t="27979" x="2528888" y="8432800"/>
          <p14:tracePt t="27997" x="2598738" y="8432800"/>
          <p14:tracePt t="27999" x="2635250" y="8432800"/>
          <p14:tracePt t="28012" x="2705100" y="8432800"/>
          <p14:tracePt t="28030" x="2763838" y="8432800"/>
          <p14:tracePt t="28034" x="2787650" y="8432800"/>
          <p14:tracePt t="28046" x="2811463" y="8432800"/>
          <p14:tracePt t="28048" x="2824163" y="8432800"/>
          <p14:tracePt t="28062" x="2859088" y="8432800"/>
          <p14:tracePt t="28080" x="2894013" y="8432800"/>
          <p14:tracePt t="28084" x="2917825" y="8421688"/>
          <p14:tracePt t="28097" x="2930525" y="8421688"/>
          <p14:tracePt t="28114" x="2976563" y="8397875"/>
          <p14:tracePt t="28116" x="3000375" y="8397875"/>
          <p14:tracePt t="28130" x="3071813" y="8374063"/>
          <p14:tracePt t="28146" x="3143250" y="8374063"/>
          <p14:tracePt t="28163" x="3213100" y="8374063"/>
          <p14:tracePt t="28164" x="3260725" y="8374063"/>
          <p14:tracePt t="28180" x="3295650" y="8374063"/>
          <p14:tracePt t="28196" x="3343275" y="8374063"/>
          <p14:tracePt t="28214" x="3390900" y="8374063"/>
          <p14:tracePt t="28229" x="3414713" y="8374063"/>
          <p14:tracePt t="28247" x="3438525" y="8374063"/>
          <p14:tracePt t="28250" x="3460750" y="8374063"/>
          <p14:tracePt t="28255" x="3473450" y="8374063"/>
          <p14:tracePt t="28280" x="3508375" y="8385175"/>
          <p14:tracePt t="28296" x="3544888" y="8385175"/>
          <p14:tracePt t="28298" x="3567113" y="8385175"/>
          <p14:tracePt t="28313" x="3627438" y="8397875"/>
          <p14:tracePt t="28329" x="3721100" y="8408988"/>
          <p14:tracePt t="28332" x="3757613" y="8408988"/>
          <p14:tracePt t="28347" x="3851275" y="8408988"/>
          <p14:tracePt t="28362" x="3910013" y="8421688"/>
          <p14:tracePt t="28379" x="3957638" y="8421688"/>
          <p14:tracePt t="28379" x="3981450" y="8432800"/>
          <p14:tracePt t="28396" x="4029075" y="8443913"/>
          <p14:tracePt t="28414" x="4075113" y="8443913"/>
          <p14:tracePt t="28416" x="4111625" y="8456613"/>
          <p14:tracePt t="28429" x="4135438" y="8456613"/>
          <p14:tracePt t="28431" x="4159250" y="8456613"/>
          <p14:tracePt t="28445" x="4217988" y="8456613"/>
          <p14:tracePt t="28464" x="4335463" y="8456613"/>
          <p14:tracePt t="28479" x="4406900" y="8456613"/>
          <p14:tracePt t="28497" x="4476750" y="8456613"/>
          <p14:tracePt t="28500" x="4524375" y="8456613"/>
          <p14:tracePt t="28513" x="4595813" y="8456613"/>
          <p14:tracePt t="28531" x="4689475" y="8456613"/>
          <p14:tracePt t="28534" x="4725988" y="8456613"/>
          <p14:tracePt t="28546" x="4784725" y="8480425"/>
          <p14:tracePt t="28547" x="4819650" y="8480425"/>
          <p14:tracePt t="28562" x="4926013" y="8491538"/>
          <p14:tracePt t="28579" x="5021263" y="8504238"/>
          <p14:tracePt t="28581" x="5056188" y="8515350"/>
          <p14:tracePt t="28595" x="5091113" y="8515350"/>
          <p14:tracePt t="28596" x="5114925" y="8526463"/>
          <p14:tracePt t="28613" x="5175250" y="8526463"/>
          <p14:tracePt t="28629" x="5233988" y="8526463"/>
          <p14:tracePt t="28646" x="5268913" y="8526463"/>
          <p14:tracePt t="28663" x="5292725" y="8526463"/>
          <p14:tracePt t="28666" x="5316538" y="8515350"/>
          <p14:tracePt t="28679" x="5364163" y="8504238"/>
          <p14:tracePt t="28696" x="5399088" y="8480425"/>
          <p14:tracePt t="29174" x="5529263" y="8456613"/>
          <p14:tracePt t="29192" x="5729288" y="8421688"/>
          <p14:tracePt t="29225" x="6037263" y="8374063"/>
          <p14:tracePt t="29242" x="6237288" y="8361363"/>
          <p14:tracePt t="29259" x="6343650" y="8361363"/>
          <p14:tracePt t="29276" x="6462713" y="8361363"/>
          <p14:tracePt t="29294" x="6497638" y="8361363"/>
          <p14:tracePt t="29310" x="6545263" y="8361363"/>
          <p14:tracePt t="29325" x="6556375" y="8361363"/>
          <p14:tracePt t="29342" x="6580188" y="8361363"/>
          <p14:tracePt t="29359" x="6592888" y="8337550"/>
          <p14:tracePt t="29375" x="6615113" y="8337550"/>
          <p14:tracePt t="29392" x="6627813" y="8337550"/>
          <p14:tracePt t="29394" x="6638925" y="8326438"/>
          <p14:tracePt t="29411" x="6662738" y="8315325"/>
          <p14:tracePt t="29428" x="6686550" y="8302625"/>
          <p14:tracePt t="29430" x="6710363" y="8302625"/>
          <p14:tracePt t="29443" x="6734175" y="8302625"/>
          <p14:tracePt t="29460" x="6781800" y="8302625"/>
          <p14:tracePt t="29465" x="6792913" y="8302625"/>
          <p14:tracePt t="29477" x="6840538" y="8302625"/>
          <p14:tracePt t="29494" x="6888163" y="8302625"/>
          <p14:tracePt t="29510" x="6923088" y="8302625"/>
          <p14:tracePt t="29514" x="6946900" y="8302625"/>
          <p14:tracePt t="29526" x="6994525" y="8302625"/>
          <p14:tracePt t="29544" x="7053263" y="8302625"/>
          <p14:tracePt t="29559" x="7112000" y="8302625"/>
          <p14:tracePt t="29560" x="7135813" y="8302625"/>
          <p14:tracePt t="29575" x="7218363" y="8302625"/>
          <p14:tracePt t="29592" x="7265988" y="8315325"/>
          <p14:tracePt t="29610" x="7324725" y="8326438"/>
          <p14:tracePt t="29625" x="7359650" y="8326438"/>
          <p14:tracePt t="29642" x="7383463" y="8326438"/>
          <p14:tracePt t="29645" x="7396163" y="8326438"/>
          <p14:tracePt t="29660" x="7431088" y="8326438"/>
          <p14:tracePt t="29677" x="7442200" y="8326438"/>
          <p14:tracePt t="29679" x="7454900" y="8326438"/>
          <p14:tracePt t="29711" x="7489825" y="8326438"/>
          <p14:tracePt t="29727" x="7502525" y="8326438"/>
          <p14:tracePt t="29743" x="7513638" y="8326438"/>
          <p14:tracePt t="29760" x="7537450" y="8337550"/>
          <p14:tracePt t="29763" x="7561263" y="8337550"/>
          <p14:tracePt t="29776" x="7572375" y="8350250"/>
          <p14:tracePt t="29794" x="7596188" y="8361363"/>
          <p14:tracePt t="29811" x="7631113" y="8374063"/>
          <p14:tracePt t="29844" x="7643813" y="8374063"/>
          <p14:tracePt t="29859" x="7654925" y="8374063"/>
          <p14:tracePt t="29896" x="7667625" y="8374063"/>
          <p14:tracePt t="29928" x="7678738" y="8374063"/>
          <p14:tracePt t="29931" x="7691438" y="8374063"/>
          <p14:tracePt t="29944" x="7715250" y="8374063"/>
          <p14:tracePt t="29960" x="7750175" y="8374063"/>
          <p14:tracePt t="29964" x="7797800" y="8374063"/>
          <p14:tracePt t="29979" x="7856538" y="8374063"/>
          <p14:tracePt t="29994" x="7904163" y="8374063"/>
          <p14:tracePt t="30010" x="7926388" y="8374063"/>
          <p14:tracePt t="30014" x="7939088" y="8374063"/>
          <p14:tracePt t="30026" x="7974013" y="8374063"/>
          <p14:tracePt t="30045" x="7986713" y="8374063"/>
          <p14:tracePt t="30048" x="7997825" y="8374063"/>
          <p14:tracePt t="30077" x="8021638" y="8374063"/>
          <p14:tracePt t="30093" x="8045450" y="8385175"/>
          <p14:tracePt t="30111" x="8080375" y="8397875"/>
          <p14:tracePt t="30127" x="8116888" y="8408988"/>
          <p14:tracePt t="30130" x="8128000" y="8408988"/>
          <p14:tracePt t="30145" x="8151813" y="8408988"/>
          <p14:tracePt t="30158" x="8175625" y="8408988"/>
          <p14:tracePt t="30177" x="8199438" y="8408988"/>
          <p14:tracePt t="30486" x="8458200" y="8408988"/>
          <p14:tracePt t="30503" x="8601075" y="8408988"/>
          <p14:tracePt t="30519" x="8718550" y="8408988"/>
          <p14:tracePt t="30535" x="8753475" y="8408988"/>
          <p14:tracePt t="30553" x="8777288" y="8408988"/>
          <p14:tracePt t="30554" x="8789988" y="8408988"/>
          <p14:tracePt t="30568" x="8801100" y="8397875"/>
          <p14:tracePt t="30585" x="8824913" y="8385175"/>
          <p14:tracePt t="30602" x="8848725" y="8361363"/>
          <p14:tracePt t="30619" x="8872538" y="8350250"/>
          <p14:tracePt t="30634" x="8883650" y="8350250"/>
          <p14:tracePt t="30651" x="8907463" y="8337550"/>
          <p14:tracePt t="30668" x="8920163" y="8337550"/>
          <p14:tracePt t="30685" x="8942388" y="8337550"/>
          <p14:tracePt t="30702" x="8955088" y="8337550"/>
          <p14:tracePt t="30719" x="8966200" y="8350250"/>
          <p14:tracePt t="31174" x="9096375" y="8291513"/>
          <p14:tracePt t="31192" x="9864725" y="7972425"/>
          <p14:tracePt t="31208" x="10277475" y="7831138"/>
          <p14:tracePt t="31226" x="10620375" y="7724775"/>
          <p14:tracePt t="31227" x="10763250" y="7700963"/>
          <p14:tracePt t="31242" x="10987088" y="7653338"/>
          <p14:tracePt t="31258" x="11164888" y="7594600"/>
          <p14:tracePt t="31275" x="11447463" y="7512050"/>
          <p14:tracePt t="31292" x="11695113" y="7429500"/>
          <p14:tracePt t="31310" x="11979275" y="7334250"/>
          <p14:tracePt t="31311" x="12120563" y="7275513"/>
          <p14:tracePt t="31325" x="12393613" y="7169150"/>
          <p14:tracePt t="31342" x="12723813" y="7038975"/>
          <p14:tracePt t="31359" x="13077825" y="6838950"/>
          <p14:tracePt t="31375" x="13231813" y="6743700"/>
          <p14:tracePt t="31391" x="13325475" y="6661150"/>
          <p14:tracePt t="31408" x="13455650" y="6543675"/>
          <p14:tracePt t="31424" x="13527088" y="6496050"/>
          <p14:tracePt t="31719" x="13668375" y="6413500"/>
        </p14:tracePtLst>
      </p14:laserTraceLst>
    </p:ext>
    <p:ext uri="{E180D4A7-C9FB-4DFB-919C-405C955672EB}">
      <p14:showEvtLst xmlns:p14="http://schemas.microsoft.com/office/powerpoint/2010/main">
        <p14:playEvt time="1051" objId="3"/>
        <p14:stopEvt time="31392" objId="3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6">
            <a:extLst>
              <a:ext uri="{FF2B5EF4-FFF2-40B4-BE49-F238E27FC236}">
                <a16:creationId xmlns="" xmlns:a16="http://schemas.microsoft.com/office/drawing/2014/main" id="{B855014A-6255-26BA-E91A-A32D9447A1F4}"/>
              </a:ext>
            </a:extLst>
          </p:cNvPr>
          <p:cNvSpPr txBox="1"/>
          <p:nvPr/>
        </p:nvSpPr>
        <p:spPr>
          <a:xfrm>
            <a:off x="3246465" y="4059531"/>
            <a:ext cx="722307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5400" b="1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="" xmlns:a16="http://schemas.microsoft.com/office/drawing/2014/main" id="{66B79208-F1C8-213D-D60C-D0C66BED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4F97139-726A-0513-A10A-C3423FC05804}"/>
              </a:ext>
            </a:extLst>
          </p:cNvPr>
          <p:cNvSpPr txBox="1"/>
          <p:nvPr/>
        </p:nvSpPr>
        <p:spPr>
          <a:xfrm>
            <a:off x="4752749" y="5302530"/>
            <a:ext cx="4210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  <a:p>
            <a:pPr algn="ctr"/>
            <a:endParaRPr lang="en-US" altLang="ko-KR" b="1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8183ED0F-2EB6-F3C3-DA38-F66BC5530919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79D90BA1-4990-01CD-F1FF-60B40CAEC20F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6" name="Object 14">
              <a:extLst>
                <a:ext uri="{FF2B5EF4-FFF2-40B4-BE49-F238E27FC236}">
                  <a16:creationId xmlns="" xmlns:a16="http://schemas.microsoft.com/office/drawing/2014/main" id="{E593D558-737C-7A05-33F8-BF295EE6C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DF04DE4-FBF2-78D7-4908-B9AFFCE099D7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75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3"/>
    </mc:Choice>
    <mc:Fallback xmlns="">
      <p:transition spd="slow" advTm="3463"/>
    </mc:Fallback>
  </mc:AlternateContent>
  <p:extLst>
    <p:ext uri="{3A86A75C-4F4B-4683-9AE1-C65F6400EC91}">
      <p14:laserTraceLst xmlns:p14="http://schemas.microsoft.com/office/powerpoint/2010/main">
        <p14:tracePtLst>
          <p14:tracePt t="550" x="13290550" y="4878388"/>
          <p14:tracePt t="555" x="13125450" y="4924425"/>
          <p14:tracePt t="568" x="12936538" y="4960938"/>
          <p14:tracePt t="568" x="12665075" y="5019675"/>
          <p14:tracePt t="585" x="12109450" y="5126038"/>
          <p14:tracePt t="603" x="11718925" y="5267325"/>
          <p14:tracePt t="604" x="11588750" y="5302250"/>
          <p14:tracePt t="619" x="11364913" y="5349875"/>
          <p14:tracePt t="637" x="11258550" y="5386388"/>
          <p14:tracePt t="652" x="11141075" y="5408613"/>
          <p14:tracePt t="668" x="11093450" y="5421313"/>
          <p14:tracePt t="686" x="11058525" y="5421313"/>
          <p14:tracePt t="687" x="11045825" y="5421313"/>
          <p14:tracePt t="702" x="11034713" y="5421313"/>
          <p14:tracePt t="719" x="11022013" y="5421313"/>
          <p14:tracePt t="736" x="11034713" y="5421313"/>
          <p14:tracePt t="752" x="11045825" y="5408613"/>
          <p14:tracePt t="770" x="11069638" y="5397500"/>
          <p14:tracePt t="772" x="11093450" y="5386388"/>
          <p14:tracePt t="786" x="11141075" y="5373688"/>
          <p14:tracePt t="803" x="11223625" y="5338763"/>
          <p14:tracePt t="820" x="11482388" y="5208588"/>
          <p14:tracePt t="836" x="11779250" y="5091113"/>
          <p14:tracePt t="853" x="12144375" y="4937125"/>
          <p14:tracePt t="855" x="12345988" y="4878388"/>
          <p14:tracePt t="869" x="12723813" y="4806950"/>
          <p14:tracePt t="886" x="13184188" y="4748213"/>
          <p14:tracePt t="890" x="13396913" y="47244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7D98A05-F5D1-A826-29F1-F77ECFAE2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592401D8-7163-2C35-6820-D1C415F8056E}"/>
              </a:ext>
            </a:extLst>
          </p:cNvPr>
          <p:cNvGrpSpPr/>
          <p:nvPr/>
        </p:nvGrpSpPr>
        <p:grpSpPr>
          <a:xfrm>
            <a:off x="324289" y="1716607"/>
            <a:ext cx="13163111" cy="1818096"/>
            <a:chOff x="591052" y="2050493"/>
            <a:chExt cx="13163111" cy="1818096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7EFF3177-C4CA-9125-49D6-52D1DE082CD3}"/>
                </a:ext>
              </a:extLst>
            </p:cNvPr>
            <p:cNvGrpSpPr/>
            <p:nvPr/>
          </p:nvGrpSpPr>
          <p:grpSpPr>
            <a:xfrm>
              <a:off x="591052" y="2050493"/>
              <a:ext cx="13163111" cy="1818096"/>
              <a:chOff x="616862" y="2825214"/>
              <a:chExt cx="8868679" cy="1818096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7331886B-C601-D98F-924A-BB9C4F62DCA4}"/>
                  </a:ext>
                </a:extLst>
              </p:cNvPr>
              <p:cNvSpPr txBox="1"/>
              <p:nvPr/>
            </p:nvSpPr>
            <p:spPr>
              <a:xfrm>
                <a:off x="616862" y="3176690"/>
                <a:ext cx="8625110" cy="1466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DNN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복잡한 학습 문제에서 뛰어난 성능을 보였지만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 및 출력이 고정된 크기로 나와야 한다는 점이 한계</a:t>
                </a:r>
                <a:endParaRPr lang="en-US" altLang="ko-KR" sz="12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기계 번역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음성 인식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질문 응답 등의 문제는 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입력과 출력의 길이가 다를 수 있는 </a:t>
                </a:r>
                <a:r>
                  <a:rPr lang="ko-KR" altLang="en-US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시퀀스 데이터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(sequence data)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처리 할 수 있는 범용적인 능력이 필요함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E9A9383A-C8BC-DDE2-479D-EE8FC847A03A}"/>
                  </a:ext>
                </a:extLst>
              </p:cNvPr>
              <p:cNvSpPr txBox="1"/>
              <p:nvPr/>
            </p:nvSpPr>
            <p:spPr>
              <a:xfrm>
                <a:off x="769714" y="2825214"/>
                <a:ext cx="8715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Previous DNN’s Limitation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highlight>
                    <a:srgbClr val="C5D5E9"/>
                  </a:highligh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70D8F657-F2D5-AD0F-DB39-D56A984D6909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Object 76">
            <a:extLst>
              <a:ext uri="{FF2B5EF4-FFF2-40B4-BE49-F238E27FC236}">
                <a16:creationId xmlns="" xmlns:a16="http://schemas.microsoft.com/office/drawing/2014/main" id="{2C46AE4F-A6D7-0E7E-78EB-D22B44298A07}"/>
              </a:ext>
            </a:extLst>
          </p:cNvPr>
          <p:cNvSpPr txBox="1"/>
          <p:nvPr/>
        </p:nvSpPr>
        <p:spPr>
          <a:xfrm>
            <a:off x="446495" y="266700"/>
            <a:ext cx="80117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3BDB4712-D14B-CD44-3A27-7E85709D62F4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7E1E5396-F76B-16F0-3327-ED523A35319F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="" xmlns:a16="http://schemas.microsoft.com/office/drawing/2014/main" id="{ACB13C13-3706-CCDA-2E7F-2A244191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C351E504-6743-E9B5-3CAC-F0A1585A878D}"/>
              </a:ext>
            </a:extLst>
          </p:cNvPr>
          <p:cNvGrpSpPr/>
          <p:nvPr/>
        </p:nvGrpSpPr>
        <p:grpSpPr>
          <a:xfrm>
            <a:off x="304800" y="5928428"/>
            <a:ext cx="13163111" cy="3329872"/>
            <a:chOff x="591052" y="2050493"/>
            <a:chExt cx="13163111" cy="3329872"/>
          </a:xfrm>
        </p:grpSpPr>
        <p:grpSp>
          <p:nvGrpSpPr>
            <p:cNvPr id="3" name="그룹 2">
              <a:extLst>
                <a:ext uri="{FF2B5EF4-FFF2-40B4-BE49-F238E27FC236}">
                  <a16:creationId xmlns="" xmlns:a16="http://schemas.microsoft.com/office/drawing/2014/main" id="{A176B312-FE85-315C-4E4D-AF2D3F82A081}"/>
                </a:ext>
              </a:extLst>
            </p:cNvPr>
            <p:cNvGrpSpPr/>
            <p:nvPr/>
          </p:nvGrpSpPr>
          <p:grpSpPr>
            <a:xfrm>
              <a:off x="591052" y="2050493"/>
              <a:ext cx="13163111" cy="3329872"/>
              <a:chOff x="616862" y="2825214"/>
              <a:chExt cx="8868679" cy="3329872"/>
            </a:xfrm>
          </p:grpSpPr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1C024173-AD6B-7ACE-8149-B3F2DDDACFE3}"/>
                  </a:ext>
                </a:extLst>
              </p:cNvPr>
              <p:cNvSpPr txBox="1"/>
              <p:nvPr/>
            </p:nvSpPr>
            <p:spPr>
              <a:xfrm>
                <a:off x="616862" y="3137144"/>
                <a:ext cx="8625110" cy="3017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기존 기계 번역은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rule-based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방식임 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문맥을 고려하지 않은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(non-semantic)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한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/>
                  <a:t>단어와 단어를 </a:t>
                </a:r>
                <a:r>
                  <a:rPr lang="en-US" altLang="ko-KR" dirty="0"/>
                  <a:t>1:1</a:t>
                </a:r>
                <a:r>
                  <a:rPr lang="ko-KR" altLang="en-US" dirty="0"/>
                  <a:t>로 번역하기 때문에 결과가 좋지 않았음</a:t>
                </a:r>
                <a:endParaRPr lang="en-US" altLang="ko-KR" dirty="0"/>
              </a:p>
              <a:p>
                <a:pPr lvl="1">
                  <a:lnSpc>
                    <a:spcPct val="130000"/>
                  </a:lnSpc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시간이 지나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통계기반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(statistics based)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번역이 등장하였음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(SMT)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이를 위해 동일한 텍스트를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가지 이상의 언어로 표현하고 있는 데이터가 필요하였음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00150" lvl="2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Ex)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한국어 단어가 있으면 이를 해석한 영어 문장을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input, output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쌍으로 학습시켜 나중에 이를 활용해 확률 상 가장 높은 구문을 출력하게끔 기계번역을 적용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lvl="1">
                  <a:lnSpc>
                    <a:spcPct val="130000"/>
                  </a:lnSpc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6839634B-0FD1-AC63-A665-7C968052B1B3}"/>
                  </a:ext>
                </a:extLst>
              </p:cNvPr>
              <p:cNvSpPr txBox="1"/>
              <p:nvPr/>
            </p:nvSpPr>
            <p:spPr>
              <a:xfrm>
                <a:off x="769714" y="2825214"/>
                <a:ext cx="8715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Previous</a:t>
                </a:r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Translation model’s Limitation(1)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2" name="순서도: 추출 11">
              <a:extLst>
                <a:ext uri="{FF2B5EF4-FFF2-40B4-BE49-F238E27FC236}">
                  <a16:creationId xmlns="" xmlns:a16="http://schemas.microsoft.com/office/drawing/2014/main" id="{64C8B9E2-A263-4BBB-18E5-77E918F26C95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49018979-F9B4-663A-BF53-BC118AC8F30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6" name="Object 14">
              <a:extLst>
                <a:ext uri="{FF2B5EF4-FFF2-40B4-BE49-F238E27FC236}">
                  <a16:creationId xmlns="" xmlns:a16="http://schemas.microsoft.com/office/drawing/2014/main" id="{7DC55AF6-8DB4-352C-5AE1-58A752900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37C2F004-DFEB-5DA7-3D71-98F971D4692D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5BC28EA9-71E0-F178-DFDA-B117457A1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534703"/>
            <a:ext cx="6791265" cy="20751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FF33F74-8584-FFED-0BA8-16EB5CC0A16E}"/>
              </a:ext>
            </a:extLst>
          </p:cNvPr>
          <p:cNvSpPr txBox="1"/>
          <p:nvPr/>
        </p:nvSpPr>
        <p:spPr>
          <a:xfrm>
            <a:off x="4724400" y="5613405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LSTM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이용한 번역 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5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46"/>
    </mc:Choice>
    <mc:Fallback xmlns="">
      <p:transition spd="slow" advTm="52946"/>
    </mc:Fallback>
  </mc:AlternateContent>
  <p:extLst>
    <p:ext uri="{3A86A75C-4F4B-4683-9AE1-C65F6400EC91}">
      <p14:laserTraceLst xmlns:p14="http://schemas.microsoft.com/office/powerpoint/2010/main">
        <p14:tracePtLst>
          <p14:tracePt t="658" x="11944350" y="4429125"/>
          <p14:tracePt t="685" x="9805988" y="4264025"/>
          <p14:tracePt t="701" x="8966200" y="4216400"/>
          <p14:tracePt t="718" x="8518525" y="4168775"/>
          <p14:tracePt t="718" x="8329613" y="4157663"/>
          <p14:tracePt t="734" x="8021638" y="4157663"/>
          <p14:tracePt t="752" x="7821613" y="4157663"/>
          <p14:tracePt t="753" x="7773988" y="4157663"/>
          <p14:tracePt t="768" x="7737475" y="4157663"/>
          <p14:tracePt t="1062" x="7466013" y="4110038"/>
          <p14:tracePt t="1078" x="6569075" y="3897313"/>
          <p14:tracePt t="1108" x="4572000" y="3425825"/>
          <p14:tracePt t="1125" x="4016375" y="3319463"/>
          <p14:tracePt t="1143" x="3508375" y="3176588"/>
          <p14:tracePt t="1157" x="3308350" y="3106738"/>
          <p14:tracePt t="1175" x="3165475" y="3059113"/>
          <p14:tracePt t="1191" x="3082925" y="3011488"/>
          <p14:tracePt t="1208" x="3048000" y="3000375"/>
          <p14:tracePt t="1515" x="2870200" y="2963863"/>
          <p14:tracePt t="1532" x="2563813" y="2894013"/>
          <p14:tracePt t="1558" x="2279650" y="2835275"/>
          <p14:tracePt t="1575" x="2185988" y="2811463"/>
          <p14:tracePt t="1591" x="2090738" y="2787650"/>
          <p14:tracePt t="1608" x="2020888" y="2774950"/>
          <p14:tracePt t="1626" x="1973263" y="2763838"/>
          <p14:tracePt t="1643" x="1936750" y="2751138"/>
          <p14:tracePt t="1660" x="1925638" y="2740025"/>
          <p14:tracePt t="1676" x="1901825" y="2728913"/>
          <p14:tracePt t="1678" x="1901825" y="2716213"/>
          <p14:tracePt t="1693" x="1890713" y="2716213"/>
          <p14:tracePt t="1709" x="1878013" y="2716213"/>
          <p14:tracePt t="1726" x="1866900" y="2705100"/>
          <p14:tracePt t="1742" x="1854200" y="2681288"/>
          <p14:tracePt t="1759" x="1843088" y="2657475"/>
          <p14:tracePt t="1762" x="1843088" y="2644775"/>
          <p14:tracePt t="1793" x="1830388" y="2633663"/>
          <p14:tracePt t="1809" x="1830388" y="2622550"/>
          <p14:tracePt t="1826" x="1830388" y="2609850"/>
          <p14:tracePt t="1859" x="1830388" y="2574925"/>
          <p14:tracePt t="1892" x="1830388" y="2562225"/>
          <p14:tracePt t="1985" x="1830388" y="2551113"/>
          <p14:tracePt t="2032" x="1830388" y="2527300"/>
          <p14:tracePt t="2063" x="1830388" y="2516188"/>
          <p14:tracePt t="2094" x="1830388" y="2492375"/>
          <p14:tracePt t="2110" x="1843088" y="2479675"/>
          <p14:tracePt t="2127" x="1854200" y="2479675"/>
          <p14:tracePt t="2129" x="1854200" y="2468563"/>
          <p14:tracePt t="2143" x="1866900" y="2455863"/>
          <p14:tracePt t="2159" x="1866900" y="2444750"/>
          <p14:tracePt t="2177" x="1890713" y="2433638"/>
          <p14:tracePt t="2191" x="1890713" y="2420938"/>
          <p14:tracePt t="2209" x="1914525" y="2409825"/>
          <p14:tracePt t="2226" x="1925638" y="2397125"/>
          <p14:tracePt t="2242" x="1949450" y="2373313"/>
          <p14:tracePt t="2258" x="1949450" y="2362200"/>
          <p14:tracePt t="2274" x="1973263" y="2327275"/>
          <p14:tracePt t="2292" x="1984375" y="2290763"/>
          <p14:tracePt t="2309" x="2008188" y="2255838"/>
          <p14:tracePt t="2326" x="2032000" y="2232025"/>
          <p14:tracePt t="2342" x="2043113" y="2197100"/>
          <p14:tracePt t="2344" x="2043113" y="2184400"/>
          <p14:tracePt t="2358" x="2055813" y="2184400"/>
          <p14:tracePt t="2360" x="2066925" y="2173288"/>
          <p14:tracePt t="2377" x="2090738" y="2149475"/>
          <p14:tracePt t="2393" x="2114550" y="2138363"/>
          <p14:tracePt t="2425" x="2127250" y="2138363"/>
          <p14:tracePt t="2443" x="2149475" y="2138363"/>
          <p14:tracePt t="2516" x="2149475" y="2149475"/>
          <p14:tracePt t="2517" x="2149475" y="2160588"/>
          <p14:tracePt t="2532" x="2149475" y="2173288"/>
          <p14:tracePt t="2559" x="2149475" y="2197100"/>
          <p14:tracePt t="2598" x="2149475" y="2220913"/>
          <p14:tracePt t="2624" x="2149475" y="2232025"/>
          <p14:tracePt t="2641" x="2149475" y="2255838"/>
          <p14:tracePt t="2658" x="2149475" y="2279650"/>
          <p14:tracePt t="2675" x="2138363" y="2290763"/>
          <p14:tracePt t="2676" x="2127250" y="2303463"/>
          <p14:tracePt t="2708" x="2127250" y="2314575"/>
          <p14:tracePt t="2743" x="2114550" y="2338388"/>
          <p14:tracePt t="2759" x="2103438" y="2338388"/>
          <p14:tracePt t="2762" x="2103438" y="2351088"/>
          <p14:tracePt t="2776" x="2090738" y="2362200"/>
          <p14:tracePt t="2792" x="2079625" y="2373313"/>
          <p14:tracePt t="2809" x="2066925" y="2397125"/>
          <p14:tracePt t="2826" x="2055813" y="2409825"/>
          <p14:tracePt t="2860" x="2043113" y="2444750"/>
          <p14:tracePt t="2876" x="2032000" y="2455863"/>
          <p14:tracePt t="2878" x="2020888" y="2455863"/>
          <p14:tracePt t="2893" x="2020888" y="2468563"/>
          <p14:tracePt t="2910" x="2020888" y="2479675"/>
          <p14:tracePt t="2926" x="2020888" y="2492375"/>
          <p14:tracePt t="2942" x="2020888" y="2503488"/>
          <p14:tracePt t="2959" x="2020888" y="2516188"/>
          <p14:tracePt t="2993" x="2008188" y="2527300"/>
          <p14:tracePt t="3078" x="2008188" y="2540000"/>
          <p14:tracePt t="3109" x="2008188" y="2551113"/>
          <p14:tracePt t="3125" x="2008188" y="2562225"/>
          <p14:tracePt t="3141" x="2008188" y="2574925"/>
          <p14:tracePt t="3157" x="2008188" y="2586038"/>
          <p14:tracePt t="3190" x="2008188" y="2609850"/>
          <p14:tracePt t="3207" x="2008188" y="2622550"/>
          <p14:tracePt t="3224" x="2008188" y="2633663"/>
          <p14:tracePt t="3224" x="2008188" y="2644775"/>
          <p14:tracePt t="3241" x="2008188" y="2657475"/>
          <p14:tracePt t="3421" x="2020888" y="2668588"/>
          <p14:tracePt t="3437" x="2032000" y="2681288"/>
          <p14:tracePt t="3472" x="2043113" y="2705100"/>
          <p14:tracePt t="3490" x="2055813" y="2716213"/>
          <p14:tracePt t="3505" x="2066925" y="2716213"/>
          <p14:tracePt t="3522" x="2079625" y="2716213"/>
          <p14:tracePt t="3578" x="2090738" y="2716213"/>
          <p14:tracePt t="3640" x="2103438" y="2728913"/>
          <p14:tracePt t="3656" x="2114550" y="2740025"/>
          <p14:tracePt t="3688" x="2114550" y="2751138"/>
          <p14:tracePt t="3707" x="2114550" y="2763838"/>
          <p14:tracePt t="3739" x="2114550" y="2774950"/>
          <p14:tracePt t="3773" x="2114550" y="2787650"/>
          <p14:tracePt t="4234" x="2079625" y="2787650"/>
          <p14:tracePt t="4251" x="2032000" y="2787650"/>
          <p14:tracePt t="4286" x="1949450" y="2774950"/>
          <p14:tracePt t="4302" x="1936750" y="2774950"/>
          <p14:tracePt t="4319" x="1925638" y="2774950"/>
          <p14:tracePt t="4336" x="1914525" y="2774950"/>
          <p14:tracePt t="4352" x="1901825" y="2774950"/>
          <p14:tracePt t="4371" x="1890713" y="2774950"/>
          <p14:tracePt t="4594" x="1901825" y="2787650"/>
          <p14:tracePt t="4614" x="1914525" y="2811463"/>
          <p14:tracePt t="4631" x="1936750" y="2822575"/>
          <p14:tracePt t="4647" x="1936750" y="2835275"/>
          <p14:tracePt t="4664" x="1973263" y="2857500"/>
          <p14:tracePt t="4682" x="2008188" y="2870200"/>
          <p14:tracePt t="4684" x="2020888" y="2870200"/>
          <p14:tracePt t="4698" x="2043113" y="2894013"/>
          <p14:tracePt t="4718" x="2066925" y="2905125"/>
          <p14:tracePt t="4719" x="2079625" y="2905125"/>
          <p14:tracePt t="4733" x="2103438" y="2905125"/>
          <p14:tracePt t="4748" x="2114550" y="2917825"/>
          <p14:tracePt t="4765" x="2127250" y="2917825"/>
          <p14:tracePt t="4767" x="2138363" y="2917825"/>
          <p14:tracePt t="4799" x="2162175" y="2917825"/>
          <p14:tracePt t="4816" x="2209800" y="2917825"/>
          <p14:tracePt t="4833" x="2244725" y="2917825"/>
          <p14:tracePt t="4837" x="2255838" y="2917825"/>
          <p14:tracePt t="4848" x="2268538" y="2917825"/>
          <p14:tracePt t="4868" x="2327275" y="2917825"/>
          <p14:tracePt t="4882" x="2362200" y="2917825"/>
          <p14:tracePt t="4887" x="2374900" y="2917825"/>
          <p14:tracePt t="4897" x="2386013" y="2917825"/>
          <p14:tracePt t="4916" x="2409825" y="2917825"/>
          <p14:tracePt t="4933" x="2422525" y="2917825"/>
          <p14:tracePt t="4949" x="2433638" y="2917825"/>
          <p14:tracePt t="4965" x="2457450" y="2917825"/>
          <p14:tracePt t="4982" x="2516188" y="2917825"/>
          <p14:tracePt t="4998" x="2598738" y="2940050"/>
          <p14:tracePt t="5015" x="2646363" y="2940050"/>
          <p14:tracePt t="5018" x="2681288" y="2940050"/>
          <p14:tracePt t="5032" x="2728913" y="2940050"/>
          <p14:tracePt t="5048" x="2787650" y="2928938"/>
          <p14:tracePt t="5066" x="2906713" y="2917825"/>
          <p14:tracePt t="5082" x="2965450" y="2905125"/>
          <p14:tracePt t="5097" x="2989263" y="2905125"/>
          <p14:tracePt t="5391" x="3249613" y="2870200"/>
          <p14:tracePt t="5412" x="3886200" y="2774950"/>
          <p14:tracePt t="5413" x="4029075" y="2751138"/>
          <p14:tracePt t="5428" x="4276725" y="2740025"/>
          <p14:tracePt t="5445" x="4454525" y="2705100"/>
          <p14:tracePt t="5463" x="4678363" y="2681288"/>
          <p14:tracePt t="5479" x="4832350" y="2644775"/>
          <p14:tracePt t="5495" x="4938713" y="2633663"/>
          <p14:tracePt t="5498" x="4973638" y="2622550"/>
          <p14:tracePt t="5513" x="5068888" y="2622550"/>
          <p14:tracePt t="5529" x="5151438" y="2622550"/>
          <p14:tracePt t="5532" x="5186363" y="2622550"/>
          <p14:tracePt t="5547" x="5245100" y="2622550"/>
          <p14:tracePt t="5562" x="5303838" y="2622550"/>
          <p14:tracePt t="5578" x="5351463" y="2622550"/>
          <p14:tracePt t="5581" x="5364163" y="2622550"/>
          <p14:tracePt t="5595" x="5399088" y="2622550"/>
          <p14:tracePt t="5613" x="5422900" y="2622550"/>
          <p14:tracePt t="5614" x="5446713" y="2622550"/>
          <p14:tracePt t="5627" x="5470525" y="2622550"/>
          <p14:tracePt t="5644" x="5481638" y="2622550"/>
          <p14:tracePt t="5660" x="5505450" y="2622550"/>
          <p14:tracePt t="5677" x="5540375" y="2622550"/>
          <p14:tracePt t="5713" x="5553075" y="2622550"/>
          <p14:tracePt t="5729" x="5564188" y="2622550"/>
          <p14:tracePt t="5746" x="5576888" y="2622550"/>
          <p14:tracePt t="6109" x="5457825" y="2622550"/>
          <p14:tracePt t="6127" x="5103813" y="2609850"/>
          <p14:tracePt t="6157" x="4678363" y="2574925"/>
          <p14:tracePt t="6175" x="4606925" y="2562225"/>
          <p14:tracePt t="6178" x="4572000" y="2562225"/>
          <p14:tracePt t="6190" x="4524375" y="2551113"/>
          <p14:tracePt t="6192" x="4500563" y="2551113"/>
          <p14:tracePt t="6207" x="4465638" y="2540000"/>
          <p14:tracePt t="6224" x="4441825" y="2540000"/>
          <p14:tracePt t="6226" x="4418013" y="2527300"/>
          <p14:tracePt t="6241" x="4394200" y="2527300"/>
          <p14:tracePt t="6258" x="4370388" y="2527300"/>
          <p14:tracePt t="6273" x="4370388" y="2516188"/>
          <p14:tracePt t="6291" x="4359275" y="2516188"/>
          <p14:tracePt t="6307" x="4348163" y="2503488"/>
          <p14:tracePt t="6325" x="4335463" y="2492375"/>
          <p14:tracePt t="6423" x="4359275" y="2492375"/>
          <p14:tracePt t="6440" x="4383088" y="2492375"/>
          <p14:tracePt t="6457" x="4418013" y="2492375"/>
          <p14:tracePt t="6474" x="4441825" y="2492375"/>
          <p14:tracePt t="6475" x="4454525" y="2492375"/>
          <p14:tracePt t="6506" x="4489450" y="2492375"/>
          <p14:tracePt t="6523" x="4500563" y="2492375"/>
          <p14:tracePt t="6541" x="4513263" y="2492375"/>
          <p14:tracePt t="6574" x="4524375" y="2492375"/>
          <p14:tracePt t="6590" x="4537075" y="2492375"/>
          <p14:tracePt t="6606" x="4560888" y="2492375"/>
          <p14:tracePt t="6607" x="4572000" y="2492375"/>
          <p14:tracePt t="6623" x="4583113" y="2492375"/>
          <p14:tracePt t="6641" x="4595813" y="2492375"/>
          <p14:tracePt t="6673" x="4606925" y="2492375"/>
          <p14:tracePt t="6797" x="4606925" y="2503488"/>
          <p14:tracePt t="6827" x="4606925" y="2516188"/>
          <p14:tracePt t="6843" x="4606925" y="2527300"/>
          <p14:tracePt t="6873" x="4606925" y="2551113"/>
          <p14:tracePt t="6907" x="4606925" y="2562225"/>
          <p14:tracePt t="6923" x="4606925" y="2574925"/>
          <p14:tracePt t="6956" x="4606925" y="2586038"/>
          <p14:tracePt t="7077" x="4606925" y="2598738"/>
          <p14:tracePt t="7095" x="4606925" y="2609850"/>
          <p14:tracePt t="7124" x="4606925" y="2622550"/>
          <p14:tracePt t="7141" x="4606925" y="2633663"/>
          <p14:tracePt t="7158" x="4606925" y="2644775"/>
          <p14:tracePt t="7175" x="4606925" y="2657475"/>
          <p14:tracePt t="7193" x="4606925" y="2668588"/>
          <p14:tracePt t="7297" x="4606925" y="2681288"/>
          <p14:tracePt t="7328" x="4606925" y="2692400"/>
          <p14:tracePt t="7344" x="4606925" y="2705100"/>
          <p14:tracePt t="7562" x="4595813" y="2705100"/>
          <p14:tracePt t="7610" x="4595813" y="2716213"/>
          <p14:tracePt t="7625" x="4572000" y="2728913"/>
          <p14:tracePt t="7655" x="4513263" y="2740025"/>
          <p14:tracePt t="7671" x="4476750" y="2751138"/>
          <p14:tracePt t="7688" x="4454525" y="2763838"/>
          <p14:tracePt t="7705" x="4441825" y="2763838"/>
          <p14:tracePt t="7720" x="4430713" y="2763838"/>
          <p14:tracePt t="7738" x="4406900" y="2763838"/>
          <p14:tracePt t="7755" x="4359275" y="2774950"/>
          <p14:tracePt t="7773" x="4287838" y="2787650"/>
          <p14:tracePt t="7788" x="4075113" y="2822575"/>
          <p14:tracePt t="7804" x="3862388" y="2835275"/>
          <p14:tracePt t="7823" x="3354388" y="2870200"/>
          <p14:tracePt t="7838" x="2965450" y="2870200"/>
          <p14:tracePt t="7857" x="2611438" y="2870200"/>
          <p14:tracePt t="7859" x="2457450" y="2894013"/>
          <p14:tracePt t="7872" x="2197100" y="2894013"/>
          <p14:tracePt t="7889" x="2032000" y="2905125"/>
          <p14:tracePt t="7907" x="1843088" y="2928938"/>
          <p14:tracePt t="7922" x="1736725" y="2940050"/>
          <p14:tracePt t="7938" x="1630363" y="2952750"/>
          <p14:tracePt t="7956" x="1512888" y="2963863"/>
          <p14:tracePt t="7971" x="1452563" y="2976563"/>
          <p14:tracePt t="7989" x="1382713" y="2987675"/>
          <p14:tracePt t="7991" x="1335088" y="3000375"/>
          <p14:tracePt t="8005" x="1276350" y="3024188"/>
          <p14:tracePt t="8023" x="1217613" y="3070225"/>
          <p14:tracePt t="8027" x="1204913" y="3070225"/>
          <p14:tracePt t="8038" x="1181100" y="3082925"/>
          <p14:tracePt t="8039" x="1169988" y="3094038"/>
          <p14:tracePt t="8056" x="1157288" y="3094038"/>
          <p14:tracePt t="8343" x="1074738" y="3094038"/>
          <p14:tracePt t="8366" x="957263" y="3094038"/>
          <p14:tracePt t="8382" x="909638" y="3082925"/>
          <p14:tracePt t="8401" x="874713" y="3082925"/>
          <p14:tracePt t="8402" x="862013" y="3070225"/>
          <p14:tracePt t="8432" x="838200" y="3070225"/>
          <p14:tracePt t="8449" x="827088" y="3070225"/>
          <p14:tracePt t="8655" x="827088" y="3059113"/>
          <p14:tracePt t="8671" x="838200" y="3059113"/>
          <p14:tracePt t="8697" x="862013" y="3059113"/>
          <p14:tracePt t="8715" x="898525" y="3059113"/>
          <p14:tracePt t="8731" x="920750" y="3059113"/>
          <p14:tracePt t="8748" x="933450" y="3059113"/>
          <p14:tracePt t="8765" x="944563" y="3059113"/>
          <p14:tracePt t="8783" x="957263" y="3059113"/>
          <p14:tracePt t="8799" x="968375" y="3059113"/>
          <p14:tracePt t="8816" x="981075" y="3059113"/>
          <p14:tracePt t="8818" x="992188" y="3059113"/>
          <p14:tracePt t="8849" x="1027113" y="3024188"/>
          <p14:tracePt t="8865" x="1063625" y="3024188"/>
          <p14:tracePt t="8866" x="1074738" y="3011488"/>
          <p14:tracePt t="8883" x="1098550" y="3000375"/>
          <p14:tracePt t="8899" x="1111250" y="2987675"/>
          <p14:tracePt t="8902" x="1122363" y="2987675"/>
          <p14:tracePt t="8915" x="1157288" y="2987675"/>
          <p14:tracePt t="8931" x="1181100" y="2987675"/>
          <p14:tracePt t="8952" x="1252538" y="2987675"/>
          <p14:tracePt t="8966" x="1276350" y="2987675"/>
          <p14:tracePt t="8983" x="1311275" y="2987675"/>
          <p14:tracePt t="9000" x="1335088" y="2976563"/>
          <p14:tracePt t="9017" x="1346200" y="2976563"/>
          <p14:tracePt t="9032" x="1358900" y="2963863"/>
          <p14:tracePt t="9050" x="1370013" y="2952750"/>
          <p14:tracePt t="9066" x="1370013" y="2940050"/>
          <p14:tracePt t="9083" x="1370013" y="2928938"/>
          <p14:tracePt t="9099" x="1370013" y="2917825"/>
          <p14:tracePt t="9116" x="1370013" y="2905125"/>
          <p14:tracePt t="9172" x="1382713" y="2905125"/>
          <p14:tracePt t="9203" x="1393825" y="2905125"/>
          <p14:tracePt t="9218" x="1406525" y="2905125"/>
          <p14:tracePt t="9249" x="1417638" y="2905125"/>
          <p14:tracePt t="9282" x="1428750" y="2905125"/>
          <p14:tracePt t="9327" x="1441450" y="2905125"/>
          <p14:tracePt t="9374" x="1476375" y="2905125"/>
          <p14:tracePt t="9389" x="1500188" y="2905125"/>
          <p14:tracePt t="9416" x="1558925" y="2905125"/>
          <p14:tracePt t="9433" x="1606550" y="2905125"/>
          <p14:tracePt t="9450" x="1654175" y="2905125"/>
          <p14:tracePt t="9467" x="1689100" y="2905125"/>
          <p14:tracePt t="9483" x="1725613" y="2905125"/>
          <p14:tracePt t="9484" x="1747838" y="2905125"/>
          <p14:tracePt t="9499" x="1760538" y="2905125"/>
          <p14:tracePt t="9515" x="1771650" y="2905125"/>
          <p14:tracePt t="9532" x="1795463" y="2905125"/>
          <p14:tracePt t="9549" x="1819275" y="2905125"/>
          <p14:tracePt t="9566" x="1830388" y="2905125"/>
          <p14:tracePt t="9569" x="1854200" y="2905125"/>
          <p14:tracePt t="9582" x="1878013" y="2905125"/>
          <p14:tracePt t="9600" x="1901825" y="2917825"/>
          <p14:tracePt t="9617" x="1925638" y="2928938"/>
          <p14:tracePt t="9632" x="1936750" y="2928938"/>
          <p14:tracePt t="9650" x="1949450" y="2940050"/>
          <p14:tracePt t="9667" x="1960563" y="2940050"/>
          <p14:tracePt t="9682" x="1973263" y="2940050"/>
          <p14:tracePt t="9734" x="1973263" y="2952750"/>
          <p14:tracePt t="9749" x="1984375" y="2963863"/>
          <p14:tracePt t="9765" x="2008188" y="2963863"/>
          <p14:tracePt t="9782" x="2020888" y="2976563"/>
          <p14:tracePt t="9783" x="2032000" y="2976563"/>
          <p14:tracePt t="9798" x="2043113" y="2976563"/>
          <p14:tracePt t="9816" x="2055813" y="2976563"/>
          <p14:tracePt t="9850" x="2079625" y="2976563"/>
          <p14:tracePt t="9883" x="2103438" y="3000375"/>
          <p14:tracePt t="9898" x="2114550" y="3011488"/>
          <p14:tracePt t="9915" x="2149475" y="3024188"/>
          <p14:tracePt t="9931" x="2185988" y="3035300"/>
          <p14:tracePt t="9948" x="2209800" y="3035300"/>
          <p14:tracePt t="9964" x="2233613" y="3035300"/>
          <p14:tracePt t="9981" x="2255838" y="3035300"/>
          <p14:tracePt t="9998" x="2303463" y="3035300"/>
          <p14:tracePt t="10015" x="2386013" y="3059113"/>
          <p14:tracePt t="10031" x="2457450" y="3059113"/>
          <p14:tracePt t="10032" x="2481263" y="3059113"/>
          <p14:tracePt t="10048" x="2563813" y="3059113"/>
          <p14:tracePt t="10066" x="2635250" y="3070225"/>
          <p14:tracePt t="10067" x="2657475" y="3070225"/>
          <p14:tracePt t="10081" x="2717800" y="3082925"/>
          <p14:tracePt t="10097" x="2763838" y="3082925"/>
          <p14:tracePt t="10114" x="2811463" y="3094038"/>
          <p14:tracePt t="10115" x="2835275" y="3106738"/>
          <p14:tracePt t="10131" x="2882900" y="3106738"/>
          <p14:tracePt t="10484" x="3178175" y="3094038"/>
          <p14:tracePt t="10503" x="3425825" y="3059113"/>
          <p14:tracePt t="10519" x="3614738" y="3024188"/>
          <p14:tracePt t="10520" x="3697288" y="3024188"/>
          <p14:tracePt t="10536" x="3875088" y="3000375"/>
          <p14:tracePt t="10552" x="4040188" y="2963863"/>
          <p14:tracePt t="10553" x="4122738" y="2952750"/>
          <p14:tracePt t="10570" x="4300538" y="2917825"/>
          <p14:tracePt t="10586" x="4476750" y="2881313"/>
          <p14:tracePt t="10603" x="4630738" y="2870200"/>
          <p14:tracePt t="10620" x="4737100" y="2870200"/>
          <p14:tracePt t="10637" x="4867275" y="2870200"/>
          <p14:tracePt t="10653" x="4962525" y="2870200"/>
          <p14:tracePt t="10670" x="5056188" y="2870200"/>
          <p14:tracePt t="10672" x="5091113" y="2870200"/>
          <p14:tracePt t="10687" x="5175250" y="2881313"/>
          <p14:tracePt t="10702" x="5210175" y="2894013"/>
          <p14:tracePt t="10721" x="5281613" y="2894013"/>
          <p14:tracePt t="10736" x="5303838" y="2894013"/>
          <p14:tracePt t="10753" x="5340350" y="2894013"/>
          <p14:tracePt t="10771" x="5351463" y="2894013"/>
          <p14:tracePt t="11186" x="5492750" y="2894013"/>
          <p14:tracePt t="11204" x="5588000" y="2894013"/>
          <p14:tracePt t="11238" x="5835650" y="2894013"/>
          <p14:tracePt t="11255" x="6061075" y="2905125"/>
          <p14:tracePt t="11272" x="6202363" y="2905125"/>
          <p14:tracePt t="11290" x="6308725" y="2917825"/>
          <p14:tracePt t="11291" x="6367463" y="2928938"/>
          <p14:tracePt t="11306" x="6462713" y="2940050"/>
          <p14:tracePt t="11322" x="6627813" y="2940050"/>
          <p14:tracePt t="11339" x="7077075" y="3000375"/>
          <p14:tracePt t="11355" x="7348538" y="3011488"/>
          <p14:tracePt t="11373" x="7572375" y="3046413"/>
          <p14:tracePt t="11374" x="7667625" y="3059113"/>
          <p14:tracePt t="11389" x="7797800" y="3070225"/>
          <p14:tracePt t="11406" x="7880350" y="3070225"/>
          <p14:tracePt t="11421" x="7997825" y="3106738"/>
          <p14:tracePt t="11437" x="8045450" y="3106738"/>
          <p14:tracePt t="11455" x="8093075" y="3106738"/>
          <p14:tracePt t="11457" x="8116888" y="3106738"/>
          <p14:tracePt t="11472" x="8175625" y="3106738"/>
          <p14:tracePt t="11490" x="8258175" y="3082925"/>
          <p14:tracePt t="11491" x="8293100" y="3082925"/>
          <p14:tracePt t="11506" x="8351838" y="3070225"/>
          <p14:tracePt t="11797" x="8494713" y="3059113"/>
          <p14:tracePt t="11816" x="8612188" y="3046413"/>
          <p14:tracePt t="11833" x="8718550" y="3046413"/>
          <p14:tracePt t="11851" x="8766175" y="3046413"/>
          <p14:tracePt t="11852" x="8789988" y="3046413"/>
          <p14:tracePt t="11868" x="8837613" y="3046413"/>
          <p14:tracePt t="11884" x="8896350" y="3046413"/>
          <p14:tracePt t="11902" x="8955088" y="3059113"/>
          <p14:tracePt t="11918" x="8966200" y="3059113"/>
          <p14:tracePt t="11951" x="9002713" y="3106738"/>
          <p14:tracePt t="11969" x="9013825" y="3117850"/>
          <p14:tracePt t="11985" x="9013825" y="3130550"/>
          <p14:tracePt t="12031" x="9002713" y="3130550"/>
          <p14:tracePt t="12050" x="8990013" y="3130550"/>
          <p14:tracePt t="12069" x="8978900" y="3130550"/>
          <p14:tracePt t="12264" x="8978900" y="3117850"/>
          <p14:tracePt t="12281" x="8978900" y="3106738"/>
          <p14:tracePt t="12306" x="8978900" y="3094038"/>
          <p14:tracePt t="12339" x="8978900" y="3070225"/>
          <p14:tracePt t="12374" x="8978900" y="3059113"/>
          <p14:tracePt t="12390" x="8978900" y="3046413"/>
          <p14:tracePt t="12407" x="9026525" y="3035300"/>
          <p14:tracePt t="12423" x="9072563" y="3024188"/>
          <p14:tracePt t="12441" x="9167813" y="3000375"/>
          <p14:tracePt t="12457" x="9274175" y="2987675"/>
          <p14:tracePt t="12458" x="9345613" y="2963863"/>
          <p14:tracePt t="12475" x="9450388" y="2952750"/>
          <p14:tracePt t="12492" x="9556750" y="2940050"/>
          <p14:tracePt t="12508" x="9604375" y="2940050"/>
          <p14:tracePt t="12524" x="9628188" y="2940050"/>
          <p14:tracePt t="12526" x="9652000" y="2940050"/>
          <p14:tracePt t="12543" x="9675813" y="2940050"/>
          <p14:tracePt t="12559" x="9699625" y="2940050"/>
          <p14:tracePt t="12562" x="9710738" y="2940050"/>
          <p14:tracePt t="12610" x="9734550" y="2940050"/>
          <p14:tracePt t="12765" x="9747250" y="2940050"/>
          <p14:tracePt t="12783" x="9758363" y="2940050"/>
          <p14:tracePt t="12818" x="9782175" y="2952750"/>
          <p14:tracePt t="12833" x="9793288" y="2952750"/>
          <p14:tracePt t="12850" x="9805988" y="2952750"/>
          <p14:tracePt t="12884" x="9805988" y="2963863"/>
          <p14:tracePt t="12902" x="9805988" y="2976563"/>
          <p14:tracePt t="12938" x="9805988" y="2987675"/>
          <p14:tracePt t="12967" x="9805988" y="3011488"/>
          <p14:tracePt t="13004" x="9817100" y="3035300"/>
          <p14:tracePt t="13093" x="9829800" y="3046413"/>
          <p14:tracePt t="13124" x="9829800" y="3070225"/>
          <p14:tracePt t="13140" x="9840913" y="3094038"/>
          <p14:tracePt t="13168" x="9853613" y="3117850"/>
          <p14:tracePt t="13185" x="9853613" y="3130550"/>
          <p14:tracePt t="13186" x="9853613" y="3141663"/>
          <p14:tracePt t="13219" x="9853613" y="3152775"/>
          <p14:tracePt t="13314" x="9864725" y="3152775"/>
          <p14:tracePt t="13374" x="9875838" y="3165475"/>
          <p14:tracePt t="13390" x="9875838" y="3176588"/>
          <p14:tracePt t="13936" x="9663113" y="3224213"/>
          <p14:tracePt t="13954" x="9191625" y="3259138"/>
          <p14:tracePt t="13988" x="7585075" y="3508375"/>
          <p14:tracePt t="14006" x="6875463" y="3649663"/>
          <p14:tracePt t="14023" x="6532563" y="3732213"/>
          <p14:tracePt t="14041" x="6237288" y="3790950"/>
          <p14:tracePt t="14055" x="6130925" y="3825875"/>
          <p14:tracePt t="14073" x="6061075" y="3862388"/>
          <p14:tracePt t="14090" x="6000750" y="3897313"/>
          <p14:tracePt t="14452" x="5811838" y="3897313"/>
          <p14:tracePt t="14471" x="5364163" y="3897313"/>
          <p14:tracePt t="14488" x="5221288" y="3897313"/>
          <p14:tracePt t="14506" x="5091113" y="3897313"/>
          <p14:tracePt t="14523" x="5045075" y="3897313"/>
          <p14:tracePt t="14538" x="5008563" y="3897313"/>
          <p14:tracePt t="14540" x="4997450" y="3897313"/>
          <p14:tracePt t="14555" x="4984750" y="3897313"/>
          <p14:tracePt t="14572" x="4962525" y="3897313"/>
          <p14:tracePt t="14589" x="4914900" y="3910013"/>
          <p14:tracePt t="14605" x="4867275" y="3932238"/>
          <p14:tracePt t="14622" x="4819650" y="3944938"/>
          <p14:tracePt t="14639" x="4760913" y="3956050"/>
          <p14:tracePt t="14655" x="4737100" y="3968750"/>
          <p14:tracePt t="14671" x="4713288" y="3968750"/>
          <p14:tracePt t="14688" x="4689475" y="3968750"/>
          <p14:tracePt t="14706" x="4678363" y="3968750"/>
          <p14:tracePt t="14722" x="4667250" y="3968750"/>
          <p14:tracePt t="15609" x="4713288" y="3979863"/>
          <p14:tracePt t="15626" x="4795838" y="3992563"/>
          <p14:tracePt t="15662" x="4938713" y="4003675"/>
          <p14:tracePt t="15680" x="4973638" y="4003675"/>
          <p14:tracePt t="15682" x="4997450" y="4003675"/>
          <p14:tracePt t="15695" x="5032375" y="4003675"/>
          <p14:tracePt t="15711" x="5114925" y="4003675"/>
          <p14:tracePt t="15728" x="5233988" y="3992563"/>
          <p14:tracePt t="15745" x="5316538" y="3992563"/>
          <p14:tracePt t="15762" x="5422900" y="3992563"/>
          <p14:tracePt t="15763" x="5481638" y="3992563"/>
          <p14:tracePt t="15780" x="5599113" y="3992563"/>
          <p14:tracePt t="15795" x="5694363" y="3992563"/>
          <p14:tracePt t="15812" x="5872163" y="3992563"/>
          <p14:tracePt t="15844" x="6096000" y="4027488"/>
          <p14:tracePt t="15861" x="6213475" y="4038600"/>
          <p14:tracePt t="15877" x="6261100" y="4051300"/>
          <p14:tracePt t="15894" x="6284913" y="4051300"/>
          <p14:tracePt t="15894" x="6297613" y="4051300"/>
          <p14:tracePt t="15910" x="6343650" y="4051300"/>
          <p14:tracePt t="15927" x="6391275" y="4051300"/>
          <p14:tracePt t="15944" x="6450013" y="4051300"/>
          <p14:tracePt t="15962" x="6473825" y="4051300"/>
          <p14:tracePt t="15979" x="6497638" y="4051300"/>
          <p14:tracePt t="16327" x="6686550" y="4051300"/>
          <p14:tracePt t="16343" x="7135813" y="4027488"/>
          <p14:tracePt t="16366" x="7691438" y="4027488"/>
          <p14:tracePt t="16367" x="7832725" y="4027488"/>
          <p14:tracePt t="16382" x="8104188" y="4038600"/>
          <p14:tracePt t="16400" x="8293100" y="4051300"/>
          <p14:tracePt t="16401" x="8423275" y="4075113"/>
          <p14:tracePt t="16416" x="8601075" y="4121150"/>
          <p14:tracePt t="16434" x="8777288" y="4157663"/>
          <p14:tracePt t="16452" x="8955088" y="4168775"/>
          <p14:tracePt t="16466" x="9061450" y="4181475"/>
          <p14:tracePt t="16484" x="9155113" y="4192588"/>
          <p14:tracePt t="16485" x="9191625" y="4192588"/>
          <p14:tracePt t="16501" x="9250363" y="4205288"/>
          <p14:tracePt t="16517" x="9297988" y="4205288"/>
          <p14:tracePt t="16535" x="9356725" y="4205288"/>
          <p14:tracePt t="16551" x="9391650" y="4181475"/>
          <p14:tracePt t="16568" x="9404350" y="4168775"/>
          <p14:tracePt t="17125" x="9439275" y="4168775"/>
          <p14:tracePt t="17141" x="9556750" y="4192588"/>
          <p14:tracePt t="17168" x="9782175" y="4216400"/>
          <p14:tracePt t="17184" x="9853613" y="4227513"/>
          <p14:tracePt t="17201" x="9971088" y="4240213"/>
          <p14:tracePt t="17218" x="10018713" y="4251325"/>
          <p14:tracePt t="17234" x="10064750" y="4264025"/>
          <p14:tracePt t="17237" x="10088563" y="4264025"/>
          <p14:tracePt t="17251" x="10112375" y="4264025"/>
          <p14:tracePt t="17267" x="10148888" y="4264025"/>
          <p14:tracePt t="17283" x="10183813" y="4264025"/>
          <p14:tracePt t="17285" x="10194925" y="4264025"/>
          <p14:tracePt t="17301" x="10207625" y="4264025"/>
          <p14:tracePt t="17318" x="10218738" y="4251325"/>
          <p14:tracePt t="17321" x="10231438" y="4251325"/>
          <p14:tracePt t="18687" x="10183813" y="4251325"/>
          <p14:tracePt t="18704" x="10160000" y="4251325"/>
          <p14:tracePt t="18741" x="10101263" y="4251325"/>
          <p14:tracePt t="18757" x="10077450" y="4264025"/>
          <p14:tracePt t="18773" x="10053638" y="4264025"/>
          <p14:tracePt t="18807" x="10042525" y="4264025"/>
          <p14:tracePt t="18822" x="10029825" y="4275138"/>
          <p14:tracePt t="18840" x="10018713" y="4287838"/>
          <p14:tracePt t="18856" x="10018713" y="4298950"/>
          <p14:tracePt t="18873" x="10006013" y="4310063"/>
          <p14:tracePt t="18905" x="9994900" y="4310063"/>
          <p14:tracePt t="18923" x="9982200" y="4310063"/>
          <p14:tracePt t="18941" x="9936163" y="4310063"/>
          <p14:tracePt t="18957" x="9888538" y="4310063"/>
          <p14:tracePt t="18957" x="9864725" y="4310063"/>
          <p14:tracePt t="18972" x="9793288" y="4322763"/>
          <p14:tracePt t="18988" x="9710738" y="4322763"/>
          <p14:tracePt t="19006" x="9593263" y="4333875"/>
          <p14:tracePt t="19023" x="9521825" y="4333875"/>
          <p14:tracePt t="19040" x="9450388" y="4333875"/>
          <p14:tracePt t="19042" x="9404350" y="4333875"/>
          <p14:tracePt t="19056" x="9367838" y="4333875"/>
          <p14:tracePt t="19058" x="9332913" y="4333875"/>
          <p14:tracePt t="19073" x="9274175" y="4333875"/>
          <p14:tracePt t="19090" x="9215438" y="4333875"/>
          <p14:tracePt t="19091" x="9191625" y="4333875"/>
          <p14:tracePt t="19106" x="9144000" y="4346575"/>
          <p14:tracePt t="19124" x="9096375" y="4346575"/>
          <p14:tracePt t="19127" x="9085263" y="4346575"/>
          <p14:tracePt t="19140" x="9061450" y="4346575"/>
          <p14:tracePt t="19157" x="9048750" y="4357688"/>
          <p14:tracePt t="19159" x="9037638" y="4370388"/>
          <p14:tracePt t="19173" x="9002713" y="4370388"/>
          <p14:tracePt t="19189" x="8942388" y="4381500"/>
          <p14:tracePt t="19205" x="8883650" y="4381500"/>
          <p14:tracePt t="19222" x="8801100" y="4381500"/>
          <p14:tracePt t="19238" x="8753475" y="4381500"/>
          <p14:tracePt t="19255" x="8707438" y="4381500"/>
          <p14:tracePt t="19256" x="8683625" y="4381500"/>
          <p14:tracePt t="19271" x="8612188" y="4381500"/>
          <p14:tracePt t="19290" x="8553450" y="4381500"/>
          <p14:tracePt t="19291" x="8518525" y="4381500"/>
          <p14:tracePt t="19306" x="8494713" y="4381500"/>
          <p14:tracePt t="19307" x="8434388" y="4394200"/>
          <p14:tracePt t="19322" x="8329613" y="4394200"/>
          <p14:tracePt t="19340" x="8151813" y="4416425"/>
          <p14:tracePt t="19357" x="8045450" y="4452938"/>
          <p14:tracePt t="19373" x="7950200" y="4476750"/>
          <p14:tracePt t="19379" x="7904163" y="4487863"/>
          <p14:tracePt t="19382" x="7867650" y="4500563"/>
          <p14:tracePt t="19406" x="7821613" y="4522788"/>
          <p14:tracePt t="19765" x="7667625" y="4522788"/>
          <p14:tracePt t="19785" x="7123113" y="4511675"/>
          <p14:tracePt t="19800" x="6686550" y="4511675"/>
          <p14:tracePt t="19817" x="6308725" y="4511675"/>
          <p14:tracePt t="19818" x="6119813" y="4522788"/>
          <p14:tracePt t="19833" x="5741988" y="4522788"/>
          <p14:tracePt t="19851" x="5457825" y="4522788"/>
          <p14:tracePt t="19867" x="5257800" y="4535488"/>
          <p14:tracePt t="19867" x="5186363" y="4559300"/>
          <p14:tracePt t="19883" x="5056188" y="4559300"/>
          <p14:tracePt t="19901" x="4949825" y="4570413"/>
          <p14:tracePt t="19905" x="4891088" y="4583113"/>
          <p14:tracePt t="19917" x="4795838" y="4605338"/>
          <p14:tracePt t="19934" x="4689475" y="4641850"/>
          <p14:tracePt t="19950" x="4524375" y="4676775"/>
          <p14:tracePt t="19966" x="4430713" y="4724400"/>
          <p14:tracePt t="19983" x="4359275" y="4735513"/>
          <p14:tracePt t="19999" x="4252913" y="4772025"/>
          <p14:tracePt t="20016" x="4194175" y="4795838"/>
          <p14:tracePt t="20034" x="4087813" y="4830763"/>
          <p14:tracePt t="20050" x="4029075" y="4854575"/>
          <p14:tracePt t="20066" x="3981450" y="4889500"/>
          <p14:tracePt t="20085" x="3898900" y="4937125"/>
          <p14:tracePt t="20099" x="3862388" y="4972050"/>
          <p14:tracePt t="20117" x="3803650" y="5006975"/>
          <p14:tracePt t="20133" x="3779838" y="5019675"/>
          <p14:tracePt t="20151" x="3757613" y="5030788"/>
          <p14:tracePt t="20672" x="3744913" y="5054600"/>
          <p14:tracePt t="20689" x="3709988" y="5149850"/>
          <p14:tracePt t="20724" x="3686175" y="5302250"/>
          <p14:tracePt t="20742" x="3697288" y="5373688"/>
          <p14:tracePt t="20744" x="3709988" y="5397500"/>
          <p14:tracePt t="20758" x="3768725" y="5480050"/>
          <p14:tracePt t="20774" x="3898900" y="5586413"/>
          <p14:tracePt t="20792" x="4135438" y="5786438"/>
          <p14:tracePt t="20807" x="4252913" y="5870575"/>
          <p14:tracePt t="20825" x="4359275" y="5953125"/>
          <p14:tracePt t="20827" x="4394200" y="5988050"/>
          <p14:tracePt t="20857" x="4489450" y="6046788"/>
          <p14:tracePt t="20874" x="4548188" y="6046788"/>
          <p14:tracePt t="20890" x="4572000" y="6046788"/>
          <p14:tracePt t="21188" x="4737100" y="6094413"/>
          <p14:tracePt t="21205" x="5151438" y="6211888"/>
          <p14:tracePt t="21223" x="5576888" y="6342063"/>
          <p14:tracePt t="21240" x="5835650" y="6413500"/>
          <p14:tracePt t="21257" x="6191250" y="6519863"/>
          <p14:tracePt t="21272" x="6402388" y="6602413"/>
          <p14:tracePt t="21288" x="6592888" y="6708775"/>
          <p14:tracePt t="21307" x="6792913" y="6850063"/>
          <p14:tracePt t="21322" x="6888163" y="6921500"/>
          <p14:tracePt t="21340" x="6958013" y="6967538"/>
          <p14:tracePt t="21344" x="6981825" y="6991350"/>
          <p14:tracePt t="21349" x="7005638" y="7004050"/>
          <p14:tracePt t="21355" x="7029450" y="7015163"/>
          <p14:tracePt t="21374" x="7064375" y="7051675"/>
          <p14:tracePt t="21380" x="7077075" y="7051675"/>
          <p14:tracePt t="21382" x="7100888" y="7062788"/>
          <p14:tracePt t="21406" x="7123113" y="7062788"/>
          <p14:tracePt t="21440" x="7123113" y="7038975"/>
          <p14:tracePt t="21457" x="7123113" y="7004050"/>
          <p14:tracePt t="21459" x="7123113" y="6991350"/>
          <p14:tracePt t="21472" x="7123113" y="6980238"/>
          <p14:tracePt t="21999" x="7194550" y="6956425"/>
          <p14:tracePt t="22000" x="7229475" y="6945313"/>
          <p14:tracePt t="22018" x="7289800" y="6932613"/>
          <p14:tracePt t="22035" x="7418388" y="6921500"/>
          <p14:tracePt t="22052" x="7513638" y="6921500"/>
          <p14:tracePt t="22070" x="7678738" y="6921500"/>
          <p14:tracePt t="22086" x="7761288" y="6932613"/>
          <p14:tracePt t="22104" x="7843838" y="6945313"/>
          <p14:tracePt t="22105" x="7880350" y="6945313"/>
          <p14:tracePt t="22120" x="7962900" y="6956425"/>
          <p14:tracePt t="22136" x="8032750" y="6967538"/>
          <p14:tracePt t="22153" x="8162925" y="6967538"/>
          <p14:tracePt t="22170" x="8258175" y="6967538"/>
          <p14:tracePt t="22186" x="8329613" y="6967538"/>
          <p14:tracePt t="22189" x="8388350" y="6967538"/>
          <p14:tracePt t="22203" x="8470900" y="6980238"/>
          <p14:tracePt t="22221" x="8577263" y="6980238"/>
          <p14:tracePt t="22224" x="8636000" y="7004050"/>
          <p14:tracePt t="22237" x="8766175" y="7015163"/>
          <p14:tracePt t="22254" x="8872538" y="7015163"/>
          <p14:tracePt t="22259" x="8942388" y="7027863"/>
          <p14:tracePt t="22270" x="8990013" y="7027863"/>
          <p14:tracePt t="22272" x="9048750" y="7038975"/>
          <p14:tracePt t="22286" x="9155113" y="7051675"/>
          <p14:tracePt t="22305" x="9261475" y="7062788"/>
          <p14:tracePt t="22307" x="9321800" y="7086600"/>
          <p14:tracePt t="22320" x="9415463" y="7086600"/>
          <p14:tracePt t="22337" x="9463088" y="7097713"/>
          <p14:tracePt t="22354" x="9510713" y="7097713"/>
          <p14:tracePt t="22370" x="9545638" y="7097713"/>
          <p14:tracePt t="22386" x="9569450" y="7097713"/>
          <p14:tracePt t="22402" x="9580563" y="7097713"/>
          <p14:tracePt t="23234" x="9593263" y="7097713"/>
          <p14:tracePt t="23251" x="9604375" y="7097713"/>
          <p14:tracePt t="23287" x="9628188" y="7097713"/>
          <p14:tracePt t="23302" x="9640888" y="7097713"/>
          <p14:tracePt t="23321" x="9652000" y="7097713"/>
          <p14:tracePt t="23438" x="9663113" y="7097713"/>
          <p14:tracePt t="23455" x="9675813" y="7097713"/>
          <p14:tracePt t="23468" x="9686925" y="7086600"/>
          <p14:tracePt t="23485" x="9710738" y="7073900"/>
          <p14:tracePt t="23501" x="9723438" y="7062788"/>
          <p14:tracePt t="23518" x="9734550" y="7062788"/>
          <p14:tracePt t="23535" x="9769475" y="7062788"/>
          <p14:tracePt t="23552" x="9782175" y="7062788"/>
          <p14:tracePt t="23568" x="9793288" y="7062788"/>
          <p14:tracePt t="23584" x="9805988" y="7062788"/>
          <p14:tracePt t="23602" x="9817100" y="7062788"/>
          <p14:tracePt t="23655" x="9817100" y="7051675"/>
          <p14:tracePt t="23765" x="9805988" y="7051675"/>
          <p14:tracePt t="23784" x="9782175" y="7051675"/>
          <p14:tracePt t="23802" x="9758363" y="7051675"/>
          <p14:tracePt t="23822" x="9734550" y="7051675"/>
          <p14:tracePt t="23836" x="9723438" y="7051675"/>
          <p14:tracePt t="23871" x="9710738" y="7051675"/>
          <p14:tracePt t="23886" x="9686925" y="7051675"/>
          <p14:tracePt t="23902" x="9652000" y="7051675"/>
          <p14:tracePt t="23920" x="9617075" y="7051675"/>
          <p14:tracePt t="23923" x="9593263" y="7051675"/>
          <p14:tracePt t="23953" x="9510713" y="7051675"/>
          <p14:tracePt t="23972" x="9439275" y="7051675"/>
          <p14:tracePt t="23986" x="9391650" y="7051675"/>
          <p14:tracePt t="24003" x="9345613" y="7062788"/>
          <p14:tracePt t="24022" x="9250363" y="7062788"/>
          <p14:tracePt t="24036" x="9191625" y="7062788"/>
          <p14:tracePt t="24053" x="9132888" y="7062788"/>
          <p14:tracePt t="24068" x="9026525" y="7038975"/>
          <p14:tracePt t="24084" x="8966200" y="7038975"/>
          <p14:tracePt t="24102" x="8896350" y="7027863"/>
          <p14:tracePt t="24119" x="8777288" y="7015163"/>
          <p14:tracePt t="24136" x="8694738" y="7015163"/>
          <p14:tracePt t="24154" x="8588375" y="7015163"/>
          <p14:tracePt t="24170" x="8505825" y="7015163"/>
          <p14:tracePt t="24187" x="8399463" y="7004050"/>
          <p14:tracePt t="24188" x="8364538" y="7004050"/>
          <p14:tracePt t="24203" x="8223250" y="6991350"/>
          <p14:tracePt t="24220" x="8069263" y="6967538"/>
          <p14:tracePt t="24223" x="7997825" y="6956425"/>
          <p14:tracePt t="24237" x="7867650" y="6945313"/>
          <p14:tracePt t="24254" x="7773988" y="6932613"/>
          <p14:tracePt t="24257" x="7737475" y="6932613"/>
          <p14:tracePt t="24270" x="7702550" y="6932613"/>
          <p14:tracePt t="24272" x="7654925" y="6921500"/>
          <p14:tracePt t="24286" x="7585075" y="6908800"/>
          <p14:tracePt t="24304" x="7502525" y="6908800"/>
          <p14:tracePt t="24308" x="7466013" y="6897688"/>
          <p14:tracePt t="24320" x="7396163" y="6884988"/>
          <p14:tracePt t="24337" x="7348538" y="6861175"/>
          <p14:tracePt t="24353" x="7300913" y="6850063"/>
          <p14:tracePt t="24356" x="7289800" y="6850063"/>
          <p14:tracePt t="24370" x="7253288" y="6850063"/>
          <p14:tracePt t="24387" x="7229475" y="6838950"/>
          <p14:tracePt t="24420" x="7207250" y="6815138"/>
          <p14:tracePt t="24435" x="7194550" y="6802438"/>
          <p14:tracePt t="24453" x="7183438" y="6778625"/>
          <p14:tracePt t="24470" x="7170738" y="6778625"/>
          <p14:tracePt t="24473" x="7159625" y="6778625"/>
          <p14:tracePt t="24487" x="7159625" y="6767513"/>
          <p14:tracePt t="24502" x="7159625" y="6756400"/>
          <p14:tracePt t="24537" x="7183438" y="6756400"/>
          <p14:tracePt t="24554" x="7242175" y="6756400"/>
          <p14:tracePt t="24557" x="7277100" y="6756400"/>
          <p14:tracePt t="24570" x="7372350" y="6743700"/>
          <p14:tracePt t="24586" x="7478713" y="6732588"/>
          <p14:tracePt t="24603" x="7585075" y="6732588"/>
          <p14:tracePt t="24605" x="7631113" y="6732588"/>
          <p14:tracePt t="24619" x="7737475" y="6719888"/>
          <p14:tracePt t="24636" x="7926388" y="6696075"/>
          <p14:tracePt t="24653" x="8351838" y="6696075"/>
          <p14:tracePt t="24660" x="8470900" y="6696075"/>
          <p14:tracePt t="24669" x="8588375" y="6696075"/>
          <p14:tracePt t="24687" x="8789988" y="6696075"/>
          <p14:tracePt t="24689" x="8883650" y="6719888"/>
          <p14:tracePt t="24704" x="9037638" y="6719888"/>
          <p14:tracePt t="24720" x="9178925" y="6732588"/>
          <p14:tracePt t="24723" x="9239250" y="6732588"/>
          <p14:tracePt t="24737" x="9345613" y="6732588"/>
          <p14:tracePt t="24753" x="9415463" y="6743700"/>
          <p14:tracePt t="24770" x="9498013" y="6756400"/>
          <p14:tracePt t="24773" x="9534525" y="6756400"/>
          <p14:tracePt t="24787" x="9593263" y="6767513"/>
          <p14:tracePt t="24803" x="9640888" y="6778625"/>
          <p14:tracePt t="24805" x="9663113" y="6791325"/>
          <p14:tracePt t="24820" x="9699625" y="6802438"/>
          <p14:tracePt t="24837" x="9723438" y="6815138"/>
          <p14:tracePt t="24852" x="9747250" y="6826250"/>
          <p14:tracePt t="24854" x="9758363" y="6826250"/>
          <p14:tracePt t="24886" x="9782175" y="6826250"/>
          <p14:tracePt t="24920" x="9793288" y="6826250"/>
          <p14:tracePt t="25328" x="9971088" y="6826250"/>
          <p14:tracePt t="25347" x="10218738" y="6838950"/>
          <p14:tracePt t="25363" x="10301288" y="6850063"/>
          <p14:tracePt t="25380" x="10396538" y="6850063"/>
          <p14:tracePt t="25396" x="10502900" y="6884988"/>
          <p14:tracePt t="25413" x="10561638" y="6897688"/>
          <p14:tracePt t="25430" x="10633075" y="6908800"/>
          <p14:tracePt t="25446" x="10691813" y="6908800"/>
          <p14:tracePt t="25463" x="10739438" y="6908800"/>
          <p14:tracePt t="25481" x="10821988" y="6908800"/>
          <p14:tracePt t="25497" x="10880725" y="6897688"/>
          <p14:tracePt t="25515" x="10987088" y="6884988"/>
          <p14:tracePt t="25531" x="11045825" y="6873875"/>
          <p14:tracePt t="25548" x="11104563" y="6861175"/>
          <p14:tracePt t="25550" x="11128375" y="6861175"/>
          <p14:tracePt t="25565" x="11210925" y="6861175"/>
          <p14:tracePt t="25582" x="11247438" y="6873875"/>
          <p14:tracePt t="25598" x="11353800" y="6897688"/>
          <p14:tracePt t="25615" x="11399838" y="6908800"/>
          <p14:tracePt t="25632" x="11460163" y="6921500"/>
          <p14:tracePt t="25647" x="11506200" y="6932613"/>
          <p14:tracePt t="25664" x="11518900" y="6932613"/>
          <p14:tracePt t="25666" x="11530013" y="6932613"/>
          <p14:tracePt t="25681" x="11566525" y="6932613"/>
          <p14:tracePt t="25698" x="11601450" y="6932613"/>
          <p14:tracePt t="26078" x="11707813" y="6932613"/>
          <p14:tracePt t="26094" x="11801475" y="6932613"/>
          <p14:tracePt t="26124" x="11955463" y="6932613"/>
          <p14:tracePt t="26141" x="12003088" y="6932613"/>
          <p14:tracePt t="26157" x="12038013" y="6932613"/>
          <p14:tracePt t="26175" x="12096750" y="6932613"/>
          <p14:tracePt t="26191" x="12133263" y="6932613"/>
          <p14:tracePt t="26208" x="12157075" y="6932613"/>
          <p14:tracePt t="26224" x="12168188" y="6945313"/>
          <p14:tracePt t="26241" x="12192000" y="6945313"/>
          <p14:tracePt t="26258" x="12203113" y="6945313"/>
          <p14:tracePt t="26313" x="12203113" y="6956425"/>
          <p14:tracePt t="26390" x="12215813" y="6956425"/>
          <p14:tracePt t="26437" x="12226925" y="6956425"/>
          <p14:tracePt t="26453" x="12239625" y="6967538"/>
          <p14:tracePt t="26474" x="12250738" y="6980238"/>
          <p14:tracePt t="26491" x="12274550" y="6991350"/>
          <p14:tracePt t="26508" x="12298363" y="6991350"/>
          <p14:tracePt t="26525" x="12309475" y="7004050"/>
          <p14:tracePt t="26542" x="12322175" y="7015163"/>
          <p14:tracePt t="26559" x="12333288" y="7015163"/>
          <p14:tracePt t="26576" x="12345988" y="7015163"/>
          <p14:tracePt t="26610" x="12357100" y="7038975"/>
          <p14:tracePt t="26627" x="12369800" y="7051675"/>
          <p14:tracePt t="26643" x="12380913" y="7062788"/>
          <p14:tracePt t="26645" x="12393613" y="7062788"/>
          <p14:tracePt t="26676" x="12404725" y="7062788"/>
          <p14:tracePt t="26766" x="12415838" y="7073900"/>
          <p14:tracePt t="26780" x="12428538" y="7086600"/>
          <p14:tracePt t="26808" x="12439650" y="7110413"/>
          <p14:tracePt t="26825" x="12439650" y="7121525"/>
          <p14:tracePt t="26826" x="12439650" y="7134225"/>
          <p14:tracePt t="26858" x="12439650" y="7156450"/>
          <p14:tracePt t="26875" x="12439650" y="7169150"/>
          <p14:tracePt t="26891" x="12452350" y="7180263"/>
          <p14:tracePt t="26908" x="12452350" y="7192963"/>
          <p14:tracePt t="27016" x="12452350" y="7204075"/>
          <p14:tracePt t="27030" x="12452350" y="7216775"/>
          <p14:tracePt t="27058" x="12452350" y="7240588"/>
          <p14:tracePt t="27090" x="12452350" y="7251700"/>
          <p14:tracePt t="27157" x="12452350" y="7262813"/>
          <p14:tracePt t="27188" x="12428538" y="7262813"/>
          <p14:tracePt t="27207" x="12345988" y="7262813"/>
          <p14:tracePt t="27208" x="12250738" y="7251700"/>
          <p14:tracePt t="27224" x="11920538" y="7240588"/>
          <p14:tracePt t="27241" x="11293475" y="7240588"/>
          <p14:tracePt t="27258" x="10125075" y="7251700"/>
          <p14:tracePt t="27276" x="9332913" y="7275513"/>
          <p14:tracePt t="27278" x="8872538" y="7323138"/>
          <p14:tracePt t="27292" x="8223250" y="7369175"/>
          <p14:tracePt t="27309" x="7773988" y="7429500"/>
          <p14:tracePt t="27327" x="7242175" y="7512050"/>
          <p14:tracePt t="27343" x="7040563" y="7558088"/>
          <p14:tracePt t="27360" x="6910388" y="7605713"/>
          <p14:tracePt t="27362" x="6864350" y="7629525"/>
          <p14:tracePt t="27377" x="6781800" y="7677150"/>
          <p14:tracePt t="27656" x="6556375" y="7664450"/>
          <p14:tracePt t="27671" x="6048375" y="7629525"/>
          <p14:tracePt t="27700" x="5327650" y="7581900"/>
          <p14:tracePt t="27717" x="5008563" y="7558088"/>
          <p14:tracePt t="27733" x="4902200" y="7535863"/>
          <p14:tracePt t="27750" x="4795838" y="7512050"/>
          <p14:tracePt t="27766" x="4760913" y="7499350"/>
          <p14:tracePt t="27783" x="4713288" y="7488238"/>
          <p14:tracePt t="27785" x="4702175" y="7475538"/>
          <p14:tracePt t="27799" x="4689475" y="7475538"/>
          <p14:tracePt t="27817" x="4667250" y="7475538"/>
          <p14:tracePt t="27850" x="4702175" y="7475538"/>
          <p14:tracePt t="27866" x="4784725" y="7475538"/>
          <p14:tracePt t="27869" x="4856163" y="7475538"/>
          <p14:tracePt t="27882" x="5068888" y="7475538"/>
          <p14:tracePt t="27900" x="5281613" y="7475538"/>
          <p14:tracePt t="27903" x="5386388" y="7475538"/>
          <p14:tracePt t="27931" x="5683250" y="7475538"/>
          <p14:tracePt t="27950" x="5800725" y="7475538"/>
          <p14:tracePt t="27952" x="5859463" y="7475538"/>
          <p14:tracePt t="27965" x="5907088" y="7475538"/>
          <p14:tracePt t="27967" x="5942013" y="7475538"/>
          <p14:tracePt t="27983" x="6024563" y="7451725"/>
          <p14:tracePt t="28000" x="6096000" y="7440613"/>
          <p14:tracePt t="28001" x="6119813" y="7440613"/>
          <p14:tracePt t="28017" x="6167438" y="7440613"/>
          <p14:tracePt t="28033" x="6202363" y="7440613"/>
          <p14:tracePt t="28037" x="6213475" y="7440613"/>
          <p14:tracePt t="28066" x="6237288" y="7440613"/>
          <p14:tracePt t="28098" x="6167438" y="7440613"/>
          <p14:tracePt t="28115" x="6084888" y="7451725"/>
          <p14:tracePt t="28134" x="5954713" y="7451725"/>
          <p14:tracePt t="28150" x="5872163" y="7451725"/>
          <p14:tracePt t="28165" x="5789613" y="7451725"/>
          <p14:tracePt t="28167" x="5729288" y="7451725"/>
          <p14:tracePt t="28181" x="5481638" y="7451725"/>
          <p14:tracePt t="28199" x="5103813" y="7429500"/>
          <p14:tracePt t="28215" x="4465638" y="7429500"/>
          <p14:tracePt t="28232" x="4205288" y="7416800"/>
          <p14:tracePt t="28250" x="3968750" y="7381875"/>
          <p14:tracePt t="28266" x="3862388" y="7381875"/>
          <p14:tracePt t="28284" x="3757613" y="7369175"/>
          <p14:tracePt t="28287" x="3721100" y="7358063"/>
          <p14:tracePt t="28300" x="3614738" y="7346950"/>
          <p14:tracePt t="28317" x="3532188" y="7323138"/>
          <p14:tracePt t="28333" x="3449638" y="7275513"/>
          <p14:tracePt t="28348" x="3414713" y="7262813"/>
          <p14:tracePt t="28367" x="3402013" y="7240588"/>
          <p14:tracePt t="28369" x="3402013" y="7216775"/>
          <p14:tracePt t="28383" x="3425825" y="7192963"/>
          <p14:tracePt t="28399" x="3521075" y="7156450"/>
          <p14:tracePt t="28416" x="3744913" y="7097713"/>
          <p14:tracePt t="28434" x="4324350" y="7027863"/>
          <p14:tracePt t="28449" x="4678363" y="7004050"/>
          <p14:tracePt t="28465" x="5056188" y="7004050"/>
          <p14:tracePt t="28467" x="5221288" y="7004050"/>
          <p14:tracePt t="28482" x="5576888" y="7015163"/>
          <p14:tracePt t="28500" x="5848350" y="7062788"/>
          <p14:tracePt t="28502" x="5989638" y="7086600"/>
          <p14:tracePt t="28517" x="6213475" y="7134225"/>
          <p14:tracePt t="28534" x="6367463" y="7169150"/>
          <p14:tracePt t="28537" x="6415088" y="7180263"/>
          <p14:tracePt t="28549" x="6462713" y="7204075"/>
          <p14:tracePt t="28550" x="6497638" y="7204075"/>
          <p14:tracePt t="28566" x="6556375" y="7240588"/>
          <p14:tracePt t="28582" x="6592888" y="7251700"/>
          <p14:tracePt t="28599" x="6638925" y="7275513"/>
          <p14:tracePt t="28616" x="6651625" y="7299325"/>
          <p14:tracePt t="28633" x="6686550" y="7334250"/>
          <p14:tracePt t="28650" x="6699250" y="7346950"/>
          <p14:tracePt t="28666" x="6710363" y="7381875"/>
          <p14:tracePt t="28669" x="6710363" y="7392988"/>
          <p14:tracePt t="28682" x="6710363" y="7416800"/>
          <p14:tracePt t="28716" x="6710363" y="7451725"/>
          <p14:tracePt t="28733" x="6721475" y="7464425"/>
          <p14:tracePt t="28737" x="6721475" y="7475538"/>
          <p14:tracePt t="28768" x="6734175" y="7488238"/>
          <p14:tracePt t="28800" x="6757988" y="7499350"/>
          <p14:tracePt t="28817" x="6769100" y="7512050"/>
          <p14:tracePt t="28849" x="6792913" y="7512050"/>
          <p14:tracePt t="28883" x="6816725" y="7512050"/>
          <p14:tracePt t="28899" x="6840538" y="7512050"/>
          <p14:tracePt t="28917" x="6875463" y="7512050"/>
          <p14:tracePt t="28933" x="6923088" y="7499350"/>
          <p14:tracePt t="28950" x="6970713" y="7499350"/>
          <p14:tracePt t="28952" x="7005638" y="7499350"/>
          <p14:tracePt t="28966" x="7029450" y="7499350"/>
          <p14:tracePt t="28967" x="7053263" y="7499350"/>
          <p14:tracePt t="28983" x="7100888" y="7488238"/>
          <p14:tracePt t="29000" x="7146925" y="7488238"/>
          <p14:tracePt t="29002" x="7170738" y="7488238"/>
          <p14:tracePt t="29017" x="7229475" y="7475538"/>
          <p14:tracePt t="29032" x="7277100" y="7475538"/>
          <p14:tracePt t="29050" x="7359650" y="7475538"/>
          <p14:tracePt t="29066" x="7418388" y="7475538"/>
          <p14:tracePt t="29082" x="7478713" y="7475538"/>
          <p14:tracePt t="29100" x="7561263" y="7475538"/>
          <p14:tracePt t="29116" x="7608888" y="7475538"/>
          <p14:tracePt t="29120" x="7631113" y="7464425"/>
          <p14:tracePt t="29132" x="7654925" y="7464425"/>
          <p14:tracePt t="29452" x="7891463" y="7429500"/>
          <p14:tracePt t="29470" x="8128000" y="7392988"/>
          <p14:tracePt t="29487" x="8447088" y="7381875"/>
          <p14:tracePt t="29504" x="8588375" y="7381875"/>
          <p14:tracePt t="29521" x="8789988" y="7381875"/>
          <p14:tracePt t="29537" x="8896350" y="7381875"/>
          <p14:tracePt t="29553" x="8978900" y="7381875"/>
          <p14:tracePt t="29570" x="9085263" y="7381875"/>
          <p14:tracePt t="29587" x="9167813" y="7369175"/>
          <p14:tracePt t="29604" x="9239250" y="7358063"/>
          <p14:tracePt t="29605" x="9261475" y="7346950"/>
          <p14:tracePt t="29620" x="9356725" y="7346950"/>
          <p14:tracePt t="29637" x="9450388" y="7346950"/>
          <p14:tracePt t="29654" x="9569450" y="7346950"/>
          <p14:tracePt t="29671" x="9663113" y="7346950"/>
          <p14:tracePt t="29688" x="9782175" y="7346950"/>
          <p14:tracePt t="29704" x="9840913" y="7346950"/>
          <p14:tracePt t="29720" x="9888538" y="7346950"/>
          <p14:tracePt t="29737" x="9936163" y="7346950"/>
          <p14:tracePt t="29753" x="9971088" y="7346950"/>
          <p14:tracePt t="29771" x="9994900" y="7346950"/>
          <p14:tracePt t="29771" x="10018713" y="7346950"/>
          <p14:tracePt t="29787" x="10042525" y="7346950"/>
          <p14:tracePt t="29804" x="10088563" y="7346950"/>
          <p14:tracePt t="29821" x="10148888" y="7346950"/>
          <p14:tracePt t="30155" x="10266363" y="7323138"/>
          <p14:tracePt t="30174" x="10372725" y="7310438"/>
          <p14:tracePt t="30191" x="10407650" y="7299325"/>
          <p14:tracePt t="30208" x="10431463" y="7299325"/>
          <p14:tracePt t="30209" x="10444163" y="7299325"/>
          <p14:tracePt t="30224" x="10466388" y="7299325"/>
          <p14:tracePt t="30241" x="10490200" y="7299325"/>
          <p14:tracePt t="30258" x="10514013" y="7299325"/>
          <p14:tracePt t="30274" x="10537825" y="7299325"/>
          <p14:tracePt t="30292" x="10561638" y="7299325"/>
          <p14:tracePt t="30293" x="10585450" y="7299325"/>
          <p14:tracePt t="30308" x="10633075" y="7299325"/>
          <p14:tracePt t="30324" x="10691813" y="7299325"/>
          <p14:tracePt t="30341" x="10763250" y="7299325"/>
          <p14:tracePt t="30357" x="10809288" y="7299325"/>
          <p14:tracePt t="30374" x="10845800" y="7299325"/>
          <p14:tracePt t="30391" x="10880725" y="7299325"/>
          <p14:tracePt t="30408" x="10904538" y="7299325"/>
          <p14:tracePt t="30425" x="10915650" y="7299325"/>
          <p14:tracePt t="30441" x="10939463" y="7299325"/>
          <p14:tracePt t="30475" x="10963275" y="7286625"/>
          <p14:tracePt t="30491" x="10974388" y="7286625"/>
          <p14:tracePt t="30508" x="10987088" y="7286625"/>
          <p14:tracePt t="30524" x="11010900" y="7286625"/>
          <p14:tracePt t="30542" x="11058525" y="7286625"/>
          <p14:tracePt t="30558" x="11080750" y="7286625"/>
          <p14:tracePt t="30574" x="11104563" y="7286625"/>
          <p14:tracePt t="30592" x="11152188" y="7299325"/>
          <p14:tracePt t="30608" x="11164888" y="7310438"/>
          <p14:tracePt t="30624" x="11187113" y="7323138"/>
          <p14:tracePt t="30642" x="11199813" y="7323138"/>
          <p14:tracePt t="30658" x="11210925" y="7323138"/>
          <p14:tracePt t="30675" x="11223625" y="7323138"/>
          <p14:tracePt t="30707" x="11247438" y="7323138"/>
          <p14:tracePt t="30725" x="11293475" y="7323138"/>
          <p14:tracePt t="30741" x="11306175" y="7323138"/>
          <p14:tracePt t="30758" x="11329988" y="7323138"/>
          <p14:tracePt t="30774" x="11341100" y="7323138"/>
          <p14:tracePt t="30792" x="11353800" y="7323138"/>
          <p14:tracePt t="30809" x="11364913" y="7323138"/>
          <p14:tracePt t="30906" x="11364913" y="7310438"/>
          <p14:tracePt t="30953" x="11364913" y="7299325"/>
          <p14:tracePt t="31202" x="11353800" y="7299325"/>
          <p14:tracePt t="31281" x="11341100" y="7299325"/>
          <p14:tracePt t="31342" x="11341100" y="7286625"/>
          <p14:tracePt t="31469" x="11341100" y="7275513"/>
          <p14:tracePt t="31500" x="11377613" y="7262813"/>
          <p14:tracePt t="31514" x="11412538" y="7262813"/>
          <p14:tracePt t="31539" x="11482388" y="7262813"/>
          <p14:tracePt t="31556" x="11577638" y="7262813"/>
          <p14:tracePt t="31573" x="11684000" y="7262813"/>
          <p14:tracePt t="31589" x="11790363" y="7262813"/>
          <p14:tracePt t="31590" x="11849100" y="7275513"/>
          <p14:tracePt t="31606" x="11944350" y="7286625"/>
          <p14:tracePt t="31623" x="12014200" y="7310438"/>
          <p14:tracePt t="31640" x="12120563" y="7323138"/>
          <p14:tracePt t="31656" x="12180888" y="7323138"/>
          <p14:tracePt t="31673" x="12226925" y="7323138"/>
          <p14:tracePt t="31690" x="12274550" y="7323138"/>
          <p14:tracePt t="31706" x="12298363" y="7323138"/>
          <p14:tracePt t="31723" x="12333288" y="7323138"/>
          <p14:tracePt t="31740" x="12345988" y="7323138"/>
          <p14:tracePt t="31756" x="12369800" y="7323138"/>
          <p14:tracePt t="31757" x="12380913" y="7323138"/>
          <p14:tracePt t="31773" x="12393613" y="7323138"/>
          <p14:tracePt t="32203" x="12380913" y="7323138"/>
          <p14:tracePt t="32221" x="12298363" y="7323138"/>
          <p14:tracePt t="32255" x="12109450" y="7323138"/>
          <p14:tracePt t="32272" x="12003088" y="7323138"/>
          <p14:tracePt t="32288" x="11920538" y="7323138"/>
          <p14:tracePt t="32307" x="11837988" y="7323138"/>
          <p14:tracePt t="32322" x="11801475" y="7323138"/>
          <p14:tracePt t="32338" x="11766550" y="7323138"/>
          <p14:tracePt t="32356" x="11731625" y="7323138"/>
          <p14:tracePt t="32372" x="11718925" y="7323138"/>
          <p14:tracePt t="32390" x="11707813" y="7323138"/>
          <p14:tracePt t="32593" x="11695113" y="7323138"/>
          <p14:tracePt t="32609" x="11684000" y="7323138"/>
          <p14:tracePt t="32626" x="11612563" y="7323138"/>
          <p14:tracePt t="32642" x="11530013" y="7323138"/>
          <p14:tracePt t="32661" x="11353800" y="7323138"/>
          <p14:tracePt t="32677" x="11104563" y="7323138"/>
          <p14:tracePt t="32694" x="10750550" y="7334250"/>
          <p14:tracePt t="32696" x="10561638" y="7358063"/>
          <p14:tracePt t="32710" x="10231438" y="7369175"/>
          <p14:tracePt t="32726" x="9923463" y="7405688"/>
          <p14:tracePt t="32743" x="9723438" y="7440613"/>
          <p14:tracePt t="32745" x="9663113" y="7451725"/>
          <p14:tracePt t="32759" x="9556750" y="7488238"/>
          <p14:tracePt t="32777" x="9474200" y="7512050"/>
          <p14:tracePt t="32780" x="9439275" y="7535863"/>
          <p14:tracePt t="32793" x="9391650" y="7558088"/>
          <p14:tracePt t="32810" x="9345613" y="7605713"/>
          <p14:tracePt t="32827" x="9345613" y="7629525"/>
          <p14:tracePt t="33155" x="9072563" y="7629525"/>
          <p14:tracePt t="33172" x="8872538" y="7642225"/>
          <p14:tracePt t="33204" x="8540750" y="7700963"/>
          <p14:tracePt t="33222" x="8269288" y="7735888"/>
          <p14:tracePt t="33238" x="7678738" y="7842250"/>
          <p14:tracePt t="33254" x="7289800" y="7889875"/>
          <p14:tracePt t="33272" x="6923088" y="7948613"/>
          <p14:tracePt t="33287" x="6745288" y="7972425"/>
          <p14:tracePt t="33304" x="6615113" y="7996238"/>
          <p14:tracePt t="33321" x="6462713" y="8031163"/>
          <p14:tracePt t="33337" x="6391275" y="8042275"/>
          <p14:tracePt t="33354" x="6332538" y="8066088"/>
          <p14:tracePt t="33355" x="6308725" y="8078788"/>
          <p14:tracePt t="33370" x="6273800" y="8089900"/>
          <p14:tracePt t="33386" x="6249988" y="8113713"/>
          <p14:tracePt t="33405" x="6237288" y="8113713"/>
          <p14:tracePt t="33718" x="5824538" y="8148638"/>
          <p14:tracePt t="33734" x="5470525" y="8185150"/>
          <p14:tracePt t="33765" x="4819650" y="8255000"/>
          <p14:tracePt t="33780" x="4370388" y="8315325"/>
          <p14:tracePt t="33798" x="4122738" y="8326438"/>
          <p14:tracePt t="33814" x="3875088" y="8374063"/>
          <p14:tracePt t="33821" x="3816350" y="8374063"/>
          <p14:tracePt t="33830" x="3744913" y="8397875"/>
          <p14:tracePt t="33847" x="3651250" y="8397875"/>
          <p14:tracePt t="33866" x="3556000" y="8421688"/>
          <p14:tracePt t="33882" x="3497263" y="8432800"/>
          <p14:tracePt t="33898" x="3425825" y="8443913"/>
          <p14:tracePt t="33914" x="3390900" y="8443913"/>
          <p14:tracePt t="33930" x="3354388" y="8456613"/>
          <p14:tracePt t="33947" x="3332163" y="8456613"/>
          <p14:tracePt t="33964" x="3308350" y="8456613"/>
          <p14:tracePt t="33981" x="3295650" y="8456613"/>
          <p14:tracePt t="33998" x="3284538" y="8456613"/>
          <p14:tracePt t="34013" x="3271838" y="8456613"/>
          <p14:tracePt t="34030" x="3271838" y="8467725"/>
          <p14:tracePt t="34047" x="3271838" y="8480425"/>
          <p14:tracePt t="34063" x="3271838" y="8491538"/>
          <p14:tracePt t="34081" x="3271838" y="8504238"/>
          <p14:tracePt t="34098" x="3271838" y="8515350"/>
          <p14:tracePt t="34100" x="3271838" y="8526463"/>
          <p14:tracePt t="34219" x="3271838" y="8539163"/>
          <p14:tracePt t="34235" x="3271838" y="8550275"/>
          <p14:tracePt t="34265" x="3284538" y="8562975"/>
          <p14:tracePt t="34282" x="3308350" y="8574088"/>
          <p14:tracePt t="34297" x="3308350" y="8586788"/>
          <p14:tracePt t="34453" x="3308350" y="8597900"/>
          <p14:tracePt t="34485" x="3295650" y="8597900"/>
          <p14:tracePt t="34500" x="3284538" y="8597900"/>
          <p14:tracePt t="34531" x="3236913" y="8597900"/>
          <p14:tracePt t="34548" x="3213100" y="8597900"/>
          <p14:tracePt t="34565" x="3201988" y="8597900"/>
          <p14:tracePt t="34609" x="3189288" y="8597900"/>
          <p14:tracePt t="34631" x="3178175" y="8597900"/>
          <p14:tracePt t="34648" x="3165475" y="8586788"/>
          <p14:tracePt t="34665" x="3165475" y="8574088"/>
          <p14:tracePt t="34682" x="3154363" y="8562975"/>
          <p14:tracePt t="34682" x="3143250" y="8562975"/>
          <p14:tracePt t="34749" x="3130550" y="8562975"/>
          <p14:tracePt t="34937" x="3130550" y="8574088"/>
          <p14:tracePt t="34999" x="3119438" y="8574088"/>
          <p14:tracePt t="35031" x="3095625" y="8574088"/>
          <p14:tracePt t="35046" x="3059113" y="8574088"/>
          <p14:tracePt t="35079" x="3000375" y="8574088"/>
          <p14:tracePt t="35095" x="2989263" y="8574088"/>
          <p14:tracePt t="35112" x="2976563" y="8574088"/>
          <p14:tracePt t="35147" x="2952750" y="8574088"/>
          <p14:tracePt t="35249" x="2965450" y="8586788"/>
          <p14:tracePt t="35265" x="2965450" y="8597900"/>
          <p14:tracePt t="35295" x="3036888" y="8610600"/>
          <p14:tracePt t="35312" x="3059113" y="8610600"/>
          <p14:tracePt t="35329" x="3106738" y="8610600"/>
          <p14:tracePt t="35345" x="3154363" y="8610600"/>
          <p14:tracePt t="35361" x="3178175" y="8610600"/>
          <p14:tracePt t="35378" x="3260725" y="8610600"/>
          <p14:tracePt t="35395" x="3343275" y="8610600"/>
          <p14:tracePt t="35410" x="3438525" y="8574088"/>
          <p14:tracePt t="35411" x="3484563" y="8574088"/>
          <p14:tracePt t="35428" x="3638550" y="8562975"/>
          <p14:tracePt t="35445" x="3768725" y="8550275"/>
          <p14:tracePt t="35447" x="3840163" y="8539163"/>
          <p14:tracePt t="35463" x="3957638" y="8539163"/>
          <p14:tracePt t="35480" x="4087813" y="8539163"/>
          <p14:tracePt t="35496" x="4241800" y="8539163"/>
          <p14:tracePt t="35512" x="4324350" y="8539163"/>
          <p14:tracePt t="35528" x="4370388" y="8539163"/>
          <p14:tracePt t="35547" x="4418013" y="8539163"/>
          <p14:tracePt t="35562" x="4441825" y="8526463"/>
          <p14:tracePt t="35580" x="4476750" y="8515350"/>
          <p14:tracePt t="35598" x="4489450" y="8515350"/>
          <p14:tracePt t="35629" x="4500563" y="8515350"/>
          <p14:tracePt t="35647" x="4513263" y="8515350"/>
          <p14:tracePt t="35649" x="4524375" y="8515350"/>
          <p14:tracePt t="35663" x="4560888" y="8515350"/>
          <p14:tracePt t="35680" x="4572000" y="8515350"/>
          <p14:tracePt t="35697" x="4606925" y="8515350"/>
          <p14:tracePt t="35712" x="4630738" y="8526463"/>
          <p14:tracePt t="35747" x="4643438" y="8526463"/>
          <p14:tracePt t="35762" x="4654550" y="8526463"/>
          <p14:tracePt t="35778" x="4678363" y="8526463"/>
          <p14:tracePt t="35781" x="4702175" y="8526463"/>
          <p14:tracePt t="35796" x="4760913" y="8539163"/>
          <p14:tracePt t="35813" x="4856163" y="8539163"/>
          <p14:tracePt t="35818" x="4891088" y="8539163"/>
          <p14:tracePt t="35828" x="4938713" y="8539163"/>
          <p14:tracePt t="35847" x="4984750" y="8539163"/>
          <p14:tracePt t="35849" x="4997450" y="8539163"/>
          <p14:tracePt t="35862" x="5021263" y="8539163"/>
          <p14:tracePt t="35879" x="5045075" y="8539163"/>
          <p14:tracePt t="35895" x="5068888" y="8539163"/>
          <p14:tracePt t="35914" x="5091113" y="8539163"/>
          <p14:tracePt t="35946" x="5127625" y="8539163"/>
          <p14:tracePt t="35950" x="5138738" y="8539163"/>
          <p14:tracePt t="35962" x="5175250" y="8539163"/>
          <p14:tracePt t="36405" x="5386388" y="8526463"/>
          <p14:tracePt t="36423" x="5492750" y="8526463"/>
          <p14:tracePt t="36457" x="5670550" y="8526463"/>
          <p14:tracePt t="36475" x="5753100" y="8526463"/>
          <p14:tracePt t="36493" x="5800725" y="8526463"/>
          <p14:tracePt t="36497" x="5824538" y="8526463"/>
          <p14:tracePt t="36507" x="5859463" y="8550275"/>
          <p14:tracePt t="36509" x="5883275" y="8550275"/>
          <p14:tracePt t="36523" x="5918200" y="8550275"/>
          <p14:tracePt t="36541" x="5965825" y="8550275"/>
          <p14:tracePt t="36544" x="5989638" y="8550275"/>
          <p14:tracePt t="36575" x="6048375" y="8550275"/>
          <p14:tracePt t="36592" x="6084888" y="8550275"/>
          <p14:tracePt t="36594" x="6096000" y="8550275"/>
          <p14:tracePt t="36607" x="6119813" y="8550275"/>
          <p14:tracePt t="36626" x="6143625" y="8550275"/>
          <p14:tracePt t="36629" x="6154738" y="8550275"/>
          <p14:tracePt t="36642" x="6191250" y="8550275"/>
          <p14:tracePt t="36658" x="6213475" y="8550275"/>
          <p14:tracePt t="36675" x="6237288" y="8550275"/>
          <p14:tracePt t="36677" x="6261100" y="8550275"/>
          <p14:tracePt t="36692" x="6297613" y="8550275"/>
          <p14:tracePt t="36707" x="6319838" y="8562975"/>
          <p14:tracePt t="36727" x="6367463" y="8586788"/>
          <p14:tracePt t="36742" x="6391275" y="8597900"/>
          <p14:tracePt t="36758" x="6415088" y="8597900"/>
          <p14:tracePt t="36774" x="6426200" y="8597900"/>
          <p14:tracePt t="36792" x="6438900" y="8597900"/>
          <p14:tracePt t="36793" x="6450013" y="8597900"/>
          <p14:tracePt t="36808" x="6462713" y="8597900"/>
          <p14:tracePt t="36824" x="6486525" y="8597900"/>
          <p14:tracePt t="36841" x="6497638" y="8597900"/>
          <p14:tracePt t="36859" x="6508750" y="8597900"/>
          <p14:tracePt t="36876" x="6521450" y="8597900"/>
          <p14:tracePt t="36879" x="6532563" y="8597900"/>
          <p14:tracePt t="36892" x="6545263" y="8597900"/>
          <p14:tracePt t="36909" x="6556375" y="8597900"/>
          <p14:tracePt t="36923" x="6569075" y="8597900"/>
          <p14:tracePt t="36924" x="6569075" y="8610600"/>
          <p14:tracePt t="36942" x="6580188" y="8610600"/>
          <p14:tracePt t="37017" x="6592888" y="8610600"/>
          <p14:tracePt t="37046" x="6604000" y="8610600"/>
          <p14:tracePt t="37062" x="6638925" y="8621713"/>
          <p14:tracePt t="37090" x="6710363" y="8621713"/>
          <p14:tracePt t="37106" x="6745288" y="8621713"/>
          <p14:tracePt t="37123" x="6769100" y="8621713"/>
          <p14:tracePt t="37158" x="6781800" y="8621713"/>
          <p14:tracePt t="37174" x="6792913" y="8621713"/>
          <p14:tracePt t="37218" x="6769100" y="8621713"/>
          <p14:tracePt t="37702" x="6745288" y="8586788"/>
          <p14:tracePt t="37720" x="6745288" y="8562975"/>
          <p14:tracePt t="37753" x="6721475" y="8491538"/>
          <p14:tracePt t="37771" x="6721475" y="8480425"/>
          <p14:tracePt t="37773" x="6721475" y="8456613"/>
          <p14:tracePt t="37788" x="6721475" y="8443913"/>
          <p14:tracePt t="37789" x="6721475" y="8432800"/>
          <p14:tracePt t="37805" x="6721475" y="8397875"/>
          <p14:tracePt t="37839" x="6721475" y="8361363"/>
          <p14:tracePt t="37855" x="6721475" y="8337550"/>
          <p14:tracePt t="37859" x="6721475" y="8326438"/>
          <p14:tracePt t="37889" x="6734175" y="8315325"/>
          <p14:tracePt t="37907" x="6757988" y="8302625"/>
          <p14:tracePt t="37937" x="6769100" y="8302625"/>
          <p14:tracePt t="37954" x="6805613" y="8302625"/>
          <p14:tracePt t="37972" x="6816725" y="8302625"/>
          <p14:tracePt t="37989" x="6840538" y="8315325"/>
          <p14:tracePt t="38004" x="6851650" y="8315325"/>
          <p14:tracePt t="38022" x="6864350" y="8315325"/>
          <p14:tracePt t="38039" x="6875463" y="8315325"/>
          <p14:tracePt t="38056" x="6888163" y="8315325"/>
          <p14:tracePt t="38059" x="6899275" y="8315325"/>
          <p14:tracePt t="38073" x="6910388" y="8315325"/>
          <p14:tracePt t="38087" x="6934200" y="8315325"/>
          <p14:tracePt t="38106" x="6994525" y="8326438"/>
          <p14:tracePt t="38120" x="7016750" y="8326438"/>
          <p14:tracePt t="38138" x="7040563" y="8337550"/>
          <p14:tracePt t="38155" x="7064375" y="8337550"/>
          <p14:tracePt t="38171" x="7077075" y="8337550"/>
          <p14:tracePt t="38207" x="7088188" y="8337550"/>
          <p14:tracePt t="38296" x="7100888" y="8337550"/>
          <p14:tracePt t="38421" x="7100888" y="8326438"/>
          <p14:tracePt t="38437" x="7100888" y="8315325"/>
          <p14:tracePt t="38454" x="7100888" y="8302625"/>
          <p14:tracePt t="38489" x="7100888" y="8278813"/>
          <p14:tracePt t="38532" x="7100888" y="8267700"/>
          <p14:tracePt t="38559" x="7112000" y="8255000"/>
          <p14:tracePt t="38673" x="7112000" y="8243888"/>
          <p14:tracePt t="38687" x="7112000" y="8231188"/>
          <p14:tracePt t="38705" x="7123113" y="8208963"/>
          <p14:tracePt t="38738" x="7135813" y="8172450"/>
          <p14:tracePt t="38755" x="7135813" y="8161338"/>
          <p14:tracePt t="38772" x="7135813" y="8148638"/>
          <p14:tracePt t="38807" x="7135813" y="8137525"/>
          <p14:tracePt t="38810" x="7135813" y="8126413"/>
          <p14:tracePt t="38822" x="7146925" y="8113713"/>
          <p14:tracePt t="38839" x="7159625" y="8102600"/>
          <p14:tracePt t="38856" x="7170738" y="8089900"/>
          <p14:tracePt t="38889" x="7183438" y="8078788"/>
          <p14:tracePt t="38906" x="7194550" y="8078788"/>
          <p14:tracePt t="38921" x="7207250" y="8078788"/>
          <p14:tracePt t="38938" x="7218363" y="8078788"/>
          <p14:tracePt t="38955" x="7253288" y="8078788"/>
          <p14:tracePt t="38973" x="7265988" y="8078788"/>
          <p14:tracePt t="38976" x="7289800" y="8078788"/>
          <p14:tracePt t="38989" x="7313613" y="8078788"/>
          <p14:tracePt t="39006" x="7335838" y="8078788"/>
          <p14:tracePt t="39021" x="7359650" y="8078788"/>
          <p14:tracePt t="39038" x="7407275" y="8078788"/>
          <p14:tracePt t="39055" x="7418388" y="8078788"/>
          <p14:tracePt t="39072" x="7442200" y="8078788"/>
          <p14:tracePt t="39106" x="7478713" y="8078788"/>
          <p14:tracePt t="39123" x="7502525" y="8078788"/>
          <p14:tracePt t="39138" x="7537450" y="8078788"/>
          <p14:tracePt t="39140" x="7548563" y="8089900"/>
          <p14:tracePt t="39156" x="7596188" y="8089900"/>
          <p14:tracePt t="39171" x="7620000" y="8102600"/>
          <p14:tracePt t="39189" x="7643813" y="8113713"/>
          <p14:tracePt t="39190" x="7654925" y="8126413"/>
          <p14:tracePt t="39206" x="7691438" y="8137525"/>
          <p14:tracePt t="39222" x="7691438" y="8148638"/>
          <p14:tracePt t="39227" x="7702550" y="8148638"/>
          <p14:tracePt t="39256" x="7715250" y="8161338"/>
          <p14:tracePt t="39272" x="7726363" y="8172450"/>
          <p14:tracePt t="39276" x="7726363" y="8185150"/>
          <p14:tracePt t="39287" x="7737475" y="8185150"/>
          <p14:tracePt t="39306" x="7737475" y="8196263"/>
          <p14:tracePt t="39309" x="7750175" y="8208963"/>
          <p14:tracePt t="39338" x="7761288" y="8220075"/>
          <p14:tracePt t="39355" x="7785100" y="8220075"/>
          <p14:tracePt t="39357" x="7797800" y="8231188"/>
          <p14:tracePt t="39372" x="7821613" y="8243888"/>
          <p14:tracePt t="39388" x="7832725" y="8243888"/>
          <p14:tracePt t="39408" x="7904163" y="8243888"/>
          <p14:tracePt t="39422" x="8010525" y="8243888"/>
          <p14:tracePt t="39428" x="8080375" y="8243888"/>
          <p14:tracePt t="39438" x="8139113" y="8243888"/>
          <p14:tracePt t="39440" x="8210550" y="8243888"/>
          <p14:tracePt t="39455" x="8316913" y="8243888"/>
          <p14:tracePt t="39471" x="8412163" y="8243888"/>
          <p14:tracePt t="39487" x="8470900" y="8243888"/>
          <p14:tracePt t="39488" x="8505825" y="8243888"/>
          <p14:tracePt t="39503" x="8553450" y="8243888"/>
          <p14:tracePt t="39521" x="8588375" y="8243888"/>
          <p14:tracePt t="39523" x="8601075" y="8243888"/>
          <p14:tracePt t="39538" x="8636000" y="8243888"/>
          <p14:tracePt t="41671" x="8647113" y="8243888"/>
          <p14:tracePt t="41688" x="8659813" y="8243888"/>
          <p14:tracePt t="41723" x="8683625" y="8243888"/>
          <p14:tracePt t="41756" x="8694738" y="8243888"/>
          <p14:tracePt t="41774" x="8707438" y="8243888"/>
          <p14:tracePt t="41790" x="8718550" y="8243888"/>
          <p14:tracePt t="41807" x="8731250" y="8243888"/>
          <p14:tracePt t="41809" x="8731250" y="8255000"/>
          <p14:tracePt t="41822" x="8742363" y="8267700"/>
          <p14:tracePt t="41856" x="8753475" y="8267700"/>
          <p14:tracePt t="41874" x="8766175" y="8267700"/>
          <p14:tracePt t="41953" x="8777288" y="8255000"/>
          <p14:tracePt t="41972" x="8789988" y="8255000"/>
          <p14:tracePt t="41990" x="8824913" y="8243888"/>
          <p14:tracePt t="42006" x="8859838" y="8231188"/>
          <p14:tracePt t="42023" x="8896350" y="8220075"/>
          <p14:tracePt t="42041" x="8907463" y="8220075"/>
          <p14:tracePt t="42056" x="8920163" y="8208963"/>
          <p14:tracePt t="42073" x="8931275" y="8208963"/>
          <p14:tracePt t="42089" x="8942388" y="8196263"/>
          <p14:tracePt t="42107" x="8942388" y="8185150"/>
          <p14:tracePt t="42157" x="8955088" y="8185150"/>
          <p14:tracePt t="42796" x="8966200" y="8185150"/>
          <p14:tracePt t="42814" x="9002713" y="8185150"/>
          <p14:tracePt t="42849" x="9120188" y="8185150"/>
          <p14:tracePt t="42865" x="9167813" y="8196263"/>
          <p14:tracePt t="42882" x="9202738" y="8208963"/>
          <p14:tracePt t="42886" x="9215438" y="8208963"/>
          <p14:tracePt t="42898" x="9226550" y="8220075"/>
          <p14:tracePt t="42915" x="9250363" y="8220075"/>
          <p14:tracePt t="42932" x="9285288" y="8220075"/>
          <p14:tracePt t="42948" x="9297988" y="8220075"/>
          <p14:tracePt t="42966" x="9332913" y="8208963"/>
          <p14:tracePt t="42968" x="9345613" y="8208963"/>
          <p14:tracePt t="42982" x="9380538" y="8196263"/>
          <p14:tracePt t="42998" x="9415463" y="8185150"/>
          <p14:tracePt t="43016" x="9463088" y="8172450"/>
          <p14:tracePt t="43032" x="9486900" y="8172450"/>
          <p14:tracePt t="43049" x="9498013" y="8172450"/>
          <p14:tracePt t="43066" x="9521825" y="8172450"/>
          <p14:tracePt t="43099" x="9545638" y="8172450"/>
          <p14:tracePt t="43131" x="9556750" y="8172450"/>
          <p14:tracePt t="43149" x="9580563" y="8161338"/>
          <p14:tracePt t="43165" x="9617075" y="8161338"/>
          <p14:tracePt t="43183" x="9675813" y="8137525"/>
          <p14:tracePt t="43198" x="9710738" y="8137525"/>
          <p14:tracePt t="43216" x="9747250" y="8137525"/>
          <p14:tracePt t="43219" x="9758363" y="8137525"/>
          <p14:tracePt t="43232" x="9805988" y="8137525"/>
          <p14:tracePt t="43248" x="9840913" y="8137525"/>
          <p14:tracePt t="43266" x="9864725" y="8137525"/>
          <p14:tracePt t="44905" x="9912350" y="8137525"/>
          <p14:tracePt t="44922" x="9958388" y="8126413"/>
          <p14:tracePt t="44957" x="10136188" y="8066088"/>
          <p14:tracePt t="44975" x="10290175" y="8031163"/>
          <p14:tracePt t="44991" x="10396538" y="8007350"/>
          <p14:tracePt t="45007" x="10526713" y="7983538"/>
          <p14:tracePt t="45010" x="10596563" y="7972425"/>
          <p14:tracePt t="45024" x="10750550" y="7935913"/>
          <p14:tracePt t="45041" x="10904538" y="7924800"/>
          <p14:tracePt t="45058" x="11093450" y="7889875"/>
          <p14:tracePt t="45074" x="11199813" y="7866063"/>
          <p14:tracePt t="45092" x="11317288" y="7842250"/>
          <p14:tracePt t="45108" x="11388725" y="7842250"/>
          <p14:tracePt t="45124" x="11447463" y="7831138"/>
          <p14:tracePt t="45141" x="11495088" y="7831138"/>
          <p14:tracePt t="46078" x="11495088" y="7818438"/>
          <p14:tracePt t="46234" x="11506200" y="7818438"/>
          <p14:tracePt t="46251" x="11518900" y="7818438"/>
          <p14:tracePt t="46286" x="11542713" y="7818438"/>
          <p14:tracePt t="46303" x="11553825" y="7818438"/>
          <p14:tracePt t="46337" x="11566525" y="7818438"/>
          <p14:tracePt t="46353" x="11577638" y="7818438"/>
          <p14:tracePt t="46373" x="11601450" y="7818438"/>
          <p14:tracePt t="46386" x="11612563" y="7818438"/>
          <p14:tracePt t="46404" x="11636375" y="7818438"/>
          <p14:tracePt t="46405" x="11649075" y="7818438"/>
          <p14:tracePt t="46421" x="11672888" y="7818438"/>
          <p14:tracePt t="46437" x="11695113" y="7818438"/>
          <p14:tracePt t="46453" x="11742738" y="7818438"/>
          <p14:tracePt t="46472" x="11766550" y="7818438"/>
          <p14:tracePt t="46473" x="11779250" y="7818438"/>
          <p14:tracePt t="46486" x="11801475" y="7818438"/>
          <p14:tracePt t="46487" x="11814175" y="7818438"/>
          <p14:tracePt t="46503" x="11861800" y="7818438"/>
          <p14:tracePt t="46522" x="11896725" y="7818438"/>
          <p14:tracePt t="46537" x="11931650" y="7818438"/>
          <p14:tracePt t="46553" x="11955463" y="7818438"/>
          <p14:tracePt t="46570" x="11990388" y="7818438"/>
          <p14:tracePt t="46602" x="12026900" y="7818438"/>
          <p14:tracePt t="46620" x="12050713" y="7818438"/>
          <p14:tracePt t="46636" x="12061825" y="7807325"/>
          <p14:tracePt t="46654" x="12085638" y="7807325"/>
          <p14:tracePt t="46658" x="12096750" y="7807325"/>
          <p14:tracePt t="46685" x="12120563" y="7807325"/>
          <p14:tracePt t="46720" x="12144375" y="7818438"/>
          <p14:tracePt t="46736" x="12157075" y="7818438"/>
          <p14:tracePt t="46811" x="12157075" y="7807325"/>
          <p14:tracePt t="46859" x="12157075" y="7794625"/>
          <p14:tracePt t="47061" x="12144375" y="7794625"/>
          <p14:tracePt t="47078" x="12144375" y="7783513"/>
          <p14:tracePt t="47205" x="12144375" y="7770813"/>
          <p14:tracePt t="47222" x="12144375" y="7759700"/>
          <p14:tracePt t="47236" x="12144375" y="7747000"/>
          <p14:tracePt t="47252" x="12144375" y="7735888"/>
          <p14:tracePt t="47286" x="12157075" y="7724775"/>
          <p14:tracePt t="47302" x="12157075" y="7712075"/>
          <p14:tracePt t="47318" x="12157075" y="7700963"/>
          <p14:tracePt t="47335" x="12157075" y="7688263"/>
          <p14:tracePt t="47352" x="12157075" y="7677150"/>
          <p14:tracePt t="47609" x="12157075" y="7664450"/>
          <p14:tracePt t="47656" x="12168188" y="7664450"/>
          <p14:tracePt t="47671" x="12180888" y="7664450"/>
          <p14:tracePt t="47702" x="12192000" y="7677150"/>
          <p14:tracePt t="47720" x="12226925" y="7688263"/>
          <p14:tracePt t="47737" x="12239625" y="7700963"/>
          <p14:tracePt t="47739" x="12250738" y="7700963"/>
          <p14:tracePt t="47753" x="12263438" y="7712075"/>
          <p14:tracePt t="47770" x="12287250" y="7724775"/>
          <p14:tracePt t="47787" x="12298363" y="7724775"/>
          <p14:tracePt t="47802" x="12309475" y="7724775"/>
          <p14:tracePt t="47821" x="12322175" y="7724775"/>
          <p14:tracePt t="47835" x="12333288" y="7724775"/>
          <p14:tracePt t="47870" x="12333288" y="7735888"/>
          <p14:tracePt t="47886" x="12345988" y="7735888"/>
          <p14:tracePt t="47904" x="12345988" y="7747000"/>
          <p14:tracePt t="47909" x="12357100" y="7759700"/>
          <p14:tracePt t="47936" x="12369800" y="7770813"/>
          <p14:tracePt t="47954" x="12369800" y="7794625"/>
          <p14:tracePt t="48265" x="12369800" y="7818438"/>
          <p14:tracePt t="48312" x="12369800" y="7831138"/>
          <p14:tracePt t="48328" x="12369800" y="7853363"/>
          <p14:tracePt t="48375" x="12380913" y="7853363"/>
          <p14:tracePt t="48406" x="12393613" y="7866063"/>
          <p14:tracePt t="48530" x="12404725" y="7866063"/>
          <p14:tracePt t="48734" x="12404725" y="7877175"/>
          <p14:tracePt t="48843" x="12415838" y="7877175"/>
          <p14:tracePt t="48874" x="12428538" y="7889875"/>
          <p14:tracePt t="48890" x="12439650" y="7900988"/>
          <p14:tracePt t="48914" x="12463463" y="7913688"/>
          <p14:tracePt t="48931" x="12487275" y="7924800"/>
          <p14:tracePt t="48947" x="12511088" y="7924800"/>
          <p14:tracePt t="48964" x="12522200" y="7935913"/>
          <p14:tracePt t="48980" x="12522200" y="7948613"/>
          <p14:tracePt t="48981" x="12534900" y="7948613"/>
          <p14:tracePt t="49030" x="12546013" y="7948613"/>
          <p14:tracePt t="49062" x="12558713" y="7948613"/>
          <p14:tracePt t="49082" x="12569825" y="7959725"/>
          <p14:tracePt t="49099" x="12582525" y="7972425"/>
          <p14:tracePt t="49116" x="12582525" y="7983538"/>
          <p14:tracePt t="49133" x="12582525" y="7996238"/>
          <p14:tracePt t="51246" x="12593638" y="7983538"/>
          <p14:tracePt t="51251" x="12604750" y="7935913"/>
          <p14:tracePt t="51259" x="12617450" y="7913688"/>
          <p14:tracePt t="51274" x="12652375" y="7866063"/>
          <p14:tracePt t="51292" x="12676188" y="7818438"/>
          <p14:tracePt t="51309" x="12723813" y="7759700"/>
          <p14:tracePt t="51325" x="12758738" y="7712075"/>
          <p14:tracePt t="51350" x="12806363" y="7664450"/>
          <p14:tracePt t="51356" x="12806363" y="7653338"/>
          <p14:tracePt t="51373" x="12817475" y="7618413"/>
          <p14:tracePt t="51390" x="12841288" y="7570788"/>
          <p14:tracePt t="51407" x="12853988" y="7558088"/>
          <p14:tracePt t="51424" x="12853988" y="7535863"/>
          <p14:tracePt t="51426" x="12865100" y="7523163"/>
          <p14:tracePt t="51440" x="12865100" y="7512050"/>
          <p14:tracePt t="51459" x="12865100" y="7499350"/>
          <p14:tracePt t="51490" x="12877800" y="7488238"/>
          <p14:tracePt t="51502" x="12888913" y="7475538"/>
          <p14:tracePt t="51509" x="12888913" y="7464425"/>
          <p14:tracePt t="51524" x="12888913" y="7440613"/>
          <p14:tracePt t="51542" x="12901613" y="7429500"/>
          <p14:tracePt t="51544" x="12901613" y="7416800"/>
          <p14:tracePt t="51558" x="12912725" y="7381875"/>
          <p14:tracePt t="51574" x="12923838" y="7334250"/>
          <p14:tracePt t="51590" x="12947650" y="7286625"/>
          <p14:tracePt t="51592" x="12947650" y="7251700"/>
          <p14:tracePt t="51607" x="12984163" y="7204075"/>
          <p14:tracePt t="51626" x="13019088" y="7156450"/>
          <p14:tracePt t="52024" x="13077825" y="7073900"/>
          <p14:tracePt t="52030" x="13160375" y="6991350"/>
          <p14:tracePt t="52039" x="13231813" y="6897688"/>
          <p14:tracePt t="52056" x="13385800" y="6732588"/>
          <p14:tracePt t="52058" x="13455650" y="6650038"/>
          <p14:tracePt t="52072" x="13633450" y="6448425"/>
        </p14:tracePtLst>
      </p14:laserTraceLst>
    </p:ext>
    <p:ext uri="{E180D4A7-C9FB-4DFB-919C-405C955672EB}">
      <p14:showEvtLst xmlns:p14="http://schemas.microsoft.com/office/powerpoint/2010/main">
        <p14:playEvt time="370" objId="18"/>
        <p14:stopEvt time="51015" objId="18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655925-2AB2-25DF-862E-47201513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76">
            <a:extLst>
              <a:ext uri="{FF2B5EF4-FFF2-40B4-BE49-F238E27FC236}">
                <a16:creationId xmlns="" xmlns:a16="http://schemas.microsoft.com/office/drawing/2014/main" id="{CC2342AD-9D17-BD44-0E26-96AE344E21A6}"/>
              </a:ext>
            </a:extLst>
          </p:cNvPr>
          <p:cNvSpPr txBox="1"/>
          <p:nvPr/>
        </p:nvSpPr>
        <p:spPr>
          <a:xfrm>
            <a:off x="446495" y="266700"/>
            <a:ext cx="80117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2998D0FD-008D-7B93-FB59-1CA2F72085BD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66F0B631-D8C8-A197-3226-9046D9446B55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="" xmlns:a16="http://schemas.microsoft.com/office/drawing/2014/main" id="{675B4748-79E5-C905-79C1-7EDB72FA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F3A49510-4B28-A92B-9B16-5817CAC98E2A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="" xmlns:a16="http://schemas.microsoft.com/office/drawing/2014/main" id="{24AA4E15-7179-29E2-60E5-88BCFAEC6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BF0B2F6-AED6-C86B-C8DA-CD35721898E0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8C9134D-03F9-6B1B-50A3-5BBAA134331A}"/>
              </a:ext>
            </a:extLst>
          </p:cNvPr>
          <p:cNvSpPr txBox="1"/>
          <p:nvPr/>
        </p:nvSpPr>
        <p:spPr>
          <a:xfrm>
            <a:off x="590111" y="2343261"/>
            <a:ext cx="9011090" cy="2626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SMT</a:t>
            </a:r>
            <a:r>
              <a:rPr lang="ko-KR" altLang="en-US" sz="2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여러 개의 독립적인 확률 모델을 조합하여 번역을 수행하는 방식</a:t>
            </a:r>
            <a:endParaRPr lang="en-US" altLang="ko-KR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단일 모델이 아니라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여러 개의 모델을 따로 학습한 후 조합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번역을 수행</a:t>
            </a:r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번역 모델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(Translation Model):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 문장과 목표 문장의 단어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구문 매핑 확률 학습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(Alignment)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 모델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(Language Model):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번역된 문장이 목표 언어에서 자연스러운지 평가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(N-Gram)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디코딩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(Decoding Algorithm):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번역 후보 중 가장 적절한 문장을 선택</a:t>
            </a:r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A336FD33-3BE3-BADD-3A49-A88F800D6841}"/>
              </a:ext>
            </a:extLst>
          </p:cNvPr>
          <p:cNvSpPr txBox="1"/>
          <p:nvPr/>
        </p:nvSpPr>
        <p:spPr>
          <a:xfrm>
            <a:off x="609600" y="1708266"/>
            <a:ext cx="8452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rPr>
              <a:t>Previous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rPr>
              <a:t>Translation model’s Limitation(2)</a:t>
            </a:r>
            <a:endParaRPr lang="ko-KR" altLang="en-US" sz="2800" b="1" dirty="0">
              <a:ln>
                <a:solidFill>
                  <a:schemeClr val="accent1">
                    <a:alpha val="0"/>
                  </a:schemeClr>
                </a:solidFill>
              </a:ln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순서도: 추출 24">
            <a:extLst>
              <a:ext uri="{FF2B5EF4-FFF2-40B4-BE49-F238E27FC236}">
                <a16:creationId xmlns="" xmlns:a16="http://schemas.microsoft.com/office/drawing/2014/main" id="{FD394680-AFBC-2F38-CA5C-FB341FCA117B}"/>
              </a:ext>
            </a:extLst>
          </p:cNvPr>
          <p:cNvSpPr/>
          <p:nvPr/>
        </p:nvSpPr>
        <p:spPr>
          <a:xfrm rot="5400000">
            <a:off x="268800" y="1915500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2F19BD0A-F6F4-2574-3D82-F0933DB9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5464404"/>
            <a:ext cx="4618102" cy="26871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766DDC9-C17B-E619-0EBD-7763251B71A2}"/>
              </a:ext>
            </a:extLst>
          </p:cNvPr>
          <p:cNvSpPr txBox="1"/>
          <p:nvPr/>
        </p:nvSpPr>
        <p:spPr>
          <a:xfrm>
            <a:off x="3124200" y="8263711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SMT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76CE5672-F4A8-25BB-86F3-FE84E0FC9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522" y="5464404"/>
            <a:ext cx="4656635" cy="26850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8575344-BE14-A053-4096-2A1BD65BF5F6}"/>
              </a:ext>
            </a:extLst>
          </p:cNvPr>
          <p:cNvSpPr txBox="1"/>
          <p:nvPr/>
        </p:nvSpPr>
        <p:spPr>
          <a:xfrm>
            <a:off x="9036716" y="8163350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SMT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구조한계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36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46"/>
    </mc:Choice>
    <mc:Fallback xmlns="">
      <p:transition spd="slow" advTm="52946"/>
    </mc:Fallback>
  </mc:AlternateContent>
  <p:extLst>
    <p:ext uri="{3A86A75C-4F4B-4683-9AE1-C65F6400EC91}">
      <p14:laserTraceLst xmlns:p14="http://schemas.microsoft.com/office/powerpoint/2010/main">
        <p14:tracePtLst>
          <p14:tracePt t="658" x="11944350" y="4429125"/>
          <p14:tracePt t="685" x="9805988" y="4264025"/>
          <p14:tracePt t="701" x="8966200" y="4216400"/>
          <p14:tracePt t="718" x="8518525" y="4168775"/>
          <p14:tracePt t="718" x="8329613" y="4157663"/>
          <p14:tracePt t="734" x="8021638" y="4157663"/>
          <p14:tracePt t="752" x="7821613" y="4157663"/>
          <p14:tracePt t="753" x="7773988" y="4157663"/>
          <p14:tracePt t="768" x="7737475" y="4157663"/>
          <p14:tracePt t="1062" x="7466013" y="4110038"/>
          <p14:tracePt t="1078" x="6569075" y="3897313"/>
          <p14:tracePt t="1108" x="4572000" y="3425825"/>
          <p14:tracePt t="1125" x="4016375" y="3319463"/>
          <p14:tracePt t="1143" x="3508375" y="3176588"/>
          <p14:tracePt t="1157" x="3308350" y="3106738"/>
          <p14:tracePt t="1175" x="3165475" y="3059113"/>
          <p14:tracePt t="1191" x="3082925" y="3011488"/>
          <p14:tracePt t="1208" x="3048000" y="3000375"/>
          <p14:tracePt t="1515" x="2870200" y="2963863"/>
          <p14:tracePt t="1532" x="2563813" y="2894013"/>
          <p14:tracePt t="1558" x="2279650" y="2835275"/>
          <p14:tracePt t="1575" x="2185988" y="2811463"/>
          <p14:tracePt t="1591" x="2090738" y="2787650"/>
          <p14:tracePt t="1608" x="2020888" y="2774950"/>
          <p14:tracePt t="1626" x="1973263" y="2763838"/>
          <p14:tracePt t="1643" x="1936750" y="2751138"/>
          <p14:tracePt t="1660" x="1925638" y="2740025"/>
          <p14:tracePt t="1676" x="1901825" y="2728913"/>
          <p14:tracePt t="1678" x="1901825" y="2716213"/>
          <p14:tracePt t="1693" x="1890713" y="2716213"/>
          <p14:tracePt t="1709" x="1878013" y="2716213"/>
          <p14:tracePt t="1726" x="1866900" y="2705100"/>
          <p14:tracePt t="1742" x="1854200" y="2681288"/>
          <p14:tracePt t="1759" x="1843088" y="2657475"/>
          <p14:tracePt t="1762" x="1843088" y="2644775"/>
          <p14:tracePt t="1793" x="1830388" y="2633663"/>
          <p14:tracePt t="1809" x="1830388" y="2622550"/>
          <p14:tracePt t="1826" x="1830388" y="2609850"/>
          <p14:tracePt t="1859" x="1830388" y="2574925"/>
          <p14:tracePt t="1892" x="1830388" y="2562225"/>
          <p14:tracePt t="1985" x="1830388" y="2551113"/>
          <p14:tracePt t="2032" x="1830388" y="2527300"/>
          <p14:tracePt t="2063" x="1830388" y="2516188"/>
          <p14:tracePt t="2094" x="1830388" y="2492375"/>
          <p14:tracePt t="2110" x="1843088" y="2479675"/>
          <p14:tracePt t="2127" x="1854200" y="2479675"/>
          <p14:tracePt t="2129" x="1854200" y="2468563"/>
          <p14:tracePt t="2143" x="1866900" y="2455863"/>
          <p14:tracePt t="2159" x="1866900" y="2444750"/>
          <p14:tracePt t="2177" x="1890713" y="2433638"/>
          <p14:tracePt t="2191" x="1890713" y="2420938"/>
          <p14:tracePt t="2209" x="1914525" y="2409825"/>
          <p14:tracePt t="2226" x="1925638" y="2397125"/>
          <p14:tracePt t="2242" x="1949450" y="2373313"/>
          <p14:tracePt t="2258" x="1949450" y="2362200"/>
          <p14:tracePt t="2274" x="1973263" y="2327275"/>
          <p14:tracePt t="2292" x="1984375" y="2290763"/>
          <p14:tracePt t="2309" x="2008188" y="2255838"/>
          <p14:tracePt t="2326" x="2032000" y="2232025"/>
          <p14:tracePt t="2342" x="2043113" y="2197100"/>
          <p14:tracePt t="2344" x="2043113" y="2184400"/>
          <p14:tracePt t="2358" x="2055813" y="2184400"/>
          <p14:tracePt t="2360" x="2066925" y="2173288"/>
          <p14:tracePt t="2377" x="2090738" y="2149475"/>
          <p14:tracePt t="2393" x="2114550" y="2138363"/>
          <p14:tracePt t="2425" x="2127250" y="2138363"/>
          <p14:tracePt t="2443" x="2149475" y="2138363"/>
          <p14:tracePt t="2516" x="2149475" y="2149475"/>
          <p14:tracePt t="2517" x="2149475" y="2160588"/>
          <p14:tracePt t="2532" x="2149475" y="2173288"/>
          <p14:tracePt t="2559" x="2149475" y="2197100"/>
          <p14:tracePt t="2598" x="2149475" y="2220913"/>
          <p14:tracePt t="2624" x="2149475" y="2232025"/>
          <p14:tracePt t="2641" x="2149475" y="2255838"/>
          <p14:tracePt t="2658" x="2149475" y="2279650"/>
          <p14:tracePt t="2675" x="2138363" y="2290763"/>
          <p14:tracePt t="2676" x="2127250" y="2303463"/>
          <p14:tracePt t="2708" x="2127250" y="2314575"/>
          <p14:tracePt t="2743" x="2114550" y="2338388"/>
          <p14:tracePt t="2759" x="2103438" y="2338388"/>
          <p14:tracePt t="2762" x="2103438" y="2351088"/>
          <p14:tracePt t="2776" x="2090738" y="2362200"/>
          <p14:tracePt t="2792" x="2079625" y="2373313"/>
          <p14:tracePt t="2809" x="2066925" y="2397125"/>
          <p14:tracePt t="2826" x="2055813" y="2409825"/>
          <p14:tracePt t="2860" x="2043113" y="2444750"/>
          <p14:tracePt t="2876" x="2032000" y="2455863"/>
          <p14:tracePt t="2878" x="2020888" y="2455863"/>
          <p14:tracePt t="2893" x="2020888" y="2468563"/>
          <p14:tracePt t="2910" x="2020888" y="2479675"/>
          <p14:tracePt t="2926" x="2020888" y="2492375"/>
          <p14:tracePt t="2942" x="2020888" y="2503488"/>
          <p14:tracePt t="2959" x="2020888" y="2516188"/>
          <p14:tracePt t="2993" x="2008188" y="2527300"/>
          <p14:tracePt t="3078" x="2008188" y="2540000"/>
          <p14:tracePt t="3109" x="2008188" y="2551113"/>
          <p14:tracePt t="3125" x="2008188" y="2562225"/>
          <p14:tracePt t="3141" x="2008188" y="2574925"/>
          <p14:tracePt t="3157" x="2008188" y="2586038"/>
          <p14:tracePt t="3190" x="2008188" y="2609850"/>
          <p14:tracePt t="3207" x="2008188" y="2622550"/>
          <p14:tracePt t="3224" x="2008188" y="2633663"/>
          <p14:tracePt t="3224" x="2008188" y="2644775"/>
          <p14:tracePt t="3241" x="2008188" y="2657475"/>
          <p14:tracePt t="3421" x="2020888" y="2668588"/>
          <p14:tracePt t="3437" x="2032000" y="2681288"/>
          <p14:tracePt t="3472" x="2043113" y="2705100"/>
          <p14:tracePt t="3490" x="2055813" y="2716213"/>
          <p14:tracePt t="3505" x="2066925" y="2716213"/>
          <p14:tracePt t="3522" x="2079625" y="2716213"/>
          <p14:tracePt t="3578" x="2090738" y="2716213"/>
          <p14:tracePt t="3640" x="2103438" y="2728913"/>
          <p14:tracePt t="3656" x="2114550" y="2740025"/>
          <p14:tracePt t="3688" x="2114550" y="2751138"/>
          <p14:tracePt t="3707" x="2114550" y="2763838"/>
          <p14:tracePt t="3739" x="2114550" y="2774950"/>
          <p14:tracePt t="3773" x="2114550" y="2787650"/>
          <p14:tracePt t="4234" x="2079625" y="2787650"/>
          <p14:tracePt t="4251" x="2032000" y="2787650"/>
          <p14:tracePt t="4286" x="1949450" y="2774950"/>
          <p14:tracePt t="4302" x="1936750" y="2774950"/>
          <p14:tracePt t="4319" x="1925638" y="2774950"/>
          <p14:tracePt t="4336" x="1914525" y="2774950"/>
          <p14:tracePt t="4352" x="1901825" y="2774950"/>
          <p14:tracePt t="4371" x="1890713" y="2774950"/>
          <p14:tracePt t="4594" x="1901825" y="2787650"/>
          <p14:tracePt t="4614" x="1914525" y="2811463"/>
          <p14:tracePt t="4631" x="1936750" y="2822575"/>
          <p14:tracePt t="4647" x="1936750" y="2835275"/>
          <p14:tracePt t="4664" x="1973263" y="2857500"/>
          <p14:tracePt t="4682" x="2008188" y="2870200"/>
          <p14:tracePt t="4684" x="2020888" y="2870200"/>
          <p14:tracePt t="4698" x="2043113" y="2894013"/>
          <p14:tracePt t="4718" x="2066925" y="2905125"/>
          <p14:tracePt t="4719" x="2079625" y="2905125"/>
          <p14:tracePt t="4733" x="2103438" y="2905125"/>
          <p14:tracePt t="4748" x="2114550" y="2917825"/>
          <p14:tracePt t="4765" x="2127250" y="2917825"/>
          <p14:tracePt t="4767" x="2138363" y="2917825"/>
          <p14:tracePt t="4799" x="2162175" y="2917825"/>
          <p14:tracePt t="4816" x="2209800" y="2917825"/>
          <p14:tracePt t="4833" x="2244725" y="2917825"/>
          <p14:tracePt t="4837" x="2255838" y="2917825"/>
          <p14:tracePt t="4848" x="2268538" y="2917825"/>
          <p14:tracePt t="4868" x="2327275" y="2917825"/>
          <p14:tracePt t="4882" x="2362200" y="2917825"/>
          <p14:tracePt t="4887" x="2374900" y="2917825"/>
          <p14:tracePt t="4897" x="2386013" y="2917825"/>
          <p14:tracePt t="4916" x="2409825" y="2917825"/>
          <p14:tracePt t="4933" x="2422525" y="2917825"/>
          <p14:tracePt t="4949" x="2433638" y="2917825"/>
          <p14:tracePt t="4965" x="2457450" y="2917825"/>
          <p14:tracePt t="4982" x="2516188" y="2917825"/>
          <p14:tracePt t="4998" x="2598738" y="2940050"/>
          <p14:tracePt t="5015" x="2646363" y="2940050"/>
          <p14:tracePt t="5018" x="2681288" y="2940050"/>
          <p14:tracePt t="5032" x="2728913" y="2940050"/>
          <p14:tracePt t="5048" x="2787650" y="2928938"/>
          <p14:tracePt t="5066" x="2906713" y="2917825"/>
          <p14:tracePt t="5082" x="2965450" y="2905125"/>
          <p14:tracePt t="5097" x="2989263" y="2905125"/>
          <p14:tracePt t="5391" x="3249613" y="2870200"/>
          <p14:tracePt t="5412" x="3886200" y="2774950"/>
          <p14:tracePt t="5413" x="4029075" y="2751138"/>
          <p14:tracePt t="5428" x="4276725" y="2740025"/>
          <p14:tracePt t="5445" x="4454525" y="2705100"/>
          <p14:tracePt t="5463" x="4678363" y="2681288"/>
          <p14:tracePt t="5479" x="4832350" y="2644775"/>
          <p14:tracePt t="5495" x="4938713" y="2633663"/>
          <p14:tracePt t="5498" x="4973638" y="2622550"/>
          <p14:tracePt t="5513" x="5068888" y="2622550"/>
          <p14:tracePt t="5529" x="5151438" y="2622550"/>
          <p14:tracePt t="5532" x="5186363" y="2622550"/>
          <p14:tracePt t="5547" x="5245100" y="2622550"/>
          <p14:tracePt t="5562" x="5303838" y="2622550"/>
          <p14:tracePt t="5578" x="5351463" y="2622550"/>
          <p14:tracePt t="5581" x="5364163" y="2622550"/>
          <p14:tracePt t="5595" x="5399088" y="2622550"/>
          <p14:tracePt t="5613" x="5422900" y="2622550"/>
          <p14:tracePt t="5614" x="5446713" y="2622550"/>
          <p14:tracePt t="5627" x="5470525" y="2622550"/>
          <p14:tracePt t="5644" x="5481638" y="2622550"/>
          <p14:tracePt t="5660" x="5505450" y="2622550"/>
          <p14:tracePt t="5677" x="5540375" y="2622550"/>
          <p14:tracePt t="5713" x="5553075" y="2622550"/>
          <p14:tracePt t="5729" x="5564188" y="2622550"/>
          <p14:tracePt t="5746" x="5576888" y="2622550"/>
          <p14:tracePt t="6109" x="5457825" y="2622550"/>
          <p14:tracePt t="6127" x="5103813" y="2609850"/>
          <p14:tracePt t="6157" x="4678363" y="2574925"/>
          <p14:tracePt t="6175" x="4606925" y="2562225"/>
          <p14:tracePt t="6178" x="4572000" y="2562225"/>
          <p14:tracePt t="6190" x="4524375" y="2551113"/>
          <p14:tracePt t="6192" x="4500563" y="2551113"/>
          <p14:tracePt t="6207" x="4465638" y="2540000"/>
          <p14:tracePt t="6224" x="4441825" y="2540000"/>
          <p14:tracePt t="6226" x="4418013" y="2527300"/>
          <p14:tracePt t="6241" x="4394200" y="2527300"/>
          <p14:tracePt t="6258" x="4370388" y="2527300"/>
          <p14:tracePt t="6273" x="4370388" y="2516188"/>
          <p14:tracePt t="6291" x="4359275" y="2516188"/>
          <p14:tracePt t="6307" x="4348163" y="2503488"/>
          <p14:tracePt t="6325" x="4335463" y="2492375"/>
          <p14:tracePt t="6423" x="4359275" y="2492375"/>
          <p14:tracePt t="6440" x="4383088" y="2492375"/>
          <p14:tracePt t="6457" x="4418013" y="2492375"/>
          <p14:tracePt t="6474" x="4441825" y="2492375"/>
          <p14:tracePt t="6475" x="4454525" y="2492375"/>
          <p14:tracePt t="6506" x="4489450" y="2492375"/>
          <p14:tracePt t="6523" x="4500563" y="2492375"/>
          <p14:tracePt t="6541" x="4513263" y="2492375"/>
          <p14:tracePt t="6574" x="4524375" y="2492375"/>
          <p14:tracePt t="6590" x="4537075" y="2492375"/>
          <p14:tracePt t="6606" x="4560888" y="2492375"/>
          <p14:tracePt t="6607" x="4572000" y="2492375"/>
          <p14:tracePt t="6623" x="4583113" y="2492375"/>
          <p14:tracePt t="6641" x="4595813" y="2492375"/>
          <p14:tracePt t="6673" x="4606925" y="2492375"/>
          <p14:tracePt t="6797" x="4606925" y="2503488"/>
          <p14:tracePt t="6827" x="4606925" y="2516188"/>
          <p14:tracePt t="6843" x="4606925" y="2527300"/>
          <p14:tracePt t="6873" x="4606925" y="2551113"/>
          <p14:tracePt t="6907" x="4606925" y="2562225"/>
          <p14:tracePt t="6923" x="4606925" y="2574925"/>
          <p14:tracePt t="6956" x="4606925" y="2586038"/>
          <p14:tracePt t="7077" x="4606925" y="2598738"/>
          <p14:tracePt t="7095" x="4606925" y="2609850"/>
          <p14:tracePt t="7124" x="4606925" y="2622550"/>
          <p14:tracePt t="7141" x="4606925" y="2633663"/>
          <p14:tracePt t="7158" x="4606925" y="2644775"/>
          <p14:tracePt t="7175" x="4606925" y="2657475"/>
          <p14:tracePt t="7193" x="4606925" y="2668588"/>
          <p14:tracePt t="7297" x="4606925" y="2681288"/>
          <p14:tracePt t="7328" x="4606925" y="2692400"/>
          <p14:tracePt t="7344" x="4606925" y="2705100"/>
          <p14:tracePt t="7562" x="4595813" y="2705100"/>
          <p14:tracePt t="7610" x="4595813" y="2716213"/>
          <p14:tracePt t="7625" x="4572000" y="2728913"/>
          <p14:tracePt t="7655" x="4513263" y="2740025"/>
          <p14:tracePt t="7671" x="4476750" y="2751138"/>
          <p14:tracePt t="7688" x="4454525" y="2763838"/>
          <p14:tracePt t="7705" x="4441825" y="2763838"/>
          <p14:tracePt t="7720" x="4430713" y="2763838"/>
          <p14:tracePt t="7738" x="4406900" y="2763838"/>
          <p14:tracePt t="7755" x="4359275" y="2774950"/>
          <p14:tracePt t="7773" x="4287838" y="2787650"/>
          <p14:tracePt t="7788" x="4075113" y="2822575"/>
          <p14:tracePt t="7804" x="3862388" y="2835275"/>
          <p14:tracePt t="7823" x="3354388" y="2870200"/>
          <p14:tracePt t="7838" x="2965450" y="2870200"/>
          <p14:tracePt t="7857" x="2611438" y="2870200"/>
          <p14:tracePt t="7859" x="2457450" y="2894013"/>
          <p14:tracePt t="7872" x="2197100" y="2894013"/>
          <p14:tracePt t="7889" x="2032000" y="2905125"/>
          <p14:tracePt t="7907" x="1843088" y="2928938"/>
          <p14:tracePt t="7922" x="1736725" y="2940050"/>
          <p14:tracePt t="7938" x="1630363" y="2952750"/>
          <p14:tracePt t="7956" x="1512888" y="2963863"/>
          <p14:tracePt t="7971" x="1452563" y="2976563"/>
          <p14:tracePt t="7989" x="1382713" y="2987675"/>
          <p14:tracePt t="7991" x="1335088" y="3000375"/>
          <p14:tracePt t="8005" x="1276350" y="3024188"/>
          <p14:tracePt t="8023" x="1217613" y="3070225"/>
          <p14:tracePt t="8027" x="1204913" y="3070225"/>
          <p14:tracePt t="8038" x="1181100" y="3082925"/>
          <p14:tracePt t="8039" x="1169988" y="3094038"/>
          <p14:tracePt t="8056" x="1157288" y="3094038"/>
          <p14:tracePt t="8343" x="1074738" y="3094038"/>
          <p14:tracePt t="8366" x="957263" y="3094038"/>
          <p14:tracePt t="8382" x="909638" y="3082925"/>
          <p14:tracePt t="8401" x="874713" y="3082925"/>
          <p14:tracePt t="8402" x="862013" y="3070225"/>
          <p14:tracePt t="8432" x="838200" y="3070225"/>
          <p14:tracePt t="8449" x="827088" y="3070225"/>
          <p14:tracePt t="8655" x="827088" y="3059113"/>
          <p14:tracePt t="8671" x="838200" y="3059113"/>
          <p14:tracePt t="8697" x="862013" y="3059113"/>
          <p14:tracePt t="8715" x="898525" y="3059113"/>
          <p14:tracePt t="8731" x="920750" y="3059113"/>
          <p14:tracePt t="8748" x="933450" y="3059113"/>
          <p14:tracePt t="8765" x="944563" y="3059113"/>
          <p14:tracePt t="8783" x="957263" y="3059113"/>
          <p14:tracePt t="8799" x="968375" y="3059113"/>
          <p14:tracePt t="8816" x="981075" y="3059113"/>
          <p14:tracePt t="8818" x="992188" y="3059113"/>
          <p14:tracePt t="8849" x="1027113" y="3024188"/>
          <p14:tracePt t="8865" x="1063625" y="3024188"/>
          <p14:tracePt t="8866" x="1074738" y="3011488"/>
          <p14:tracePt t="8883" x="1098550" y="3000375"/>
          <p14:tracePt t="8899" x="1111250" y="2987675"/>
          <p14:tracePt t="8902" x="1122363" y="2987675"/>
          <p14:tracePt t="8915" x="1157288" y="2987675"/>
          <p14:tracePt t="8931" x="1181100" y="2987675"/>
          <p14:tracePt t="8952" x="1252538" y="2987675"/>
          <p14:tracePt t="8966" x="1276350" y="2987675"/>
          <p14:tracePt t="8983" x="1311275" y="2987675"/>
          <p14:tracePt t="9000" x="1335088" y="2976563"/>
          <p14:tracePt t="9017" x="1346200" y="2976563"/>
          <p14:tracePt t="9032" x="1358900" y="2963863"/>
          <p14:tracePt t="9050" x="1370013" y="2952750"/>
          <p14:tracePt t="9066" x="1370013" y="2940050"/>
          <p14:tracePt t="9083" x="1370013" y="2928938"/>
          <p14:tracePt t="9099" x="1370013" y="2917825"/>
          <p14:tracePt t="9116" x="1370013" y="2905125"/>
          <p14:tracePt t="9172" x="1382713" y="2905125"/>
          <p14:tracePt t="9203" x="1393825" y="2905125"/>
          <p14:tracePt t="9218" x="1406525" y="2905125"/>
          <p14:tracePt t="9249" x="1417638" y="2905125"/>
          <p14:tracePt t="9282" x="1428750" y="2905125"/>
          <p14:tracePt t="9327" x="1441450" y="2905125"/>
          <p14:tracePt t="9374" x="1476375" y="2905125"/>
          <p14:tracePt t="9389" x="1500188" y="2905125"/>
          <p14:tracePt t="9416" x="1558925" y="2905125"/>
          <p14:tracePt t="9433" x="1606550" y="2905125"/>
          <p14:tracePt t="9450" x="1654175" y="2905125"/>
          <p14:tracePt t="9467" x="1689100" y="2905125"/>
          <p14:tracePt t="9483" x="1725613" y="2905125"/>
          <p14:tracePt t="9484" x="1747838" y="2905125"/>
          <p14:tracePt t="9499" x="1760538" y="2905125"/>
          <p14:tracePt t="9515" x="1771650" y="2905125"/>
          <p14:tracePt t="9532" x="1795463" y="2905125"/>
          <p14:tracePt t="9549" x="1819275" y="2905125"/>
          <p14:tracePt t="9566" x="1830388" y="2905125"/>
          <p14:tracePt t="9569" x="1854200" y="2905125"/>
          <p14:tracePt t="9582" x="1878013" y="2905125"/>
          <p14:tracePt t="9600" x="1901825" y="2917825"/>
          <p14:tracePt t="9617" x="1925638" y="2928938"/>
          <p14:tracePt t="9632" x="1936750" y="2928938"/>
          <p14:tracePt t="9650" x="1949450" y="2940050"/>
          <p14:tracePt t="9667" x="1960563" y="2940050"/>
          <p14:tracePt t="9682" x="1973263" y="2940050"/>
          <p14:tracePt t="9734" x="1973263" y="2952750"/>
          <p14:tracePt t="9749" x="1984375" y="2963863"/>
          <p14:tracePt t="9765" x="2008188" y="2963863"/>
          <p14:tracePt t="9782" x="2020888" y="2976563"/>
          <p14:tracePt t="9783" x="2032000" y="2976563"/>
          <p14:tracePt t="9798" x="2043113" y="2976563"/>
          <p14:tracePt t="9816" x="2055813" y="2976563"/>
          <p14:tracePt t="9850" x="2079625" y="2976563"/>
          <p14:tracePt t="9883" x="2103438" y="3000375"/>
          <p14:tracePt t="9898" x="2114550" y="3011488"/>
          <p14:tracePt t="9915" x="2149475" y="3024188"/>
          <p14:tracePt t="9931" x="2185988" y="3035300"/>
          <p14:tracePt t="9948" x="2209800" y="3035300"/>
          <p14:tracePt t="9964" x="2233613" y="3035300"/>
          <p14:tracePt t="9981" x="2255838" y="3035300"/>
          <p14:tracePt t="9998" x="2303463" y="3035300"/>
          <p14:tracePt t="10015" x="2386013" y="3059113"/>
          <p14:tracePt t="10031" x="2457450" y="3059113"/>
          <p14:tracePt t="10032" x="2481263" y="3059113"/>
          <p14:tracePt t="10048" x="2563813" y="3059113"/>
          <p14:tracePt t="10066" x="2635250" y="3070225"/>
          <p14:tracePt t="10067" x="2657475" y="3070225"/>
          <p14:tracePt t="10081" x="2717800" y="3082925"/>
          <p14:tracePt t="10097" x="2763838" y="3082925"/>
          <p14:tracePt t="10114" x="2811463" y="3094038"/>
          <p14:tracePt t="10115" x="2835275" y="3106738"/>
          <p14:tracePt t="10131" x="2882900" y="3106738"/>
          <p14:tracePt t="10484" x="3178175" y="3094038"/>
          <p14:tracePt t="10503" x="3425825" y="3059113"/>
          <p14:tracePt t="10519" x="3614738" y="3024188"/>
          <p14:tracePt t="10520" x="3697288" y="3024188"/>
          <p14:tracePt t="10536" x="3875088" y="3000375"/>
          <p14:tracePt t="10552" x="4040188" y="2963863"/>
          <p14:tracePt t="10553" x="4122738" y="2952750"/>
          <p14:tracePt t="10570" x="4300538" y="2917825"/>
          <p14:tracePt t="10586" x="4476750" y="2881313"/>
          <p14:tracePt t="10603" x="4630738" y="2870200"/>
          <p14:tracePt t="10620" x="4737100" y="2870200"/>
          <p14:tracePt t="10637" x="4867275" y="2870200"/>
          <p14:tracePt t="10653" x="4962525" y="2870200"/>
          <p14:tracePt t="10670" x="5056188" y="2870200"/>
          <p14:tracePt t="10672" x="5091113" y="2870200"/>
          <p14:tracePt t="10687" x="5175250" y="2881313"/>
          <p14:tracePt t="10702" x="5210175" y="2894013"/>
          <p14:tracePt t="10721" x="5281613" y="2894013"/>
          <p14:tracePt t="10736" x="5303838" y="2894013"/>
          <p14:tracePt t="10753" x="5340350" y="2894013"/>
          <p14:tracePt t="10771" x="5351463" y="2894013"/>
          <p14:tracePt t="11186" x="5492750" y="2894013"/>
          <p14:tracePt t="11204" x="5588000" y="2894013"/>
          <p14:tracePt t="11238" x="5835650" y="2894013"/>
          <p14:tracePt t="11255" x="6061075" y="2905125"/>
          <p14:tracePt t="11272" x="6202363" y="2905125"/>
          <p14:tracePt t="11290" x="6308725" y="2917825"/>
          <p14:tracePt t="11291" x="6367463" y="2928938"/>
          <p14:tracePt t="11306" x="6462713" y="2940050"/>
          <p14:tracePt t="11322" x="6627813" y="2940050"/>
          <p14:tracePt t="11339" x="7077075" y="3000375"/>
          <p14:tracePt t="11355" x="7348538" y="3011488"/>
          <p14:tracePt t="11373" x="7572375" y="3046413"/>
          <p14:tracePt t="11374" x="7667625" y="3059113"/>
          <p14:tracePt t="11389" x="7797800" y="3070225"/>
          <p14:tracePt t="11406" x="7880350" y="3070225"/>
          <p14:tracePt t="11421" x="7997825" y="3106738"/>
          <p14:tracePt t="11437" x="8045450" y="3106738"/>
          <p14:tracePt t="11455" x="8093075" y="3106738"/>
          <p14:tracePt t="11457" x="8116888" y="3106738"/>
          <p14:tracePt t="11472" x="8175625" y="3106738"/>
          <p14:tracePt t="11490" x="8258175" y="3082925"/>
          <p14:tracePt t="11491" x="8293100" y="3082925"/>
          <p14:tracePt t="11506" x="8351838" y="3070225"/>
          <p14:tracePt t="11797" x="8494713" y="3059113"/>
          <p14:tracePt t="11816" x="8612188" y="3046413"/>
          <p14:tracePt t="11833" x="8718550" y="3046413"/>
          <p14:tracePt t="11851" x="8766175" y="3046413"/>
          <p14:tracePt t="11852" x="8789988" y="3046413"/>
          <p14:tracePt t="11868" x="8837613" y="3046413"/>
          <p14:tracePt t="11884" x="8896350" y="3046413"/>
          <p14:tracePt t="11902" x="8955088" y="3059113"/>
          <p14:tracePt t="11918" x="8966200" y="3059113"/>
          <p14:tracePt t="11951" x="9002713" y="3106738"/>
          <p14:tracePt t="11969" x="9013825" y="3117850"/>
          <p14:tracePt t="11985" x="9013825" y="3130550"/>
          <p14:tracePt t="12031" x="9002713" y="3130550"/>
          <p14:tracePt t="12050" x="8990013" y="3130550"/>
          <p14:tracePt t="12069" x="8978900" y="3130550"/>
          <p14:tracePt t="12264" x="8978900" y="3117850"/>
          <p14:tracePt t="12281" x="8978900" y="3106738"/>
          <p14:tracePt t="12306" x="8978900" y="3094038"/>
          <p14:tracePt t="12339" x="8978900" y="3070225"/>
          <p14:tracePt t="12374" x="8978900" y="3059113"/>
          <p14:tracePt t="12390" x="8978900" y="3046413"/>
          <p14:tracePt t="12407" x="9026525" y="3035300"/>
          <p14:tracePt t="12423" x="9072563" y="3024188"/>
          <p14:tracePt t="12441" x="9167813" y="3000375"/>
          <p14:tracePt t="12457" x="9274175" y="2987675"/>
          <p14:tracePt t="12458" x="9345613" y="2963863"/>
          <p14:tracePt t="12475" x="9450388" y="2952750"/>
          <p14:tracePt t="12492" x="9556750" y="2940050"/>
          <p14:tracePt t="12508" x="9604375" y="2940050"/>
          <p14:tracePt t="12524" x="9628188" y="2940050"/>
          <p14:tracePt t="12526" x="9652000" y="2940050"/>
          <p14:tracePt t="12543" x="9675813" y="2940050"/>
          <p14:tracePt t="12559" x="9699625" y="2940050"/>
          <p14:tracePt t="12562" x="9710738" y="2940050"/>
          <p14:tracePt t="12610" x="9734550" y="2940050"/>
          <p14:tracePt t="12765" x="9747250" y="2940050"/>
          <p14:tracePt t="12783" x="9758363" y="2940050"/>
          <p14:tracePt t="12818" x="9782175" y="2952750"/>
          <p14:tracePt t="12833" x="9793288" y="2952750"/>
          <p14:tracePt t="12850" x="9805988" y="2952750"/>
          <p14:tracePt t="12884" x="9805988" y="2963863"/>
          <p14:tracePt t="12902" x="9805988" y="2976563"/>
          <p14:tracePt t="12938" x="9805988" y="2987675"/>
          <p14:tracePt t="12967" x="9805988" y="3011488"/>
          <p14:tracePt t="13004" x="9817100" y="3035300"/>
          <p14:tracePt t="13093" x="9829800" y="3046413"/>
          <p14:tracePt t="13124" x="9829800" y="3070225"/>
          <p14:tracePt t="13140" x="9840913" y="3094038"/>
          <p14:tracePt t="13168" x="9853613" y="3117850"/>
          <p14:tracePt t="13185" x="9853613" y="3130550"/>
          <p14:tracePt t="13186" x="9853613" y="3141663"/>
          <p14:tracePt t="13219" x="9853613" y="3152775"/>
          <p14:tracePt t="13314" x="9864725" y="3152775"/>
          <p14:tracePt t="13374" x="9875838" y="3165475"/>
          <p14:tracePt t="13390" x="9875838" y="3176588"/>
          <p14:tracePt t="13936" x="9663113" y="3224213"/>
          <p14:tracePt t="13954" x="9191625" y="3259138"/>
          <p14:tracePt t="13988" x="7585075" y="3508375"/>
          <p14:tracePt t="14006" x="6875463" y="3649663"/>
          <p14:tracePt t="14023" x="6532563" y="3732213"/>
          <p14:tracePt t="14041" x="6237288" y="3790950"/>
          <p14:tracePt t="14055" x="6130925" y="3825875"/>
          <p14:tracePt t="14073" x="6061075" y="3862388"/>
          <p14:tracePt t="14090" x="6000750" y="3897313"/>
          <p14:tracePt t="14452" x="5811838" y="3897313"/>
          <p14:tracePt t="14471" x="5364163" y="3897313"/>
          <p14:tracePt t="14488" x="5221288" y="3897313"/>
          <p14:tracePt t="14506" x="5091113" y="3897313"/>
          <p14:tracePt t="14523" x="5045075" y="3897313"/>
          <p14:tracePt t="14538" x="5008563" y="3897313"/>
          <p14:tracePt t="14540" x="4997450" y="3897313"/>
          <p14:tracePt t="14555" x="4984750" y="3897313"/>
          <p14:tracePt t="14572" x="4962525" y="3897313"/>
          <p14:tracePt t="14589" x="4914900" y="3910013"/>
          <p14:tracePt t="14605" x="4867275" y="3932238"/>
          <p14:tracePt t="14622" x="4819650" y="3944938"/>
          <p14:tracePt t="14639" x="4760913" y="3956050"/>
          <p14:tracePt t="14655" x="4737100" y="3968750"/>
          <p14:tracePt t="14671" x="4713288" y="3968750"/>
          <p14:tracePt t="14688" x="4689475" y="3968750"/>
          <p14:tracePt t="14706" x="4678363" y="3968750"/>
          <p14:tracePt t="14722" x="4667250" y="3968750"/>
          <p14:tracePt t="15609" x="4713288" y="3979863"/>
          <p14:tracePt t="15626" x="4795838" y="3992563"/>
          <p14:tracePt t="15662" x="4938713" y="4003675"/>
          <p14:tracePt t="15680" x="4973638" y="4003675"/>
          <p14:tracePt t="15682" x="4997450" y="4003675"/>
          <p14:tracePt t="15695" x="5032375" y="4003675"/>
          <p14:tracePt t="15711" x="5114925" y="4003675"/>
          <p14:tracePt t="15728" x="5233988" y="3992563"/>
          <p14:tracePt t="15745" x="5316538" y="3992563"/>
          <p14:tracePt t="15762" x="5422900" y="3992563"/>
          <p14:tracePt t="15763" x="5481638" y="3992563"/>
          <p14:tracePt t="15780" x="5599113" y="3992563"/>
          <p14:tracePt t="15795" x="5694363" y="3992563"/>
          <p14:tracePt t="15812" x="5872163" y="3992563"/>
          <p14:tracePt t="15844" x="6096000" y="4027488"/>
          <p14:tracePt t="15861" x="6213475" y="4038600"/>
          <p14:tracePt t="15877" x="6261100" y="4051300"/>
          <p14:tracePt t="15894" x="6284913" y="4051300"/>
          <p14:tracePt t="15894" x="6297613" y="4051300"/>
          <p14:tracePt t="15910" x="6343650" y="4051300"/>
          <p14:tracePt t="15927" x="6391275" y="4051300"/>
          <p14:tracePt t="15944" x="6450013" y="4051300"/>
          <p14:tracePt t="15962" x="6473825" y="4051300"/>
          <p14:tracePt t="15979" x="6497638" y="4051300"/>
          <p14:tracePt t="16327" x="6686550" y="4051300"/>
          <p14:tracePt t="16343" x="7135813" y="4027488"/>
          <p14:tracePt t="16366" x="7691438" y="4027488"/>
          <p14:tracePt t="16367" x="7832725" y="4027488"/>
          <p14:tracePt t="16382" x="8104188" y="4038600"/>
          <p14:tracePt t="16400" x="8293100" y="4051300"/>
          <p14:tracePt t="16401" x="8423275" y="4075113"/>
          <p14:tracePt t="16416" x="8601075" y="4121150"/>
          <p14:tracePt t="16434" x="8777288" y="4157663"/>
          <p14:tracePt t="16452" x="8955088" y="4168775"/>
          <p14:tracePt t="16466" x="9061450" y="4181475"/>
          <p14:tracePt t="16484" x="9155113" y="4192588"/>
          <p14:tracePt t="16485" x="9191625" y="4192588"/>
          <p14:tracePt t="16501" x="9250363" y="4205288"/>
          <p14:tracePt t="16517" x="9297988" y="4205288"/>
          <p14:tracePt t="16535" x="9356725" y="4205288"/>
          <p14:tracePt t="16551" x="9391650" y="4181475"/>
          <p14:tracePt t="16568" x="9404350" y="4168775"/>
          <p14:tracePt t="17125" x="9439275" y="4168775"/>
          <p14:tracePt t="17141" x="9556750" y="4192588"/>
          <p14:tracePt t="17168" x="9782175" y="4216400"/>
          <p14:tracePt t="17184" x="9853613" y="4227513"/>
          <p14:tracePt t="17201" x="9971088" y="4240213"/>
          <p14:tracePt t="17218" x="10018713" y="4251325"/>
          <p14:tracePt t="17234" x="10064750" y="4264025"/>
          <p14:tracePt t="17237" x="10088563" y="4264025"/>
          <p14:tracePt t="17251" x="10112375" y="4264025"/>
          <p14:tracePt t="17267" x="10148888" y="4264025"/>
          <p14:tracePt t="17283" x="10183813" y="4264025"/>
          <p14:tracePt t="17285" x="10194925" y="4264025"/>
          <p14:tracePt t="17301" x="10207625" y="4264025"/>
          <p14:tracePt t="17318" x="10218738" y="4251325"/>
          <p14:tracePt t="17321" x="10231438" y="4251325"/>
          <p14:tracePt t="18687" x="10183813" y="4251325"/>
          <p14:tracePt t="18704" x="10160000" y="4251325"/>
          <p14:tracePt t="18741" x="10101263" y="4251325"/>
          <p14:tracePt t="18757" x="10077450" y="4264025"/>
          <p14:tracePt t="18773" x="10053638" y="4264025"/>
          <p14:tracePt t="18807" x="10042525" y="4264025"/>
          <p14:tracePt t="18822" x="10029825" y="4275138"/>
          <p14:tracePt t="18840" x="10018713" y="4287838"/>
          <p14:tracePt t="18856" x="10018713" y="4298950"/>
          <p14:tracePt t="18873" x="10006013" y="4310063"/>
          <p14:tracePt t="18905" x="9994900" y="4310063"/>
          <p14:tracePt t="18923" x="9982200" y="4310063"/>
          <p14:tracePt t="18941" x="9936163" y="4310063"/>
          <p14:tracePt t="18957" x="9888538" y="4310063"/>
          <p14:tracePt t="18957" x="9864725" y="4310063"/>
          <p14:tracePt t="18972" x="9793288" y="4322763"/>
          <p14:tracePt t="18988" x="9710738" y="4322763"/>
          <p14:tracePt t="19006" x="9593263" y="4333875"/>
          <p14:tracePt t="19023" x="9521825" y="4333875"/>
          <p14:tracePt t="19040" x="9450388" y="4333875"/>
          <p14:tracePt t="19042" x="9404350" y="4333875"/>
          <p14:tracePt t="19056" x="9367838" y="4333875"/>
          <p14:tracePt t="19058" x="9332913" y="4333875"/>
          <p14:tracePt t="19073" x="9274175" y="4333875"/>
          <p14:tracePt t="19090" x="9215438" y="4333875"/>
          <p14:tracePt t="19091" x="9191625" y="4333875"/>
          <p14:tracePt t="19106" x="9144000" y="4346575"/>
          <p14:tracePt t="19124" x="9096375" y="4346575"/>
          <p14:tracePt t="19127" x="9085263" y="4346575"/>
          <p14:tracePt t="19140" x="9061450" y="4346575"/>
          <p14:tracePt t="19157" x="9048750" y="4357688"/>
          <p14:tracePt t="19159" x="9037638" y="4370388"/>
          <p14:tracePt t="19173" x="9002713" y="4370388"/>
          <p14:tracePt t="19189" x="8942388" y="4381500"/>
          <p14:tracePt t="19205" x="8883650" y="4381500"/>
          <p14:tracePt t="19222" x="8801100" y="4381500"/>
          <p14:tracePt t="19238" x="8753475" y="4381500"/>
          <p14:tracePt t="19255" x="8707438" y="4381500"/>
          <p14:tracePt t="19256" x="8683625" y="4381500"/>
          <p14:tracePt t="19271" x="8612188" y="4381500"/>
          <p14:tracePt t="19290" x="8553450" y="4381500"/>
          <p14:tracePt t="19291" x="8518525" y="4381500"/>
          <p14:tracePt t="19306" x="8494713" y="4381500"/>
          <p14:tracePt t="19307" x="8434388" y="4394200"/>
          <p14:tracePt t="19322" x="8329613" y="4394200"/>
          <p14:tracePt t="19340" x="8151813" y="4416425"/>
          <p14:tracePt t="19357" x="8045450" y="4452938"/>
          <p14:tracePt t="19373" x="7950200" y="4476750"/>
          <p14:tracePt t="19379" x="7904163" y="4487863"/>
          <p14:tracePt t="19382" x="7867650" y="4500563"/>
          <p14:tracePt t="19406" x="7821613" y="4522788"/>
          <p14:tracePt t="19765" x="7667625" y="4522788"/>
          <p14:tracePt t="19785" x="7123113" y="4511675"/>
          <p14:tracePt t="19800" x="6686550" y="4511675"/>
          <p14:tracePt t="19817" x="6308725" y="4511675"/>
          <p14:tracePt t="19818" x="6119813" y="4522788"/>
          <p14:tracePt t="19833" x="5741988" y="4522788"/>
          <p14:tracePt t="19851" x="5457825" y="4522788"/>
          <p14:tracePt t="19867" x="5257800" y="4535488"/>
          <p14:tracePt t="19867" x="5186363" y="4559300"/>
          <p14:tracePt t="19883" x="5056188" y="4559300"/>
          <p14:tracePt t="19901" x="4949825" y="4570413"/>
          <p14:tracePt t="19905" x="4891088" y="4583113"/>
          <p14:tracePt t="19917" x="4795838" y="4605338"/>
          <p14:tracePt t="19934" x="4689475" y="4641850"/>
          <p14:tracePt t="19950" x="4524375" y="4676775"/>
          <p14:tracePt t="19966" x="4430713" y="4724400"/>
          <p14:tracePt t="19983" x="4359275" y="4735513"/>
          <p14:tracePt t="19999" x="4252913" y="4772025"/>
          <p14:tracePt t="20016" x="4194175" y="4795838"/>
          <p14:tracePt t="20034" x="4087813" y="4830763"/>
          <p14:tracePt t="20050" x="4029075" y="4854575"/>
          <p14:tracePt t="20066" x="3981450" y="4889500"/>
          <p14:tracePt t="20085" x="3898900" y="4937125"/>
          <p14:tracePt t="20099" x="3862388" y="4972050"/>
          <p14:tracePt t="20117" x="3803650" y="5006975"/>
          <p14:tracePt t="20133" x="3779838" y="5019675"/>
          <p14:tracePt t="20151" x="3757613" y="5030788"/>
          <p14:tracePt t="20672" x="3744913" y="5054600"/>
          <p14:tracePt t="20689" x="3709988" y="5149850"/>
          <p14:tracePt t="20724" x="3686175" y="5302250"/>
          <p14:tracePt t="20742" x="3697288" y="5373688"/>
          <p14:tracePt t="20744" x="3709988" y="5397500"/>
          <p14:tracePt t="20758" x="3768725" y="5480050"/>
          <p14:tracePt t="20774" x="3898900" y="5586413"/>
          <p14:tracePt t="20792" x="4135438" y="5786438"/>
          <p14:tracePt t="20807" x="4252913" y="5870575"/>
          <p14:tracePt t="20825" x="4359275" y="5953125"/>
          <p14:tracePt t="20827" x="4394200" y="5988050"/>
          <p14:tracePt t="20857" x="4489450" y="6046788"/>
          <p14:tracePt t="20874" x="4548188" y="6046788"/>
          <p14:tracePt t="20890" x="4572000" y="6046788"/>
          <p14:tracePt t="21188" x="4737100" y="6094413"/>
          <p14:tracePt t="21205" x="5151438" y="6211888"/>
          <p14:tracePt t="21223" x="5576888" y="6342063"/>
          <p14:tracePt t="21240" x="5835650" y="6413500"/>
          <p14:tracePt t="21257" x="6191250" y="6519863"/>
          <p14:tracePt t="21272" x="6402388" y="6602413"/>
          <p14:tracePt t="21288" x="6592888" y="6708775"/>
          <p14:tracePt t="21307" x="6792913" y="6850063"/>
          <p14:tracePt t="21322" x="6888163" y="6921500"/>
          <p14:tracePt t="21340" x="6958013" y="6967538"/>
          <p14:tracePt t="21344" x="6981825" y="6991350"/>
          <p14:tracePt t="21349" x="7005638" y="7004050"/>
          <p14:tracePt t="21355" x="7029450" y="7015163"/>
          <p14:tracePt t="21374" x="7064375" y="7051675"/>
          <p14:tracePt t="21380" x="7077075" y="7051675"/>
          <p14:tracePt t="21382" x="7100888" y="7062788"/>
          <p14:tracePt t="21406" x="7123113" y="7062788"/>
          <p14:tracePt t="21440" x="7123113" y="7038975"/>
          <p14:tracePt t="21457" x="7123113" y="7004050"/>
          <p14:tracePt t="21459" x="7123113" y="6991350"/>
          <p14:tracePt t="21472" x="7123113" y="6980238"/>
          <p14:tracePt t="21999" x="7194550" y="6956425"/>
          <p14:tracePt t="22000" x="7229475" y="6945313"/>
          <p14:tracePt t="22018" x="7289800" y="6932613"/>
          <p14:tracePt t="22035" x="7418388" y="6921500"/>
          <p14:tracePt t="22052" x="7513638" y="6921500"/>
          <p14:tracePt t="22070" x="7678738" y="6921500"/>
          <p14:tracePt t="22086" x="7761288" y="6932613"/>
          <p14:tracePt t="22104" x="7843838" y="6945313"/>
          <p14:tracePt t="22105" x="7880350" y="6945313"/>
          <p14:tracePt t="22120" x="7962900" y="6956425"/>
          <p14:tracePt t="22136" x="8032750" y="6967538"/>
          <p14:tracePt t="22153" x="8162925" y="6967538"/>
          <p14:tracePt t="22170" x="8258175" y="6967538"/>
          <p14:tracePt t="22186" x="8329613" y="6967538"/>
          <p14:tracePt t="22189" x="8388350" y="6967538"/>
          <p14:tracePt t="22203" x="8470900" y="6980238"/>
          <p14:tracePt t="22221" x="8577263" y="6980238"/>
          <p14:tracePt t="22224" x="8636000" y="7004050"/>
          <p14:tracePt t="22237" x="8766175" y="7015163"/>
          <p14:tracePt t="22254" x="8872538" y="7015163"/>
          <p14:tracePt t="22259" x="8942388" y="7027863"/>
          <p14:tracePt t="22270" x="8990013" y="7027863"/>
          <p14:tracePt t="22272" x="9048750" y="7038975"/>
          <p14:tracePt t="22286" x="9155113" y="7051675"/>
          <p14:tracePt t="22305" x="9261475" y="7062788"/>
          <p14:tracePt t="22307" x="9321800" y="7086600"/>
          <p14:tracePt t="22320" x="9415463" y="7086600"/>
          <p14:tracePt t="22337" x="9463088" y="7097713"/>
          <p14:tracePt t="22354" x="9510713" y="7097713"/>
          <p14:tracePt t="22370" x="9545638" y="7097713"/>
          <p14:tracePt t="22386" x="9569450" y="7097713"/>
          <p14:tracePt t="22402" x="9580563" y="7097713"/>
          <p14:tracePt t="23234" x="9593263" y="7097713"/>
          <p14:tracePt t="23251" x="9604375" y="7097713"/>
          <p14:tracePt t="23287" x="9628188" y="7097713"/>
          <p14:tracePt t="23302" x="9640888" y="7097713"/>
          <p14:tracePt t="23321" x="9652000" y="7097713"/>
          <p14:tracePt t="23438" x="9663113" y="7097713"/>
          <p14:tracePt t="23455" x="9675813" y="7097713"/>
          <p14:tracePt t="23468" x="9686925" y="7086600"/>
          <p14:tracePt t="23485" x="9710738" y="7073900"/>
          <p14:tracePt t="23501" x="9723438" y="7062788"/>
          <p14:tracePt t="23518" x="9734550" y="7062788"/>
          <p14:tracePt t="23535" x="9769475" y="7062788"/>
          <p14:tracePt t="23552" x="9782175" y="7062788"/>
          <p14:tracePt t="23568" x="9793288" y="7062788"/>
          <p14:tracePt t="23584" x="9805988" y="7062788"/>
          <p14:tracePt t="23602" x="9817100" y="7062788"/>
          <p14:tracePt t="23655" x="9817100" y="7051675"/>
          <p14:tracePt t="23765" x="9805988" y="7051675"/>
          <p14:tracePt t="23784" x="9782175" y="7051675"/>
          <p14:tracePt t="23802" x="9758363" y="7051675"/>
          <p14:tracePt t="23822" x="9734550" y="7051675"/>
          <p14:tracePt t="23836" x="9723438" y="7051675"/>
          <p14:tracePt t="23871" x="9710738" y="7051675"/>
          <p14:tracePt t="23886" x="9686925" y="7051675"/>
          <p14:tracePt t="23902" x="9652000" y="7051675"/>
          <p14:tracePt t="23920" x="9617075" y="7051675"/>
          <p14:tracePt t="23923" x="9593263" y="7051675"/>
          <p14:tracePt t="23953" x="9510713" y="7051675"/>
          <p14:tracePt t="23972" x="9439275" y="7051675"/>
          <p14:tracePt t="23986" x="9391650" y="7051675"/>
          <p14:tracePt t="24003" x="9345613" y="7062788"/>
          <p14:tracePt t="24022" x="9250363" y="7062788"/>
          <p14:tracePt t="24036" x="9191625" y="7062788"/>
          <p14:tracePt t="24053" x="9132888" y="7062788"/>
          <p14:tracePt t="24068" x="9026525" y="7038975"/>
          <p14:tracePt t="24084" x="8966200" y="7038975"/>
          <p14:tracePt t="24102" x="8896350" y="7027863"/>
          <p14:tracePt t="24119" x="8777288" y="7015163"/>
          <p14:tracePt t="24136" x="8694738" y="7015163"/>
          <p14:tracePt t="24154" x="8588375" y="7015163"/>
          <p14:tracePt t="24170" x="8505825" y="7015163"/>
          <p14:tracePt t="24187" x="8399463" y="7004050"/>
          <p14:tracePt t="24188" x="8364538" y="7004050"/>
          <p14:tracePt t="24203" x="8223250" y="6991350"/>
          <p14:tracePt t="24220" x="8069263" y="6967538"/>
          <p14:tracePt t="24223" x="7997825" y="6956425"/>
          <p14:tracePt t="24237" x="7867650" y="6945313"/>
          <p14:tracePt t="24254" x="7773988" y="6932613"/>
          <p14:tracePt t="24257" x="7737475" y="6932613"/>
          <p14:tracePt t="24270" x="7702550" y="6932613"/>
          <p14:tracePt t="24272" x="7654925" y="6921500"/>
          <p14:tracePt t="24286" x="7585075" y="6908800"/>
          <p14:tracePt t="24304" x="7502525" y="6908800"/>
          <p14:tracePt t="24308" x="7466013" y="6897688"/>
          <p14:tracePt t="24320" x="7396163" y="6884988"/>
          <p14:tracePt t="24337" x="7348538" y="6861175"/>
          <p14:tracePt t="24353" x="7300913" y="6850063"/>
          <p14:tracePt t="24356" x="7289800" y="6850063"/>
          <p14:tracePt t="24370" x="7253288" y="6850063"/>
          <p14:tracePt t="24387" x="7229475" y="6838950"/>
          <p14:tracePt t="24420" x="7207250" y="6815138"/>
          <p14:tracePt t="24435" x="7194550" y="6802438"/>
          <p14:tracePt t="24453" x="7183438" y="6778625"/>
          <p14:tracePt t="24470" x="7170738" y="6778625"/>
          <p14:tracePt t="24473" x="7159625" y="6778625"/>
          <p14:tracePt t="24487" x="7159625" y="6767513"/>
          <p14:tracePt t="24502" x="7159625" y="6756400"/>
          <p14:tracePt t="24537" x="7183438" y="6756400"/>
          <p14:tracePt t="24554" x="7242175" y="6756400"/>
          <p14:tracePt t="24557" x="7277100" y="6756400"/>
          <p14:tracePt t="24570" x="7372350" y="6743700"/>
          <p14:tracePt t="24586" x="7478713" y="6732588"/>
          <p14:tracePt t="24603" x="7585075" y="6732588"/>
          <p14:tracePt t="24605" x="7631113" y="6732588"/>
          <p14:tracePt t="24619" x="7737475" y="6719888"/>
          <p14:tracePt t="24636" x="7926388" y="6696075"/>
          <p14:tracePt t="24653" x="8351838" y="6696075"/>
          <p14:tracePt t="24660" x="8470900" y="6696075"/>
          <p14:tracePt t="24669" x="8588375" y="6696075"/>
          <p14:tracePt t="24687" x="8789988" y="6696075"/>
          <p14:tracePt t="24689" x="8883650" y="6719888"/>
          <p14:tracePt t="24704" x="9037638" y="6719888"/>
          <p14:tracePt t="24720" x="9178925" y="6732588"/>
          <p14:tracePt t="24723" x="9239250" y="6732588"/>
          <p14:tracePt t="24737" x="9345613" y="6732588"/>
          <p14:tracePt t="24753" x="9415463" y="6743700"/>
          <p14:tracePt t="24770" x="9498013" y="6756400"/>
          <p14:tracePt t="24773" x="9534525" y="6756400"/>
          <p14:tracePt t="24787" x="9593263" y="6767513"/>
          <p14:tracePt t="24803" x="9640888" y="6778625"/>
          <p14:tracePt t="24805" x="9663113" y="6791325"/>
          <p14:tracePt t="24820" x="9699625" y="6802438"/>
          <p14:tracePt t="24837" x="9723438" y="6815138"/>
          <p14:tracePt t="24852" x="9747250" y="6826250"/>
          <p14:tracePt t="24854" x="9758363" y="6826250"/>
          <p14:tracePt t="24886" x="9782175" y="6826250"/>
          <p14:tracePt t="24920" x="9793288" y="6826250"/>
          <p14:tracePt t="25328" x="9971088" y="6826250"/>
          <p14:tracePt t="25347" x="10218738" y="6838950"/>
          <p14:tracePt t="25363" x="10301288" y="6850063"/>
          <p14:tracePt t="25380" x="10396538" y="6850063"/>
          <p14:tracePt t="25396" x="10502900" y="6884988"/>
          <p14:tracePt t="25413" x="10561638" y="6897688"/>
          <p14:tracePt t="25430" x="10633075" y="6908800"/>
          <p14:tracePt t="25446" x="10691813" y="6908800"/>
          <p14:tracePt t="25463" x="10739438" y="6908800"/>
          <p14:tracePt t="25481" x="10821988" y="6908800"/>
          <p14:tracePt t="25497" x="10880725" y="6897688"/>
          <p14:tracePt t="25515" x="10987088" y="6884988"/>
          <p14:tracePt t="25531" x="11045825" y="6873875"/>
          <p14:tracePt t="25548" x="11104563" y="6861175"/>
          <p14:tracePt t="25550" x="11128375" y="6861175"/>
          <p14:tracePt t="25565" x="11210925" y="6861175"/>
          <p14:tracePt t="25582" x="11247438" y="6873875"/>
          <p14:tracePt t="25598" x="11353800" y="6897688"/>
          <p14:tracePt t="25615" x="11399838" y="6908800"/>
          <p14:tracePt t="25632" x="11460163" y="6921500"/>
          <p14:tracePt t="25647" x="11506200" y="6932613"/>
          <p14:tracePt t="25664" x="11518900" y="6932613"/>
          <p14:tracePt t="25666" x="11530013" y="6932613"/>
          <p14:tracePt t="25681" x="11566525" y="6932613"/>
          <p14:tracePt t="25698" x="11601450" y="6932613"/>
          <p14:tracePt t="26078" x="11707813" y="6932613"/>
          <p14:tracePt t="26094" x="11801475" y="6932613"/>
          <p14:tracePt t="26124" x="11955463" y="6932613"/>
          <p14:tracePt t="26141" x="12003088" y="6932613"/>
          <p14:tracePt t="26157" x="12038013" y="6932613"/>
          <p14:tracePt t="26175" x="12096750" y="6932613"/>
          <p14:tracePt t="26191" x="12133263" y="6932613"/>
          <p14:tracePt t="26208" x="12157075" y="6932613"/>
          <p14:tracePt t="26224" x="12168188" y="6945313"/>
          <p14:tracePt t="26241" x="12192000" y="6945313"/>
          <p14:tracePt t="26258" x="12203113" y="6945313"/>
          <p14:tracePt t="26313" x="12203113" y="6956425"/>
          <p14:tracePt t="26390" x="12215813" y="6956425"/>
          <p14:tracePt t="26437" x="12226925" y="6956425"/>
          <p14:tracePt t="26453" x="12239625" y="6967538"/>
          <p14:tracePt t="26474" x="12250738" y="6980238"/>
          <p14:tracePt t="26491" x="12274550" y="6991350"/>
          <p14:tracePt t="26508" x="12298363" y="6991350"/>
          <p14:tracePt t="26525" x="12309475" y="7004050"/>
          <p14:tracePt t="26542" x="12322175" y="7015163"/>
          <p14:tracePt t="26559" x="12333288" y="7015163"/>
          <p14:tracePt t="26576" x="12345988" y="7015163"/>
          <p14:tracePt t="26610" x="12357100" y="7038975"/>
          <p14:tracePt t="26627" x="12369800" y="7051675"/>
          <p14:tracePt t="26643" x="12380913" y="7062788"/>
          <p14:tracePt t="26645" x="12393613" y="7062788"/>
          <p14:tracePt t="26676" x="12404725" y="7062788"/>
          <p14:tracePt t="26766" x="12415838" y="7073900"/>
          <p14:tracePt t="26780" x="12428538" y="7086600"/>
          <p14:tracePt t="26808" x="12439650" y="7110413"/>
          <p14:tracePt t="26825" x="12439650" y="7121525"/>
          <p14:tracePt t="26826" x="12439650" y="7134225"/>
          <p14:tracePt t="26858" x="12439650" y="7156450"/>
          <p14:tracePt t="26875" x="12439650" y="7169150"/>
          <p14:tracePt t="26891" x="12452350" y="7180263"/>
          <p14:tracePt t="26908" x="12452350" y="7192963"/>
          <p14:tracePt t="27016" x="12452350" y="7204075"/>
          <p14:tracePt t="27030" x="12452350" y="7216775"/>
          <p14:tracePt t="27058" x="12452350" y="7240588"/>
          <p14:tracePt t="27090" x="12452350" y="7251700"/>
          <p14:tracePt t="27157" x="12452350" y="7262813"/>
          <p14:tracePt t="27188" x="12428538" y="7262813"/>
          <p14:tracePt t="27207" x="12345988" y="7262813"/>
          <p14:tracePt t="27208" x="12250738" y="7251700"/>
          <p14:tracePt t="27224" x="11920538" y="7240588"/>
          <p14:tracePt t="27241" x="11293475" y="7240588"/>
          <p14:tracePt t="27258" x="10125075" y="7251700"/>
          <p14:tracePt t="27276" x="9332913" y="7275513"/>
          <p14:tracePt t="27278" x="8872538" y="7323138"/>
          <p14:tracePt t="27292" x="8223250" y="7369175"/>
          <p14:tracePt t="27309" x="7773988" y="7429500"/>
          <p14:tracePt t="27327" x="7242175" y="7512050"/>
          <p14:tracePt t="27343" x="7040563" y="7558088"/>
          <p14:tracePt t="27360" x="6910388" y="7605713"/>
          <p14:tracePt t="27362" x="6864350" y="7629525"/>
          <p14:tracePt t="27377" x="6781800" y="7677150"/>
          <p14:tracePt t="27656" x="6556375" y="7664450"/>
          <p14:tracePt t="27671" x="6048375" y="7629525"/>
          <p14:tracePt t="27700" x="5327650" y="7581900"/>
          <p14:tracePt t="27717" x="5008563" y="7558088"/>
          <p14:tracePt t="27733" x="4902200" y="7535863"/>
          <p14:tracePt t="27750" x="4795838" y="7512050"/>
          <p14:tracePt t="27766" x="4760913" y="7499350"/>
          <p14:tracePt t="27783" x="4713288" y="7488238"/>
          <p14:tracePt t="27785" x="4702175" y="7475538"/>
          <p14:tracePt t="27799" x="4689475" y="7475538"/>
          <p14:tracePt t="27817" x="4667250" y="7475538"/>
          <p14:tracePt t="27850" x="4702175" y="7475538"/>
          <p14:tracePt t="27866" x="4784725" y="7475538"/>
          <p14:tracePt t="27869" x="4856163" y="7475538"/>
          <p14:tracePt t="27882" x="5068888" y="7475538"/>
          <p14:tracePt t="27900" x="5281613" y="7475538"/>
          <p14:tracePt t="27903" x="5386388" y="7475538"/>
          <p14:tracePt t="27931" x="5683250" y="7475538"/>
          <p14:tracePt t="27950" x="5800725" y="7475538"/>
          <p14:tracePt t="27952" x="5859463" y="7475538"/>
          <p14:tracePt t="27965" x="5907088" y="7475538"/>
          <p14:tracePt t="27967" x="5942013" y="7475538"/>
          <p14:tracePt t="27983" x="6024563" y="7451725"/>
          <p14:tracePt t="28000" x="6096000" y="7440613"/>
          <p14:tracePt t="28001" x="6119813" y="7440613"/>
          <p14:tracePt t="28017" x="6167438" y="7440613"/>
          <p14:tracePt t="28033" x="6202363" y="7440613"/>
          <p14:tracePt t="28037" x="6213475" y="7440613"/>
          <p14:tracePt t="28066" x="6237288" y="7440613"/>
          <p14:tracePt t="28098" x="6167438" y="7440613"/>
          <p14:tracePt t="28115" x="6084888" y="7451725"/>
          <p14:tracePt t="28134" x="5954713" y="7451725"/>
          <p14:tracePt t="28150" x="5872163" y="7451725"/>
          <p14:tracePt t="28165" x="5789613" y="7451725"/>
          <p14:tracePt t="28167" x="5729288" y="7451725"/>
          <p14:tracePt t="28181" x="5481638" y="7451725"/>
          <p14:tracePt t="28199" x="5103813" y="7429500"/>
          <p14:tracePt t="28215" x="4465638" y="7429500"/>
          <p14:tracePt t="28232" x="4205288" y="7416800"/>
          <p14:tracePt t="28250" x="3968750" y="7381875"/>
          <p14:tracePt t="28266" x="3862388" y="7381875"/>
          <p14:tracePt t="28284" x="3757613" y="7369175"/>
          <p14:tracePt t="28287" x="3721100" y="7358063"/>
          <p14:tracePt t="28300" x="3614738" y="7346950"/>
          <p14:tracePt t="28317" x="3532188" y="7323138"/>
          <p14:tracePt t="28333" x="3449638" y="7275513"/>
          <p14:tracePt t="28348" x="3414713" y="7262813"/>
          <p14:tracePt t="28367" x="3402013" y="7240588"/>
          <p14:tracePt t="28369" x="3402013" y="7216775"/>
          <p14:tracePt t="28383" x="3425825" y="7192963"/>
          <p14:tracePt t="28399" x="3521075" y="7156450"/>
          <p14:tracePt t="28416" x="3744913" y="7097713"/>
          <p14:tracePt t="28434" x="4324350" y="7027863"/>
          <p14:tracePt t="28449" x="4678363" y="7004050"/>
          <p14:tracePt t="28465" x="5056188" y="7004050"/>
          <p14:tracePt t="28467" x="5221288" y="7004050"/>
          <p14:tracePt t="28482" x="5576888" y="7015163"/>
          <p14:tracePt t="28500" x="5848350" y="7062788"/>
          <p14:tracePt t="28502" x="5989638" y="7086600"/>
          <p14:tracePt t="28517" x="6213475" y="7134225"/>
          <p14:tracePt t="28534" x="6367463" y="7169150"/>
          <p14:tracePt t="28537" x="6415088" y="7180263"/>
          <p14:tracePt t="28549" x="6462713" y="7204075"/>
          <p14:tracePt t="28550" x="6497638" y="7204075"/>
          <p14:tracePt t="28566" x="6556375" y="7240588"/>
          <p14:tracePt t="28582" x="6592888" y="7251700"/>
          <p14:tracePt t="28599" x="6638925" y="7275513"/>
          <p14:tracePt t="28616" x="6651625" y="7299325"/>
          <p14:tracePt t="28633" x="6686550" y="7334250"/>
          <p14:tracePt t="28650" x="6699250" y="7346950"/>
          <p14:tracePt t="28666" x="6710363" y="7381875"/>
          <p14:tracePt t="28669" x="6710363" y="7392988"/>
          <p14:tracePt t="28682" x="6710363" y="7416800"/>
          <p14:tracePt t="28716" x="6710363" y="7451725"/>
          <p14:tracePt t="28733" x="6721475" y="7464425"/>
          <p14:tracePt t="28737" x="6721475" y="7475538"/>
          <p14:tracePt t="28768" x="6734175" y="7488238"/>
          <p14:tracePt t="28800" x="6757988" y="7499350"/>
          <p14:tracePt t="28817" x="6769100" y="7512050"/>
          <p14:tracePt t="28849" x="6792913" y="7512050"/>
          <p14:tracePt t="28883" x="6816725" y="7512050"/>
          <p14:tracePt t="28899" x="6840538" y="7512050"/>
          <p14:tracePt t="28917" x="6875463" y="7512050"/>
          <p14:tracePt t="28933" x="6923088" y="7499350"/>
          <p14:tracePt t="28950" x="6970713" y="7499350"/>
          <p14:tracePt t="28952" x="7005638" y="7499350"/>
          <p14:tracePt t="28966" x="7029450" y="7499350"/>
          <p14:tracePt t="28967" x="7053263" y="7499350"/>
          <p14:tracePt t="28983" x="7100888" y="7488238"/>
          <p14:tracePt t="29000" x="7146925" y="7488238"/>
          <p14:tracePt t="29002" x="7170738" y="7488238"/>
          <p14:tracePt t="29017" x="7229475" y="7475538"/>
          <p14:tracePt t="29032" x="7277100" y="7475538"/>
          <p14:tracePt t="29050" x="7359650" y="7475538"/>
          <p14:tracePt t="29066" x="7418388" y="7475538"/>
          <p14:tracePt t="29082" x="7478713" y="7475538"/>
          <p14:tracePt t="29100" x="7561263" y="7475538"/>
          <p14:tracePt t="29116" x="7608888" y="7475538"/>
          <p14:tracePt t="29120" x="7631113" y="7464425"/>
          <p14:tracePt t="29132" x="7654925" y="7464425"/>
          <p14:tracePt t="29452" x="7891463" y="7429500"/>
          <p14:tracePt t="29470" x="8128000" y="7392988"/>
          <p14:tracePt t="29487" x="8447088" y="7381875"/>
          <p14:tracePt t="29504" x="8588375" y="7381875"/>
          <p14:tracePt t="29521" x="8789988" y="7381875"/>
          <p14:tracePt t="29537" x="8896350" y="7381875"/>
          <p14:tracePt t="29553" x="8978900" y="7381875"/>
          <p14:tracePt t="29570" x="9085263" y="7381875"/>
          <p14:tracePt t="29587" x="9167813" y="7369175"/>
          <p14:tracePt t="29604" x="9239250" y="7358063"/>
          <p14:tracePt t="29605" x="9261475" y="7346950"/>
          <p14:tracePt t="29620" x="9356725" y="7346950"/>
          <p14:tracePt t="29637" x="9450388" y="7346950"/>
          <p14:tracePt t="29654" x="9569450" y="7346950"/>
          <p14:tracePt t="29671" x="9663113" y="7346950"/>
          <p14:tracePt t="29688" x="9782175" y="7346950"/>
          <p14:tracePt t="29704" x="9840913" y="7346950"/>
          <p14:tracePt t="29720" x="9888538" y="7346950"/>
          <p14:tracePt t="29737" x="9936163" y="7346950"/>
          <p14:tracePt t="29753" x="9971088" y="7346950"/>
          <p14:tracePt t="29771" x="9994900" y="7346950"/>
          <p14:tracePt t="29771" x="10018713" y="7346950"/>
          <p14:tracePt t="29787" x="10042525" y="7346950"/>
          <p14:tracePt t="29804" x="10088563" y="7346950"/>
          <p14:tracePt t="29821" x="10148888" y="7346950"/>
          <p14:tracePt t="30155" x="10266363" y="7323138"/>
          <p14:tracePt t="30174" x="10372725" y="7310438"/>
          <p14:tracePt t="30191" x="10407650" y="7299325"/>
          <p14:tracePt t="30208" x="10431463" y="7299325"/>
          <p14:tracePt t="30209" x="10444163" y="7299325"/>
          <p14:tracePt t="30224" x="10466388" y="7299325"/>
          <p14:tracePt t="30241" x="10490200" y="7299325"/>
          <p14:tracePt t="30258" x="10514013" y="7299325"/>
          <p14:tracePt t="30274" x="10537825" y="7299325"/>
          <p14:tracePt t="30292" x="10561638" y="7299325"/>
          <p14:tracePt t="30293" x="10585450" y="7299325"/>
          <p14:tracePt t="30308" x="10633075" y="7299325"/>
          <p14:tracePt t="30324" x="10691813" y="7299325"/>
          <p14:tracePt t="30341" x="10763250" y="7299325"/>
          <p14:tracePt t="30357" x="10809288" y="7299325"/>
          <p14:tracePt t="30374" x="10845800" y="7299325"/>
          <p14:tracePt t="30391" x="10880725" y="7299325"/>
          <p14:tracePt t="30408" x="10904538" y="7299325"/>
          <p14:tracePt t="30425" x="10915650" y="7299325"/>
          <p14:tracePt t="30441" x="10939463" y="7299325"/>
          <p14:tracePt t="30475" x="10963275" y="7286625"/>
          <p14:tracePt t="30491" x="10974388" y="7286625"/>
          <p14:tracePt t="30508" x="10987088" y="7286625"/>
          <p14:tracePt t="30524" x="11010900" y="7286625"/>
          <p14:tracePt t="30542" x="11058525" y="7286625"/>
          <p14:tracePt t="30558" x="11080750" y="7286625"/>
          <p14:tracePt t="30574" x="11104563" y="7286625"/>
          <p14:tracePt t="30592" x="11152188" y="7299325"/>
          <p14:tracePt t="30608" x="11164888" y="7310438"/>
          <p14:tracePt t="30624" x="11187113" y="7323138"/>
          <p14:tracePt t="30642" x="11199813" y="7323138"/>
          <p14:tracePt t="30658" x="11210925" y="7323138"/>
          <p14:tracePt t="30675" x="11223625" y="7323138"/>
          <p14:tracePt t="30707" x="11247438" y="7323138"/>
          <p14:tracePt t="30725" x="11293475" y="7323138"/>
          <p14:tracePt t="30741" x="11306175" y="7323138"/>
          <p14:tracePt t="30758" x="11329988" y="7323138"/>
          <p14:tracePt t="30774" x="11341100" y="7323138"/>
          <p14:tracePt t="30792" x="11353800" y="7323138"/>
          <p14:tracePt t="30809" x="11364913" y="7323138"/>
          <p14:tracePt t="30906" x="11364913" y="7310438"/>
          <p14:tracePt t="30953" x="11364913" y="7299325"/>
          <p14:tracePt t="31202" x="11353800" y="7299325"/>
          <p14:tracePt t="31281" x="11341100" y="7299325"/>
          <p14:tracePt t="31342" x="11341100" y="7286625"/>
          <p14:tracePt t="31469" x="11341100" y="7275513"/>
          <p14:tracePt t="31500" x="11377613" y="7262813"/>
          <p14:tracePt t="31514" x="11412538" y="7262813"/>
          <p14:tracePt t="31539" x="11482388" y="7262813"/>
          <p14:tracePt t="31556" x="11577638" y="7262813"/>
          <p14:tracePt t="31573" x="11684000" y="7262813"/>
          <p14:tracePt t="31589" x="11790363" y="7262813"/>
          <p14:tracePt t="31590" x="11849100" y="7275513"/>
          <p14:tracePt t="31606" x="11944350" y="7286625"/>
          <p14:tracePt t="31623" x="12014200" y="7310438"/>
          <p14:tracePt t="31640" x="12120563" y="7323138"/>
          <p14:tracePt t="31656" x="12180888" y="7323138"/>
          <p14:tracePt t="31673" x="12226925" y="7323138"/>
          <p14:tracePt t="31690" x="12274550" y="7323138"/>
          <p14:tracePt t="31706" x="12298363" y="7323138"/>
          <p14:tracePt t="31723" x="12333288" y="7323138"/>
          <p14:tracePt t="31740" x="12345988" y="7323138"/>
          <p14:tracePt t="31756" x="12369800" y="7323138"/>
          <p14:tracePt t="31757" x="12380913" y="7323138"/>
          <p14:tracePt t="31773" x="12393613" y="7323138"/>
          <p14:tracePt t="32203" x="12380913" y="7323138"/>
          <p14:tracePt t="32221" x="12298363" y="7323138"/>
          <p14:tracePt t="32255" x="12109450" y="7323138"/>
          <p14:tracePt t="32272" x="12003088" y="7323138"/>
          <p14:tracePt t="32288" x="11920538" y="7323138"/>
          <p14:tracePt t="32307" x="11837988" y="7323138"/>
          <p14:tracePt t="32322" x="11801475" y="7323138"/>
          <p14:tracePt t="32338" x="11766550" y="7323138"/>
          <p14:tracePt t="32356" x="11731625" y="7323138"/>
          <p14:tracePt t="32372" x="11718925" y="7323138"/>
          <p14:tracePt t="32390" x="11707813" y="7323138"/>
          <p14:tracePt t="32593" x="11695113" y="7323138"/>
          <p14:tracePt t="32609" x="11684000" y="7323138"/>
          <p14:tracePt t="32626" x="11612563" y="7323138"/>
          <p14:tracePt t="32642" x="11530013" y="7323138"/>
          <p14:tracePt t="32661" x="11353800" y="7323138"/>
          <p14:tracePt t="32677" x="11104563" y="7323138"/>
          <p14:tracePt t="32694" x="10750550" y="7334250"/>
          <p14:tracePt t="32696" x="10561638" y="7358063"/>
          <p14:tracePt t="32710" x="10231438" y="7369175"/>
          <p14:tracePt t="32726" x="9923463" y="7405688"/>
          <p14:tracePt t="32743" x="9723438" y="7440613"/>
          <p14:tracePt t="32745" x="9663113" y="7451725"/>
          <p14:tracePt t="32759" x="9556750" y="7488238"/>
          <p14:tracePt t="32777" x="9474200" y="7512050"/>
          <p14:tracePt t="32780" x="9439275" y="7535863"/>
          <p14:tracePt t="32793" x="9391650" y="7558088"/>
          <p14:tracePt t="32810" x="9345613" y="7605713"/>
          <p14:tracePt t="32827" x="9345613" y="7629525"/>
          <p14:tracePt t="33155" x="9072563" y="7629525"/>
          <p14:tracePt t="33172" x="8872538" y="7642225"/>
          <p14:tracePt t="33204" x="8540750" y="7700963"/>
          <p14:tracePt t="33222" x="8269288" y="7735888"/>
          <p14:tracePt t="33238" x="7678738" y="7842250"/>
          <p14:tracePt t="33254" x="7289800" y="7889875"/>
          <p14:tracePt t="33272" x="6923088" y="7948613"/>
          <p14:tracePt t="33287" x="6745288" y="7972425"/>
          <p14:tracePt t="33304" x="6615113" y="7996238"/>
          <p14:tracePt t="33321" x="6462713" y="8031163"/>
          <p14:tracePt t="33337" x="6391275" y="8042275"/>
          <p14:tracePt t="33354" x="6332538" y="8066088"/>
          <p14:tracePt t="33355" x="6308725" y="8078788"/>
          <p14:tracePt t="33370" x="6273800" y="8089900"/>
          <p14:tracePt t="33386" x="6249988" y="8113713"/>
          <p14:tracePt t="33405" x="6237288" y="8113713"/>
          <p14:tracePt t="33718" x="5824538" y="8148638"/>
          <p14:tracePt t="33734" x="5470525" y="8185150"/>
          <p14:tracePt t="33765" x="4819650" y="8255000"/>
          <p14:tracePt t="33780" x="4370388" y="8315325"/>
          <p14:tracePt t="33798" x="4122738" y="8326438"/>
          <p14:tracePt t="33814" x="3875088" y="8374063"/>
          <p14:tracePt t="33821" x="3816350" y="8374063"/>
          <p14:tracePt t="33830" x="3744913" y="8397875"/>
          <p14:tracePt t="33847" x="3651250" y="8397875"/>
          <p14:tracePt t="33866" x="3556000" y="8421688"/>
          <p14:tracePt t="33882" x="3497263" y="8432800"/>
          <p14:tracePt t="33898" x="3425825" y="8443913"/>
          <p14:tracePt t="33914" x="3390900" y="8443913"/>
          <p14:tracePt t="33930" x="3354388" y="8456613"/>
          <p14:tracePt t="33947" x="3332163" y="8456613"/>
          <p14:tracePt t="33964" x="3308350" y="8456613"/>
          <p14:tracePt t="33981" x="3295650" y="8456613"/>
          <p14:tracePt t="33998" x="3284538" y="8456613"/>
          <p14:tracePt t="34013" x="3271838" y="8456613"/>
          <p14:tracePt t="34030" x="3271838" y="8467725"/>
          <p14:tracePt t="34047" x="3271838" y="8480425"/>
          <p14:tracePt t="34063" x="3271838" y="8491538"/>
          <p14:tracePt t="34081" x="3271838" y="8504238"/>
          <p14:tracePt t="34098" x="3271838" y="8515350"/>
          <p14:tracePt t="34100" x="3271838" y="8526463"/>
          <p14:tracePt t="34219" x="3271838" y="8539163"/>
          <p14:tracePt t="34235" x="3271838" y="8550275"/>
          <p14:tracePt t="34265" x="3284538" y="8562975"/>
          <p14:tracePt t="34282" x="3308350" y="8574088"/>
          <p14:tracePt t="34297" x="3308350" y="8586788"/>
          <p14:tracePt t="34453" x="3308350" y="8597900"/>
          <p14:tracePt t="34485" x="3295650" y="8597900"/>
          <p14:tracePt t="34500" x="3284538" y="8597900"/>
          <p14:tracePt t="34531" x="3236913" y="8597900"/>
          <p14:tracePt t="34548" x="3213100" y="8597900"/>
          <p14:tracePt t="34565" x="3201988" y="8597900"/>
          <p14:tracePt t="34609" x="3189288" y="8597900"/>
          <p14:tracePt t="34631" x="3178175" y="8597900"/>
          <p14:tracePt t="34648" x="3165475" y="8586788"/>
          <p14:tracePt t="34665" x="3165475" y="8574088"/>
          <p14:tracePt t="34682" x="3154363" y="8562975"/>
          <p14:tracePt t="34682" x="3143250" y="8562975"/>
          <p14:tracePt t="34749" x="3130550" y="8562975"/>
          <p14:tracePt t="34937" x="3130550" y="8574088"/>
          <p14:tracePt t="34999" x="3119438" y="8574088"/>
          <p14:tracePt t="35031" x="3095625" y="8574088"/>
          <p14:tracePt t="35046" x="3059113" y="8574088"/>
          <p14:tracePt t="35079" x="3000375" y="8574088"/>
          <p14:tracePt t="35095" x="2989263" y="8574088"/>
          <p14:tracePt t="35112" x="2976563" y="8574088"/>
          <p14:tracePt t="35147" x="2952750" y="8574088"/>
          <p14:tracePt t="35249" x="2965450" y="8586788"/>
          <p14:tracePt t="35265" x="2965450" y="8597900"/>
          <p14:tracePt t="35295" x="3036888" y="8610600"/>
          <p14:tracePt t="35312" x="3059113" y="8610600"/>
          <p14:tracePt t="35329" x="3106738" y="8610600"/>
          <p14:tracePt t="35345" x="3154363" y="8610600"/>
          <p14:tracePt t="35361" x="3178175" y="8610600"/>
          <p14:tracePt t="35378" x="3260725" y="8610600"/>
          <p14:tracePt t="35395" x="3343275" y="8610600"/>
          <p14:tracePt t="35410" x="3438525" y="8574088"/>
          <p14:tracePt t="35411" x="3484563" y="8574088"/>
          <p14:tracePt t="35428" x="3638550" y="8562975"/>
          <p14:tracePt t="35445" x="3768725" y="8550275"/>
          <p14:tracePt t="35447" x="3840163" y="8539163"/>
          <p14:tracePt t="35463" x="3957638" y="8539163"/>
          <p14:tracePt t="35480" x="4087813" y="8539163"/>
          <p14:tracePt t="35496" x="4241800" y="8539163"/>
          <p14:tracePt t="35512" x="4324350" y="8539163"/>
          <p14:tracePt t="35528" x="4370388" y="8539163"/>
          <p14:tracePt t="35547" x="4418013" y="8539163"/>
          <p14:tracePt t="35562" x="4441825" y="8526463"/>
          <p14:tracePt t="35580" x="4476750" y="8515350"/>
          <p14:tracePt t="35598" x="4489450" y="8515350"/>
          <p14:tracePt t="35629" x="4500563" y="8515350"/>
          <p14:tracePt t="35647" x="4513263" y="8515350"/>
          <p14:tracePt t="35649" x="4524375" y="8515350"/>
          <p14:tracePt t="35663" x="4560888" y="8515350"/>
          <p14:tracePt t="35680" x="4572000" y="8515350"/>
          <p14:tracePt t="35697" x="4606925" y="8515350"/>
          <p14:tracePt t="35712" x="4630738" y="8526463"/>
          <p14:tracePt t="35747" x="4643438" y="8526463"/>
          <p14:tracePt t="35762" x="4654550" y="8526463"/>
          <p14:tracePt t="35778" x="4678363" y="8526463"/>
          <p14:tracePt t="35781" x="4702175" y="8526463"/>
          <p14:tracePt t="35796" x="4760913" y="8539163"/>
          <p14:tracePt t="35813" x="4856163" y="8539163"/>
          <p14:tracePt t="35818" x="4891088" y="8539163"/>
          <p14:tracePt t="35828" x="4938713" y="8539163"/>
          <p14:tracePt t="35847" x="4984750" y="8539163"/>
          <p14:tracePt t="35849" x="4997450" y="8539163"/>
          <p14:tracePt t="35862" x="5021263" y="8539163"/>
          <p14:tracePt t="35879" x="5045075" y="8539163"/>
          <p14:tracePt t="35895" x="5068888" y="8539163"/>
          <p14:tracePt t="35914" x="5091113" y="8539163"/>
          <p14:tracePt t="35946" x="5127625" y="8539163"/>
          <p14:tracePt t="35950" x="5138738" y="8539163"/>
          <p14:tracePt t="35962" x="5175250" y="8539163"/>
          <p14:tracePt t="36405" x="5386388" y="8526463"/>
          <p14:tracePt t="36423" x="5492750" y="8526463"/>
          <p14:tracePt t="36457" x="5670550" y="8526463"/>
          <p14:tracePt t="36475" x="5753100" y="8526463"/>
          <p14:tracePt t="36493" x="5800725" y="8526463"/>
          <p14:tracePt t="36497" x="5824538" y="8526463"/>
          <p14:tracePt t="36507" x="5859463" y="8550275"/>
          <p14:tracePt t="36509" x="5883275" y="8550275"/>
          <p14:tracePt t="36523" x="5918200" y="8550275"/>
          <p14:tracePt t="36541" x="5965825" y="8550275"/>
          <p14:tracePt t="36544" x="5989638" y="8550275"/>
          <p14:tracePt t="36575" x="6048375" y="8550275"/>
          <p14:tracePt t="36592" x="6084888" y="8550275"/>
          <p14:tracePt t="36594" x="6096000" y="8550275"/>
          <p14:tracePt t="36607" x="6119813" y="8550275"/>
          <p14:tracePt t="36626" x="6143625" y="8550275"/>
          <p14:tracePt t="36629" x="6154738" y="8550275"/>
          <p14:tracePt t="36642" x="6191250" y="8550275"/>
          <p14:tracePt t="36658" x="6213475" y="8550275"/>
          <p14:tracePt t="36675" x="6237288" y="8550275"/>
          <p14:tracePt t="36677" x="6261100" y="8550275"/>
          <p14:tracePt t="36692" x="6297613" y="8550275"/>
          <p14:tracePt t="36707" x="6319838" y="8562975"/>
          <p14:tracePt t="36727" x="6367463" y="8586788"/>
          <p14:tracePt t="36742" x="6391275" y="8597900"/>
          <p14:tracePt t="36758" x="6415088" y="8597900"/>
          <p14:tracePt t="36774" x="6426200" y="8597900"/>
          <p14:tracePt t="36792" x="6438900" y="8597900"/>
          <p14:tracePt t="36793" x="6450013" y="8597900"/>
          <p14:tracePt t="36808" x="6462713" y="8597900"/>
          <p14:tracePt t="36824" x="6486525" y="8597900"/>
          <p14:tracePt t="36841" x="6497638" y="8597900"/>
          <p14:tracePt t="36859" x="6508750" y="8597900"/>
          <p14:tracePt t="36876" x="6521450" y="8597900"/>
          <p14:tracePt t="36879" x="6532563" y="8597900"/>
          <p14:tracePt t="36892" x="6545263" y="8597900"/>
          <p14:tracePt t="36909" x="6556375" y="8597900"/>
          <p14:tracePt t="36923" x="6569075" y="8597900"/>
          <p14:tracePt t="36924" x="6569075" y="8610600"/>
          <p14:tracePt t="36942" x="6580188" y="8610600"/>
          <p14:tracePt t="37017" x="6592888" y="8610600"/>
          <p14:tracePt t="37046" x="6604000" y="8610600"/>
          <p14:tracePt t="37062" x="6638925" y="8621713"/>
          <p14:tracePt t="37090" x="6710363" y="8621713"/>
          <p14:tracePt t="37106" x="6745288" y="8621713"/>
          <p14:tracePt t="37123" x="6769100" y="8621713"/>
          <p14:tracePt t="37158" x="6781800" y="8621713"/>
          <p14:tracePt t="37174" x="6792913" y="8621713"/>
          <p14:tracePt t="37218" x="6769100" y="8621713"/>
          <p14:tracePt t="37702" x="6745288" y="8586788"/>
          <p14:tracePt t="37720" x="6745288" y="8562975"/>
          <p14:tracePt t="37753" x="6721475" y="8491538"/>
          <p14:tracePt t="37771" x="6721475" y="8480425"/>
          <p14:tracePt t="37773" x="6721475" y="8456613"/>
          <p14:tracePt t="37788" x="6721475" y="8443913"/>
          <p14:tracePt t="37789" x="6721475" y="8432800"/>
          <p14:tracePt t="37805" x="6721475" y="8397875"/>
          <p14:tracePt t="37839" x="6721475" y="8361363"/>
          <p14:tracePt t="37855" x="6721475" y="8337550"/>
          <p14:tracePt t="37859" x="6721475" y="8326438"/>
          <p14:tracePt t="37889" x="6734175" y="8315325"/>
          <p14:tracePt t="37907" x="6757988" y="8302625"/>
          <p14:tracePt t="37937" x="6769100" y="8302625"/>
          <p14:tracePt t="37954" x="6805613" y="8302625"/>
          <p14:tracePt t="37972" x="6816725" y="8302625"/>
          <p14:tracePt t="37989" x="6840538" y="8315325"/>
          <p14:tracePt t="38004" x="6851650" y="8315325"/>
          <p14:tracePt t="38022" x="6864350" y="8315325"/>
          <p14:tracePt t="38039" x="6875463" y="8315325"/>
          <p14:tracePt t="38056" x="6888163" y="8315325"/>
          <p14:tracePt t="38059" x="6899275" y="8315325"/>
          <p14:tracePt t="38073" x="6910388" y="8315325"/>
          <p14:tracePt t="38087" x="6934200" y="8315325"/>
          <p14:tracePt t="38106" x="6994525" y="8326438"/>
          <p14:tracePt t="38120" x="7016750" y="8326438"/>
          <p14:tracePt t="38138" x="7040563" y="8337550"/>
          <p14:tracePt t="38155" x="7064375" y="8337550"/>
          <p14:tracePt t="38171" x="7077075" y="8337550"/>
          <p14:tracePt t="38207" x="7088188" y="8337550"/>
          <p14:tracePt t="38296" x="7100888" y="8337550"/>
          <p14:tracePt t="38421" x="7100888" y="8326438"/>
          <p14:tracePt t="38437" x="7100888" y="8315325"/>
          <p14:tracePt t="38454" x="7100888" y="8302625"/>
          <p14:tracePt t="38489" x="7100888" y="8278813"/>
          <p14:tracePt t="38532" x="7100888" y="8267700"/>
          <p14:tracePt t="38559" x="7112000" y="8255000"/>
          <p14:tracePt t="38673" x="7112000" y="8243888"/>
          <p14:tracePt t="38687" x="7112000" y="8231188"/>
          <p14:tracePt t="38705" x="7123113" y="8208963"/>
          <p14:tracePt t="38738" x="7135813" y="8172450"/>
          <p14:tracePt t="38755" x="7135813" y="8161338"/>
          <p14:tracePt t="38772" x="7135813" y="8148638"/>
          <p14:tracePt t="38807" x="7135813" y="8137525"/>
          <p14:tracePt t="38810" x="7135813" y="8126413"/>
          <p14:tracePt t="38822" x="7146925" y="8113713"/>
          <p14:tracePt t="38839" x="7159625" y="8102600"/>
          <p14:tracePt t="38856" x="7170738" y="8089900"/>
          <p14:tracePt t="38889" x="7183438" y="8078788"/>
          <p14:tracePt t="38906" x="7194550" y="8078788"/>
          <p14:tracePt t="38921" x="7207250" y="8078788"/>
          <p14:tracePt t="38938" x="7218363" y="8078788"/>
          <p14:tracePt t="38955" x="7253288" y="8078788"/>
          <p14:tracePt t="38973" x="7265988" y="8078788"/>
          <p14:tracePt t="38976" x="7289800" y="8078788"/>
          <p14:tracePt t="38989" x="7313613" y="8078788"/>
          <p14:tracePt t="39006" x="7335838" y="8078788"/>
          <p14:tracePt t="39021" x="7359650" y="8078788"/>
          <p14:tracePt t="39038" x="7407275" y="8078788"/>
          <p14:tracePt t="39055" x="7418388" y="8078788"/>
          <p14:tracePt t="39072" x="7442200" y="8078788"/>
          <p14:tracePt t="39106" x="7478713" y="8078788"/>
          <p14:tracePt t="39123" x="7502525" y="8078788"/>
          <p14:tracePt t="39138" x="7537450" y="8078788"/>
          <p14:tracePt t="39140" x="7548563" y="8089900"/>
          <p14:tracePt t="39156" x="7596188" y="8089900"/>
          <p14:tracePt t="39171" x="7620000" y="8102600"/>
          <p14:tracePt t="39189" x="7643813" y="8113713"/>
          <p14:tracePt t="39190" x="7654925" y="8126413"/>
          <p14:tracePt t="39206" x="7691438" y="8137525"/>
          <p14:tracePt t="39222" x="7691438" y="8148638"/>
          <p14:tracePt t="39227" x="7702550" y="8148638"/>
          <p14:tracePt t="39256" x="7715250" y="8161338"/>
          <p14:tracePt t="39272" x="7726363" y="8172450"/>
          <p14:tracePt t="39276" x="7726363" y="8185150"/>
          <p14:tracePt t="39287" x="7737475" y="8185150"/>
          <p14:tracePt t="39306" x="7737475" y="8196263"/>
          <p14:tracePt t="39309" x="7750175" y="8208963"/>
          <p14:tracePt t="39338" x="7761288" y="8220075"/>
          <p14:tracePt t="39355" x="7785100" y="8220075"/>
          <p14:tracePt t="39357" x="7797800" y="8231188"/>
          <p14:tracePt t="39372" x="7821613" y="8243888"/>
          <p14:tracePt t="39388" x="7832725" y="8243888"/>
          <p14:tracePt t="39408" x="7904163" y="8243888"/>
          <p14:tracePt t="39422" x="8010525" y="8243888"/>
          <p14:tracePt t="39428" x="8080375" y="8243888"/>
          <p14:tracePt t="39438" x="8139113" y="8243888"/>
          <p14:tracePt t="39440" x="8210550" y="8243888"/>
          <p14:tracePt t="39455" x="8316913" y="8243888"/>
          <p14:tracePt t="39471" x="8412163" y="8243888"/>
          <p14:tracePt t="39487" x="8470900" y="8243888"/>
          <p14:tracePt t="39488" x="8505825" y="8243888"/>
          <p14:tracePt t="39503" x="8553450" y="8243888"/>
          <p14:tracePt t="39521" x="8588375" y="8243888"/>
          <p14:tracePt t="39523" x="8601075" y="8243888"/>
          <p14:tracePt t="39538" x="8636000" y="8243888"/>
          <p14:tracePt t="41671" x="8647113" y="8243888"/>
          <p14:tracePt t="41688" x="8659813" y="8243888"/>
          <p14:tracePt t="41723" x="8683625" y="8243888"/>
          <p14:tracePt t="41756" x="8694738" y="8243888"/>
          <p14:tracePt t="41774" x="8707438" y="8243888"/>
          <p14:tracePt t="41790" x="8718550" y="8243888"/>
          <p14:tracePt t="41807" x="8731250" y="8243888"/>
          <p14:tracePt t="41809" x="8731250" y="8255000"/>
          <p14:tracePt t="41822" x="8742363" y="8267700"/>
          <p14:tracePt t="41856" x="8753475" y="8267700"/>
          <p14:tracePt t="41874" x="8766175" y="8267700"/>
          <p14:tracePt t="41953" x="8777288" y="8255000"/>
          <p14:tracePt t="41972" x="8789988" y="8255000"/>
          <p14:tracePt t="41990" x="8824913" y="8243888"/>
          <p14:tracePt t="42006" x="8859838" y="8231188"/>
          <p14:tracePt t="42023" x="8896350" y="8220075"/>
          <p14:tracePt t="42041" x="8907463" y="8220075"/>
          <p14:tracePt t="42056" x="8920163" y="8208963"/>
          <p14:tracePt t="42073" x="8931275" y="8208963"/>
          <p14:tracePt t="42089" x="8942388" y="8196263"/>
          <p14:tracePt t="42107" x="8942388" y="8185150"/>
          <p14:tracePt t="42157" x="8955088" y="8185150"/>
          <p14:tracePt t="42796" x="8966200" y="8185150"/>
          <p14:tracePt t="42814" x="9002713" y="8185150"/>
          <p14:tracePt t="42849" x="9120188" y="8185150"/>
          <p14:tracePt t="42865" x="9167813" y="8196263"/>
          <p14:tracePt t="42882" x="9202738" y="8208963"/>
          <p14:tracePt t="42886" x="9215438" y="8208963"/>
          <p14:tracePt t="42898" x="9226550" y="8220075"/>
          <p14:tracePt t="42915" x="9250363" y="8220075"/>
          <p14:tracePt t="42932" x="9285288" y="8220075"/>
          <p14:tracePt t="42948" x="9297988" y="8220075"/>
          <p14:tracePt t="42966" x="9332913" y="8208963"/>
          <p14:tracePt t="42968" x="9345613" y="8208963"/>
          <p14:tracePt t="42982" x="9380538" y="8196263"/>
          <p14:tracePt t="42998" x="9415463" y="8185150"/>
          <p14:tracePt t="43016" x="9463088" y="8172450"/>
          <p14:tracePt t="43032" x="9486900" y="8172450"/>
          <p14:tracePt t="43049" x="9498013" y="8172450"/>
          <p14:tracePt t="43066" x="9521825" y="8172450"/>
          <p14:tracePt t="43099" x="9545638" y="8172450"/>
          <p14:tracePt t="43131" x="9556750" y="8172450"/>
          <p14:tracePt t="43149" x="9580563" y="8161338"/>
          <p14:tracePt t="43165" x="9617075" y="8161338"/>
          <p14:tracePt t="43183" x="9675813" y="8137525"/>
          <p14:tracePt t="43198" x="9710738" y="8137525"/>
          <p14:tracePt t="43216" x="9747250" y="8137525"/>
          <p14:tracePt t="43219" x="9758363" y="8137525"/>
          <p14:tracePt t="43232" x="9805988" y="8137525"/>
          <p14:tracePt t="43248" x="9840913" y="8137525"/>
          <p14:tracePt t="43266" x="9864725" y="8137525"/>
          <p14:tracePt t="44905" x="9912350" y="8137525"/>
          <p14:tracePt t="44922" x="9958388" y="8126413"/>
          <p14:tracePt t="44957" x="10136188" y="8066088"/>
          <p14:tracePt t="44975" x="10290175" y="8031163"/>
          <p14:tracePt t="44991" x="10396538" y="8007350"/>
          <p14:tracePt t="45007" x="10526713" y="7983538"/>
          <p14:tracePt t="45010" x="10596563" y="7972425"/>
          <p14:tracePt t="45024" x="10750550" y="7935913"/>
          <p14:tracePt t="45041" x="10904538" y="7924800"/>
          <p14:tracePt t="45058" x="11093450" y="7889875"/>
          <p14:tracePt t="45074" x="11199813" y="7866063"/>
          <p14:tracePt t="45092" x="11317288" y="7842250"/>
          <p14:tracePt t="45108" x="11388725" y="7842250"/>
          <p14:tracePt t="45124" x="11447463" y="7831138"/>
          <p14:tracePt t="45141" x="11495088" y="7831138"/>
          <p14:tracePt t="46078" x="11495088" y="7818438"/>
          <p14:tracePt t="46234" x="11506200" y="7818438"/>
          <p14:tracePt t="46251" x="11518900" y="7818438"/>
          <p14:tracePt t="46286" x="11542713" y="7818438"/>
          <p14:tracePt t="46303" x="11553825" y="7818438"/>
          <p14:tracePt t="46337" x="11566525" y="7818438"/>
          <p14:tracePt t="46353" x="11577638" y="7818438"/>
          <p14:tracePt t="46373" x="11601450" y="7818438"/>
          <p14:tracePt t="46386" x="11612563" y="7818438"/>
          <p14:tracePt t="46404" x="11636375" y="7818438"/>
          <p14:tracePt t="46405" x="11649075" y="7818438"/>
          <p14:tracePt t="46421" x="11672888" y="7818438"/>
          <p14:tracePt t="46437" x="11695113" y="7818438"/>
          <p14:tracePt t="46453" x="11742738" y="7818438"/>
          <p14:tracePt t="46472" x="11766550" y="7818438"/>
          <p14:tracePt t="46473" x="11779250" y="7818438"/>
          <p14:tracePt t="46486" x="11801475" y="7818438"/>
          <p14:tracePt t="46487" x="11814175" y="7818438"/>
          <p14:tracePt t="46503" x="11861800" y="7818438"/>
          <p14:tracePt t="46522" x="11896725" y="7818438"/>
          <p14:tracePt t="46537" x="11931650" y="7818438"/>
          <p14:tracePt t="46553" x="11955463" y="7818438"/>
          <p14:tracePt t="46570" x="11990388" y="7818438"/>
          <p14:tracePt t="46602" x="12026900" y="7818438"/>
          <p14:tracePt t="46620" x="12050713" y="7818438"/>
          <p14:tracePt t="46636" x="12061825" y="7807325"/>
          <p14:tracePt t="46654" x="12085638" y="7807325"/>
          <p14:tracePt t="46658" x="12096750" y="7807325"/>
          <p14:tracePt t="46685" x="12120563" y="7807325"/>
          <p14:tracePt t="46720" x="12144375" y="7818438"/>
          <p14:tracePt t="46736" x="12157075" y="7818438"/>
          <p14:tracePt t="46811" x="12157075" y="7807325"/>
          <p14:tracePt t="46859" x="12157075" y="7794625"/>
          <p14:tracePt t="47061" x="12144375" y="7794625"/>
          <p14:tracePt t="47078" x="12144375" y="7783513"/>
          <p14:tracePt t="47205" x="12144375" y="7770813"/>
          <p14:tracePt t="47222" x="12144375" y="7759700"/>
          <p14:tracePt t="47236" x="12144375" y="7747000"/>
          <p14:tracePt t="47252" x="12144375" y="7735888"/>
          <p14:tracePt t="47286" x="12157075" y="7724775"/>
          <p14:tracePt t="47302" x="12157075" y="7712075"/>
          <p14:tracePt t="47318" x="12157075" y="7700963"/>
          <p14:tracePt t="47335" x="12157075" y="7688263"/>
          <p14:tracePt t="47352" x="12157075" y="7677150"/>
          <p14:tracePt t="47609" x="12157075" y="7664450"/>
          <p14:tracePt t="47656" x="12168188" y="7664450"/>
          <p14:tracePt t="47671" x="12180888" y="7664450"/>
          <p14:tracePt t="47702" x="12192000" y="7677150"/>
          <p14:tracePt t="47720" x="12226925" y="7688263"/>
          <p14:tracePt t="47737" x="12239625" y="7700963"/>
          <p14:tracePt t="47739" x="12250738" y="7700963"/>
          <p14:tracePt t="47753" x="12263438" y="7712075"/>
          <p14:tracePt t="47770" x="12287250" y="7724775"/>
          <p14:tracePt t="47787" x="12298363" y="7724775"/>
          <p14:tracePt t="47802" x="12309475" y="7724775"/>
          <p14:tracePt t="47821" x="12322175" y="7724775"/>
          <p14:tracePt t="47835" x="12333288" y="7724775"/>
          <p14:tracePt t="47870" x="12333288" y="7735888"/>
          <p14:tracePt t="47886" x="12345988" y="7735888"/>
          <p14:tracePt t="47904" x="12345988" y="7747000"/>
          <p14:tracePt t="47909" x="12357100" y="7759700"/>
          <p14:tracePt t="47936" x="12369800" y="7770813"/>
          <p14:tracePt t="47954" x="12369800" y="7794625"/>
          <p14:tracePt t="48265" x="12369800" y="7818438"/>
          <p14:tracePt t="48312" x="12369800" y="7831138"/>
          <p14:tracePt t="48328" x="12369800" y="7853363"/>
          <p14:tracePt t="48375" x="12380913" y="7853363"/>
          <p14:tracePt t="48406" x="12393613" y="7866063"/>
          <p14:tracePt t="48530" x="12404725" y="7866063"/>
          <p14:tracePt t="48734" x="12404725" y="7877175"/>
          <p14:tracePt t="48843" x="12415838" y="7877175"/>
          <p14:tracePt t="48874" x="12428538" y="7889875"/>
          <p14:tracePt t="48890" x="12439650" y="7900988"/>
          <p14:tracePt t="48914" x="12463463" y="7913688"/>
          <p14:tracePt t="48931" x="12487275" y="7924800"/>
          <p14:tracePt t="48947" x="12511088" y="7924800"/>
          <p14:tracePt t="48964" x="12522200" y="7935913"/>
          <p14:tracePt t="48980" x="12522200" y="7948613"/>
          <p14:tracePt t="48981" x="12534900" y="7948613"/>
          <p14:tracePt t="49030" x="12546013" y="7948613"/>
          <p14:tracePt t="49062" x="12558713" y="7948613"/>
          <p14:tracePt t="49082" x="12569825" y="7959725"/>
          <p14:tracePt t="49099" x="12582525" y="7972425"/>
          <p14:tracePt t="49116" x="12582525" y="7983538"/>
          <p14:tracePt t="49133" x="12582525" y="7996238"/>
          <p14:tracePt t="51246" x="12593638" y="7983538"/>
          <p14:tracePt t="51251" x="12604750" y="7935913"/>
          <p14:tracePt t="51259" x="12617450" y="7913688"/>
          <p14:tracePt t="51274" x="12652375" y="7866063"/>
          <p14:tracePt t="51292" x="12676188" y="7818438"/>
          <p14:tracePt t="51309" x="12723813" y="7759700"/>
          <p14:tracePt t="51325" x="12758738" y="7712075"/>
          <p14:tracePt t="51350" x="12806363" y="7664450"/>
          <p14:tracePt t="51356" x="12806363" y="7653338"/>
          <p14:tracePt t="51373" x="12817475" y="7618413"/>
          <p14:tracePt t="51390" x="12841288" y="7570788"/>
          <p14:tracePt t="51407" x="12853988" y="7558088"/>
          <p14:tracePt t="51424" x="12853988" y="7535863"/>
          <p14:tracePt t="51426" x="12865100" y="7523163"/>
          <p14:tracePt t="51440" x="12865100" y="7512050"/>
          <p14:tracePt t="51459" x="12865100" y="7499350"/>
          <p14:tracePt t="51490" x="12877800" y="7488238"/>
          <p14:tracePt t="51502" x="12888913" y="7475538"/>
          <p14:tracePt t="51509" x="12888913" y="7464425"/>
          <p14:tracePt t="51524" x="12888913" y="7440613"/>
          <p14:tracePt t="51542" x="12901613" y="7429500"/>
          <p14:tracePt t="51544" x="12901613" y="7416800"/>
          <p14:tracePt t="51558" x="12912725" y="7381875"/>
          <p14:tracePt t="51574" x="12923838" y="7334250"/>
          <p14:tracePt t="51590" x="12947650" y="7286625"/>
          <p14:tracePt t="51592" x="12947650" y="7251700"/>
          <p14:tracePt t="51607" x="12984163" y="7204075"/>
          <p14:tracePt t="51626" x="13019088" y="7156450"/>
          <p14:tracePt t="52024" x="13077825" y="7073900"/>
          <p14:tracePt t="52030" x="13160375" y="6991350"/>
          <p14:tracePt t="52039" x="13231813" y="6897688"/>
          <p14:tracePt t="52056" x="13385800" y="6732588"/>
          <p14:tracePt t="52058" x="13455650" y="6650038"/>
          <p14:tracePt t="52072" x="13633450" y="6448425"/>
        </p14:tracePtLst>
      </p14:laserTraceLst>
    </p:ext>
    <p:ext uri="{E180D4A7-C9FB-4DFB-919C-405C955672EB}">
      <p14:showEvtLst xmlns:p14="http://schemas.microsoft.com/office/powerpoint/2010/main">
        <p14:playEvt time="370" objId="18"/>
        <p14:stopEvt time="51015" objId="18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68A37C7-CD04-1FC8-ACF7-72BD47C0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5A4EC61F-DB13-8250-A2A3-49B57471BEFD}"/>
              </a:ext>
            </a:extLst>
          </p:cNvPr>
          <p:cNvGrpSpPr/>
          <p:nvPr/>
        </p:nvGrpSpPr>
        <p:grpSpPr>
          <a:xfrm>
            <a:off x="324289" y="1821738"/>
            <a:ext cx="13163111" cy="2788362"/>
            <a:chOff x="591052" y="2050493"/>
            <a:chExt cx="13163111" cy="2788362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A9C28C8D-5025-72E9-1F21-984D34E345F3}"/>
                </a:ext>
              </a:extLst>
            </p:cNvPr>
            <p:cNvGrpSpPr/>
            <p:nvPr/>
          </p:nvGrpSpPr>
          <p:grpSpPr>
            <a:xfrm>
              <a:off x="591052" y="2050493"/>
              <a:ext cx="13163111" cy="2788362"/>
              <a:chOff x="616862" y="2825214"/>
              <a:chExt cx="8868679" cy="2788362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884B2D13-B71B-DBE4-F88E-6D7B23F60B7B}"/>
                  </a:ext>
                </a:extLst>
              </p:cNvPr>
              <p:cNvSpPr txBox="1"/>
              <p:nvPr/>
            </p:nvSpPr>
            <p:spPr>
              <a:xfrm>
                <a:off x="616862" y="3176690"/>
                <a:ext cx="8625110" cy="2436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 </a:t>
                </a:r>
                <a:r>
                  <a:rPr lang="ko-KR" altLang="en-US" sz="2000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기반 </a:t>
                </a:r>
                <a:r>
                  <a:rPr lang="en-US" altLang="ko-KR" sz="2000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 + Decoder Architecture</a:t>
                </a:r>
              </a:p>
              <a:p>
                <a:pPr marL="742944" lvl="1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Encoder: Multi layer LSTM</a:t>
                </a:r>
                <a:r>
                  <a:rPr lang="ko-KR" altLang="en-US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이용한 </a:t>
                </a:r>
                <a:r>
                  <a:rPr lang="en-US" altLang="ko-KR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Input Sequence</a:t>
                </a:r>
                <a:r>
                  <a:rPr lang="ko-KR" altLang="en-US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고정된 </a:t>
                </a:r>
                <a:r>
                  <a:rPr lang="en-US" altLang="ko-KR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Context vector</a:t>
                </a:r>
                <a:r>
                  <a:rPr lang="ko-KR" altLang="en-US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로 변환</a:t>
                </a:r>
                <a:endParaRPr lang="en-US" altLang="ko-KR" b="0" i="0" dirty="0">
                  <a:solidFill>
                    <a:srgbClr val="000000"/>
                  </a:solidFill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44" lvl="1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b="1" i="0" dirty="0">
                    <a:solidFill>
                      <a:srgbClr val="000000"/>
                    </a:solidFill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Decoder: </a:t>
                </a:r>
                <a:r>
                  <a:rPr lang="en-US" altLang="ko-KR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Context</a:t>
                </a:r>
                <a:r>
                  <a:rPr lang="ko-KR" altLang="en-US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Vector</a:t>
                </a:r>
                <a:r>
                  <a:rPr lang="ko-KR" altLang="en-US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기반으로 </a:t>
                </a:r>
                <a:r>
                  <a:rPr lang="en-US" altLang="ko-KR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Output Sequence</a:t>
                </a:r>
                <a:r>
                  <a:rPr lang="ko-KR" altLang="en-US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생성함</a:t>
                </a:r>
                <a:endParaRPr lang="en-US" altLang="ko-KR" b="1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44" lvl="1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1050" b="1" i="0" dirty="0">
                  <a:solidFill>
                    <a:srgbClr val="000000"/>
                  </a:solidFill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Seq2Seq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SMT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처럼 여러 개의 독립적인 모델을 따로 학습할 필요 없이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하나의 신경망에서 모든 과정을 학습</a:t>
                </a:r>
                <a:endParaRPr lang="en-US" altLang="ko-KR" sz="2000" b="1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44" lvl="1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b="1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3B066DA3-28DA-483A-6309-6FA4FCB0022D}"/>
                  </a:ext>
                </a:extLst>
              </p:cNvPr>
              <p:cNvSpPr txBox="1"/>
              <p:nvPr/>
            </p:nvSpPr>
            <p:spPr>
              <a:xfrm>
                <a:off x="769714" y="2825214"/>
                <a:ext cx="8715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Summarization of the model(Seq2Seq)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highlight>
                    <a:srgbClr val="FFFF00"/>
                  </a:highligh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10E129C9-698E-5886-70E9-B57656DFBDD0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Object 76">
            <a:extLst>
              <a:ext uri="{FF2B5EF4-FFF2-40B4-BE49-F238E27FC236}">
                <a16:creationId xmlns="" xmlns:a16="http://schemas.microsoft.com/office/drawing/2014/main" id="{20DA8E7F-B0DF-701F-340E-8B53E8D0D936}"/>
              </a:ext>
            </a:extLst>
          </p:cNvPr>
          <p:cNvSpPr txBox="1"/>
          <p:nvPr/>
        </p:nvSpPr>
        <p:spPr>
          <a:xfrm>
            <a:off x="446495" y="266700"/>
            <a:ext cx="80117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F9F7F083-0B1F-BBCD-434C-034A3B826669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4A238B4E-1672-63FA-4FA5-1AD03A9BF0D8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="" xmlns:a16="http://schemas.microsoft.com/office/drawing/2014/main" id="{E30952F4-A34A-A1B3-D4B0-2C32873A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611FF051-993D-BA85-A3F3-DD2578332716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="" xmlns:a16="http://schemas.microsoft.com/office/drawing/2014/main" id="{DC1E8D43-1281-D720-6304-D4047C270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6120321-07E4-0FB5-55C5-D5665B3C648C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11FC363-976F-426E-C06E-380D767F1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19" y="4812964"/>
            <a:ext cx="10779978" cy="27701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2627FE5-909A-F0E4-C51D-CBE3817AE78E}"/>
              </a:ext>
            </a:extLst>
          </p:cNvPr>
          <p:cNvSpPr txBox="1"/>
          <p:nvPr/>
        </p:nvSpPr>
        <p:spPr>
          <a:xfrm>
            <a:off x="5410200" y="7810500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LSTM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이용한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seq2seq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25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46"/>
    </mc:Choice>
    <mc:Fallback xmlns="">
      <p:transition spd="slow" advTm="52946"/>
    </mc:Fallback>
  </mc:AlternateContent>
  <p:extLst>
    <p:ext uri="{3A86A75C-4F4B-4683-9AE1-C65F6400EC91}">
      <p14:laserTraceLst xmlns:p14="http://schemas.microsoft.com/office/powerpoint/2010/main">
        <p14:tracePtLst>
          <p14:tracePt t="658" x="11944350" y="4429125"/>
          <p14:tracePt t="685" x="9805988" y="4264025"/>
          <p14:tracePt t="701" x="8966200" y="4216400"/>
          <p14:tracePt t="718" x="8518525" y="4168775"/>
          <p14:tracePt t="718" x="8329613" y="4157663"/>
          <p14:tracePt t="734" x="8021638" y="4157663"/>
          <p14:tracePt t="752" x="7821613" y="4157663"/>
          <p14:tracePt t="753" x="7773988" y="4157663"/>
          <p14:tracePt t="768" x="7737475" y="4157663"/>
          <p14:tracePt t="1062" x="7466013" y="4110038"/>
          <p14:tracePt t="1078" x="6569075" y="3897313"/>
          <p14:tracePt t="1108" x="4572000" y="3425825"/>
          <p14:tracePt t="1125" x="4016375" y="3319463"/>
          <p14:tracePt t="1143" x="3508375" y="3176588"/>
          <p14:tracePt t="1157" x="3308350" y="3106738"/>
          <p14:tracePt t="1175" x="3165475" y="3059113"/>
          <p14:tracePt t="1191" x="3082925" y="3011488"/>
          <p14:tracePt t="1208" x="3048000" y="3000375"/>
          <p14:tracePt t="1515" x="2870200" y="2963863"/>
          <p14:tracePt t="1532" x="2563813" y="2894013"/>
          <p14:tracePt t="1558" x="2279650" y="2835275"/>
          <p14:tracePt t="1575" x="2185988" y="2811463"/>
          <p14:tracePt t="1591" x="2090738" y="2787650"/>
          <p14:tracePt t="1608" x="2020888" y="2774950"/>
          <p14:tracePt t="1626" x="1973263" y="2763838"/>
          <p14:tracePt t="1643" x="1936750" y="2751138"/>
          <p14:tracePt t="1660" x="1925638" y="2740025"/>
          <p14:tracePt t="1676" x="1901825" y="2728913"/>
          <p14:tracePt t="1678" x="1901825" y="2716213"/>
          <p14:tracePt t="1693" x="1890713" y="2716213"/>
          <p14:tracePt t="1709" x="1878013" y="2716213"/>
          <p14:tracePt t="1726" x="1866900" y="2705100"/>
          <p14:tracePt t="1742" x="1854200" y="2681288"/>
          <p14:tracePt t="1759" x="1843088" y="2657475"/>
          <p14:tracePt t="1762" x="1843088" y="2644775"/>
          <p14:tracePt t="1793" x="1830388" y="2633663"/>
          <p14:tracePt t="1809" x="1830388" y="2622550"/>
          <p14:tracePt t="1826" x="1830388" y="2609850"/>
          <p14:tracePt t="1859" x="1830388" y="2574925"/>
          <p14:tracePt t="1892" x="1830388" y="2562225"/>
          <p14:tracePt t="1985" x="1830388" y="2551113"/>
          <p14:tracePt t="2032" x="1830388" y="2527300"/>
          <p14:tracePt t="2063" x="1830388" y="2516188"/>
          <p14:tracePt t="2094" x="1830388" y="2492375"/>
          <p14:tracePt t="2110" x="1843088" y="2479675"/>
          <p14:tracePt t="2127" x="1854200" y="2479675"/>
          <p14:tracePt t="2129" x="1854200" y="2468563"/>
          <p14:tracePt t="2143" x="1866900" y="2455863"/>
          <p14:tracePt t="2159" x="1866900" y="2444750"/>
          <p14:tracePt t="2177" x="1890713" y="2433638"/>
          <p14:tracePt t="2191" x="1890713" y="2420938"/>
          <p14:tracePt t="2209" x="1914525" y="2409825"/>
          <p14:tracePt t="2226" x="1925638" y="2397125"/>
          <p14:tracePt t="2242" x="1949450" y="2373313"/>
          <p14:tracePt t="2258" x="1949450" y="2362200"/>
          <p14:tracePt t="2274" x="1973263" y="2327275"/>
          <p14:tracePt t="2292" x="1984375" y="2290763"/>
          <p14:tracePt t="2309" x="2008188" y="2255838"/>
          <p14:tracePt t="2326" x="2032000" y="2232025"/>
          <p14:tracePt t="2342" x="2043113" y="2197100"/>
          <p14:tracePt t="2344" x="2043113" y="2184400"/>
          <p14:tracePt t="2358" x="2055813" y="2184400"/>
          <p14:tracePt t="2360" x="2066925" y="2173288"/>
          <p14:tracePt t="2377" x="2090738" y="2149475"/>
          <p14:tracePt t="2393" x="2114550" y="2138363"/>
          <p14:tracePt t="2425" x="2127250" y="2138363"/>
          <p14:tracePt t="2443" x="2149475" y="2138363"/>
          <p14:tracePt t="2516" x="2149475" y="2149475"/>
          <p14:tracePt t="2517" x="2149475" y="2160588"/>
          <p14:tracePt t="2532" x="2149475" y="2173288"/>
          <p14:tracePt t="2559" x="2149475" y="2197100"/>
          <p14:tracePt t="2598" x="2149475" y="2220913"/>
          <p14:tracePt t="2624" x="2149475" y="2232025"/>
          <p14:tracePt t="2641" x="2149475" y="2255838"/>
          <p14:tracePt t="2658" x="2149475" y="2279650"/>
          <p14:tracePt t="2675" x="2138363" y="2290763"/>
          <p14:tracePt t="2676" x="2127250" y="2303463"/>
          <p14:tracePt t="2708" x="2127250" y="2314575"/>
          <p14:tracePt t="2743" x="2114550" y="2338388"/>
          <p14:tracePt t="2759" x="2103438" y="2338388"/>
          <p14:tracePt t="2762" x="2103438" y="2351088"/>
          <p14:tracePt t="2776" x="2090738" y="2362200"/>
          <p14:tracePt t="2792" x="2079625" y="2373313"/>
          <p14:tracePt t="2809" x="2066925" y="2397125"/>
          <p14:tracePt t="2826" x="2055813" y="2409825"/>
          <p14:tracePt t="2860" x="2043113" y="2444750"/>
          <p14:tracePt t="2876" x="2032000" y="2455863"/>
          <p14:tracePt t="2878" x="2020888" y="2455863"/>
          <p14:tracePt t="2893" x="2020888" y="2468563"/>
          <p14:tracePt t="2910" x="2020888" y="2479675"/>
          <p14:tracePt t="2926" x="2020888" y="2492375"/>
          <p14:tracePt t="2942" x="2020888" y="2503488"/>
          <p14:tracePt t="2959" x="2020888" y="2516188"/>
          <p14:tracePt t="2993" x="2008188" y="2527300"/>
          <p14:tracePt t="3078" x="2008188" y="2540000"/>
          <p14:tracePt t="3109" x="2008188" y="2551113"/>
          <p14:tracePt t="3125" x="2008188" y="2562225"/>
          <p14:tracePt t="3141" x="2008188" y="2574925"/>
          <p14:tracePt t="3157" x="2008188" y="2586038"/>
          <p14:tracePt t="3190" x="2008188" y="2609850"/>
          <p14:tracePt t="3207" x="2008188" y="2622550"/>
          <p14:tracePt t="3224" x="2008188" y="2633663"/>
          <p14:tracePt t="3224" x="2008188" y="2644775"/>
          <p14:tracePt t="3241" x="2008188" y="2657475"/>
          <p14:tracePt t="3421" x="2020888" y="2668588"/>
          <p14:tracePt t="3437" x="2032000" y="2681288"/>
          <p14:tracePt t="3472" x="2043113" y="2705100"/>
          <p14:tracePt t="3490" x="2055813" y="2716213"/>
          <p14:tracePt t="3505" x="2066925" y="2716213"/>
          <p14:tracePt t="3522" x="2079625" y="2716213"/>
          <p14:tracePt t="3578" x="2090738" y="2716213"/>
          <p14:tracePt t="3640" x="2103438" y="2728913"/>
          <p14:tracePt t="3656" x="2114550" y="2740025"/>
          <p14:tracePt t="3688" x="2114550" y="2751138"/>
          <p14:tracePt t="3707" x="2114550" y="2763838"/>
          <p14:tracePt t="3739" x="2114550" y="2774950"/>
          <p14:tracePt t="3773" x="2114550" y="2787650"/>
          <p14:tracePt t="4234" x="2079625" y="2787650"/>
          <p14:tracePt t="4251" x="2032000" y="2787650"/>
          <p14:tracePt t="4286" x="1949450" y="2774950"/>
          <p14:tracePt t="4302" x="1936750" y="2774950"/>
          <p14:tracePt t="4319" x="1925638" y="2774950"/>
          <p14:tracePt t="4336" x="1914525" y="2774950"/>
          <p14:tracePt t="4352" x="1901825" y="2774950"/>
          <p14:tracePt t="4371" x="1890713" y="2774950"/>
          <p14:tracePt t="4594" x="1901825" y="2787650"/>
          <p14:tracePt t="4614" x="1914525" y="2811463"/>
          <p14:tracePt t="4631" x="1936750" y="2822575"/>
          <p14:tracePt t="4647" x="1936750" y="2835275"/>
          <p14:tracePt t="4664" x="1973263" y="2857500"/>
          <p14:tracePt t="4682" x="2008188" y="2870200"/>
          <p14:tracePt t="4684" x="2020888" y="2870200"/>
          <p14:tracePt t="4698" x="2043113" y="2894013"/>
          <p14:tracePt t="4718" x="2066925" y="2905125"/>
          <p14:tracePt t="4719" x="2079625" y="2905125"/>
          <p14:tracePt t="4733" x="2103438" y="2905125"/>
          <p14:tracePt t="4748" x="2114550" y="2917825"/>
          <p14:tracePt t="4765" x="2127250" y="2917825"/>
          <p14:tracePt t="4767" x="2138363" y="2917825"/>
          <p14:tracePt t="4799" x="2162175" y="2917825"/>
          <p14:tracePt t="4816" x="2209800" y="2917825"/>
          <p14:tracePt t="4833" x="2244725" y="2917825"/>
          <p14:tracePt t="4837" x="2255838" y="2917825"/>
          <p14:tracePt t="4848" x="2268538" y="2917825"/>
          <p14:tracePt t="4868" x="2327275" y="2917825"/>
          <p14:tracePt t="4882" x="2362200" y="2917825"/>
          <p14:tracePt t="4887" x="2374900" y="2917825"/>
          <p14:tracePt t="4897" x="2386013" y="2917825"/>
          <p14:tracePt t="4916" x="2409825" y="2917825"/>
          <p14:tracePt t="4933" x="2422525" y="2917825"/>
          <p14:tracePt t="4949" x="2433638" y="2917825"/>
          <p14:tracePt t="4965" x="2457450" y="2917825"/>
          <p14:tracePt t="4982" x="2516188" y="2917825"/>
          <p14:tracePt t="4998" x="2598738" y="2940050"/>
          <p14:tracePt t="5015" x="2646363" y="2940050"/>
          <p14:tracePt t="5018" x="2681288" y="2940050"/>
          <p14:tracePt t="5032" x="2728913" y="2940050"/>
          <p14:tracePt t="5048" x="2787650" y="2928938"/>
          <p14:tracePt t="5066" x="2906713" y="2917825"/>
          <p14:tracePt t="5082" x="2965450" y="2905125"/>
          <p14:tracePt t="5097" x="2989263" y="2905125"/>
          <p14:tracePt t="5391" x="3249613" y="2870200"/>
          <p14:tracePt t="5412" x="3886200" y="2774950"/>
          <p14:tracePt t="5413" x="4029075" y="2751138"/>
          <p14:tracePt t="5428" x="4276725" y="2740025"/>
          <p14:tracePt t="5445" x="4454525" y="2705100"/>
          <p14:tracePt t="5463" x="4678363" y="2681288"/>
          <p14:tracePt t="5479" x="4832350" y="2644775"/>
          <p14:tracePt t="5495" x="4938713" y="2633663"/>
          <p14:tracePt t="5498" x="4973638" y="2622550"/>
          <p14:tracePt t="5513" x="5068888" y="2622550"/>
          <p14:tracePt t="5529" x="5151438" y="2622550"/>
          <p14:tracePt t="5532" x="5186363" y="2622550"/>
          <p14:tracePt t="5547" x="5245100" y="2622550"/>
          <p14:tracePt t="5562" x="5303838" y="2622550"/>
          <p14:tracePt t="5578" x="5351463" y="2622550"/>
          <p14:tracePt t="5581" x="5364163" y="2622550"/>
          <p14:tracePt t="5595" x="5399088" y="2622550"/>
          <p14:tracePt t="5613" x="5422900" y="2622550"/>
          <p14:tracePt t="5614" x="5446713" y="2622550"/>
          <p14:tracePt t="5627" x="5470525" y="2622550"/>
          <p14:tracePt t="5644" x="5481638" y="2622550"/>
          <p14:tracePt t="5660" x="5505450" y="2622550"/>
          <p14:tracePt t="5677" x="5540375" y="2622550"/>
          <p14:tracePt t="5713" x="5553075" y="2622550"/>
          <p14:tracePt t="5729" x="5564188" y="2622550"/>
          <p14:tracePt t="5746" x="5576888" y="2622550"/>
          <p14:tracePt t="6109" x="5457825" y="2622550"/>
          <p14:tracePt t="6127" x="5103813" y="2609850"/>
          <p14:tracePt t="6157" x="4678363" y="2574925"/>
          <p14:tracePt t="6175" x="4606925" y="2562225"/>
          <p14:tracePt t="6178" x="4572000" y="2562225"/>
          <p14:tracePt t="6190" x="4524375" y="2551113"/>
          <p14:tracePt t="6192" x="4500563" y="2551113"/>
          <p14:tracePt t="6207" x="4465638" y="2540000"/>
          <p14:tracePt t="6224" x="4441825" y="2540000"/>
          <p14:tracePt t="6226" x="4418013" y="2527300"/>
          <p14:tracePt t="6241" x="4394200" y="2527300"/>
          <p14:tracePt t="6258" x="4370388" y="2527300"/>
          <p14:tracePt t="6273" x="4370388" y="2516188"/>
          <p14:tracePt t="6291" x="4359275" y="2516188"/>
          <p14:tracePt t="6307" x="4348163" y="2503488"/>
          <p14:tracePt t="6325" x="4335463" y="2492375"/>
          <p14:tracePt t="6423" x="4359275" y="2492375"/>
          <p14:tracePt t="6440" x="4383088" y="2492375"/>
          <p14:tracePt t="6457" x="4418013" y="2492375"/>
          <p14:tracePt t="6474" x="4441825" y="2492375"/>
          <p14:tracePt t="6475" x="4454525" y="2492375"/>
          <p14:tracePt t="6506" x="4489450" y="2492375"/>
          <p14:tracePt t="6523" x="4500563" y="2492375"/>
          <p14:tracePt t="6541" x="4513263" y="2492375"/>
          <p14:tracePt t="6574" x="4524375" y="2492375"/>
          <p14:tracePt t="6590" x="4537075" y="2492375"/>
          <p14:tracePt t="6606" x="4560888" y="2492375"/>
          <p14:tracePt t="6607" x="4572000" y="2492375"/>
          <p14:tracePt t="6623" x="4583113" y="2492375"/>
          <p14:tracePt t="6641" x="4595813" y="2492375"/>
          <p14:tracePt t="6673" x="4606925" y="2492375"/>
          <p14:tracePt t="6797" x="4606925" y="2503488"/>
          <p14:tracePt t="6827" x="4606925" y="2516188"/>
          <p14:tracePt t="6843" x="4606925" y="2527300"/>
          <p14:tracePt t="6873" x="4606925" y="2551113"/>
          <p14:tracePt t="6907" x="4606925" y="2562225"/>
          <p14:tracePt t="6923" x="4606925" y="2574925"/>
          <p14:tracePt t="6956" x="4606925" y="2586038"/>
          <p14:tracePt t="7077" x="4606925" y="2598738"/>
          <p14:tracePt t="7095" x="4606925" y="2609850"/>
          <p14:tracePt t="7124" x="4606925" y="2622550"/>
          <p14:tracePt t="7141" x="4606925" y="2633663"/>
          <p14:tracePt t="7158" x="4606925" y="2644775"/>
          <p14:tracePt t="7175" x="4606925" y="2657475"/>
          <p14:tracePt t="7193" x="4606925" y="2668588"/>
          <p14:tracePt t="7297" x="4606925" y="2681288"/>
          <p14:tracePt t="7328" x="4606925" y="2692400"/>
          <p14:tracePt t="7344" x="4606925" y="2705100"/>
          <p14:tracePt t="7562" x="4595813" y="2705100"/>
          <p14:tracePt t="7610" x="4595813" y="2716213"/>
          <p14:tracePt t="7625" x="4572000" y="2728913"/>
          <p14:tracePt t="7655" x="4513263" y="2740025"/>
          <p14:tracePt t="7671" x="4476750" y="2751138"/>
          <p14:tracePt t="7688" x="4454525" y="2763838"/>
          <p14:tracePt t="7705" x="4441825" y="2763838"/>
          <p14:tracePt t="7720" x="4430713" y="2763838"/>
          <p14:tracePt t="7738" x="4406900" y="2763838"/>
          <p14:tracePt t="7755" x="4359275" y="2774950"/>
          <p14:tracePt t="7773" x="4287838" y="2787650"/>
          <p14:tracePt t="7788" x="4075113" y="2822575"/>
          <p14:tracePt t="7804" x="3862388" y="2835275"/>
          <p14:tracePt t="7823" x="3354388" y="2870200"/>
          <p14:tracePt t="7838" x="2965450" y="2870200"/>
          <p14:tracePt t="7857" x="2611438" y="2870200"/>
          <p14:tracePt t="7859" x="2457450" y="2894013"/>
          <p14:tracePt t="7872" x="2197100" y="2894013"/>
          <p14:tracePt t="7889" x="2032000" y="2905125"/>
          <p14:tracePt t="7907" x="1843088" y="2928938"/>
          <p14:tracePt t="7922" x="1736725" y="2940050"/>
          <p14:tracePt t="7938" x="1630363" y="2952750"/>
          <p14:tracePt t="7956" x="1512888" y="2963863"/>
          <p14:tracePt t="7971" x="1452563" y="2976563"/>
          <p14:tracePt t="7989" x="1382713" y="2987675"/>
          <p14:tracePt t="7991" x="1335088" y="3000375"/>
          <p14:tracePt t="8005" x="1276350" y="3024188"/>
          <p14:tracePt t="8023" x="1217613" y="3070225"/>
          <p14:tracePt t="8027" x="1204913" y="3070225"/>
          <p14:tracePt t="8038" x="1181100" y="3082925"/>
          <p14:tracePt t="8039" x="1169988" y="3094038"/>
          <p14:tracePt t="8056" x="1157288" y="3094038"/>
          <p14:tracePt t="8343" x="1074738" y="3094038"/>
          <p14:tracePt t="8366" x="957263" y="3094038"/>
          <p14:tracePt t="8382" x="909638" y="3082925"/>
          <p14:tracePt t="8401" x="874713" y="3082925"/>
          <p14:tracePt t="8402" x="862013" y="3070225"/>
          <p14:tracePt t="8432" x="838200" y="3070225"/>
          <p14:tracePt t="8449" x="827088" y="3070225"/>
          <p14:tracePt t="8655" x="827088" y="3059113"/>
          <p14:tracePt t="8671" x="838200" y="3059113"/>
          <p14:tracePt t="8697" x="862013" y="3059113"/>
          <p14:tracePt t="8715" x="898525" y="3059113"/>
          <p14:tracePt t="8731" x="920750" y="3059113"/>
          <p14:tracePt t="8748" x="933450" y="3059113"/>
          <p14:tracePt t="8765" x="944563" y="3059113"/>
          <p14:tracePt t="8783" x="957263" y="3059113"/>
          <p14:tracePt t="8799" x="968375" y="3059113"/>
          <p14:tracePt t="8816" x="981075" y="3059113"/>
          <p14:tracePt t="8818" x="992188" y="3059113"/>
          <p14:tracePt t="8849" x="1027113" y="3024188"/>
          <p14:tracePt t="8865" x="1063625" y="3024188"/>
          <p14:tracePt t="8866" x="1074738" y="3011488"/>
          <p14:tracePt t="8883" x="1098550" y="3000375"/>
          <p14:tracePt t="8899" x="1111250" y="2987675"/>
          <p14:tracePt t="8902" x="1122363" y="2987675"/>
          <p14:tracePt t="8915" x="1157288" y="2987675"/>
          <p14:tracePt t="8931" x="1181100" y="2987675"/>
          <p14:tracePt t="8952" x="1252538" y="2987675"/>
          <p14:tracePt t="8966" x="1276350" y="2987675"/>
          <p14:tracePt t="8983" x="1311275" y="2987675"/>
          <p14:tracePt t="9000" x="1335088" y="2976563"/>
          <p14:tracePt t="9017" x="1346200" y="2976563"/>
          <p14:tracePt t="9032" x="1358900" y="2963863"/>
          <p14:tracePt t="9050" x="1370013" y="2952750"/>
          <p14:tracePt t="9066" x="1370013" y="2940050"/>
          <p14:tracePt t="9083" x="1370013" y="2928938"/>
          <p14:tracePt t="9099" x="1370013" y="2917825"/>
          <p14:tracePt t="9116" x="1370013" y="2905125"/>
          <p14:tracePt t="9172" x="1382713" y="2905125"/>
          <p14:tracePt t="9203" x="1393825" y="2905125"/>
          <p14:tracePt t="9218" x="1406525" y="2905125"/>
          <p14:tracePt t="9249" x="1417638" y="2905125"/>
          <p14:tracePt t="9282" x="1428750" y="2905125"/>
          <p14:tracePt t="9327" x="1441450" y="2905125"/>
          <p14:tracePt t="9374" x="1476375" y="2905125"/>
          <p14:tracePt t="9389" x="1500188" y="2905125"/>
          <p14:tracePt t="9416" x="1558925" y="2905125"/>
          <p14:tracePt t="9433" x="1606550" y="2905125"/>
          <p14:tracePt t="9450" x="1654175" y="2905125"/>
          <p14:tracePt t="9467" x="1689100" y="2905125"/>
          <p14:tracePt t="9483" x="1725613" y="2905125"/>
          <p14:tracePt t="9484" x="1747838" y="2905125"/>
          <p14:tracePt t="9499" x="1760538" y="2905125"/>
          <p14:tracePt t="9515" x="1771650" y="2905125"/>
          <p14:tracePt t="9532" x="1795463" y="2905125"/>
          <p14:tracePt t="9549" x="1819275" y="2905125"/>
          <p14:tracePt t="9566" x="1830388" y="2905125"/>
          <p14:tracePt t="9569" x="1854200" y="2905125"/>
          <p14:tracePt t="9582" x="1878013" y="2905125"/>
          <p14:tracePt t="9600" x="1901825" y="2917825"/>
          <p14:tracePt t="9617" x="1925638" y="2928938"/>
          <p14:tracePt t="9632" x="1936750" y="2928938"/>
          <p14:tracePt t="9650" x="1949450" y="2940050"/>
          <p14:tracePt t="9667" x="1960563" y="2940050"/>
          <p14:tracePt t="9682" x="1973263" y="2940050"/>
          <p14:tracePt t="9734" x="1973263" y="2952750"/>
          <p14:tracePt t="9749" x="1984375" y="2963863"/>
          <p14:tracePt t="9765" x="2008188" y="2963863"/>
          <p14:tracePt t="9782" x="2020888" y="2976563"/>
          <p14:tracePt t="9783" x="2032000" y="2976563"/>
          <p14:tracePt t="9798" x="2043113" y="2976563"/>
          <p14:tracePt t="9816" x="2055813" y="2976563"/>
          <p14:tracePt t="9850" x="2079625" y="2976563"/>
          <p14:tracePt t="9883" x="2103438" y="3000375"/>
          <p14:tracePt t="9898" x="2114550" y="3011488"/>
          <p14:tracePt t="9915" x="2149475" y="3024188"/>
          <p14:tracePt t="9931" x="2185988" y="3035300"/>
          <p14:tracePt t="9948" x="2209800" y="3035300"/>
          <p14:tracePt t="9964" x="2233613" y="3035300"/>
          <p14:tracePt t="9981" x="2255838" y="3035300"/>
          <p14:tracePt t="9998" x="2303463" y="3035300"/>
          <p14:tracePt t="10015" x="2386013" y="3059113"/>
          <p14:tracePt t="10031" x="2457450" y="3059113"/>
          <p14:tracePt t="10032" x="2481263" y="3059113"/>
          <p14:tracePt t="10048" x="2563813" y="3059113"/>
          <p14:tracePt t="10066" x="2635250" y="3070225"/>
          <p14:tracePt t="10067" x="2657475" y="3070225"/>
          <p14:tracePt t="10081" x="2717800" y="3082925"/>
          <p14:tracePt t="10097" x="2763838" y="3082925"/>
          <p14:tracePt t="10114" x="2811463" y="3094038"/>
          <p14:tracePt t="10115" x="2835275" y="3106738"/>
          <p14:tracePt t="10131" x="2882900" y="3106738"/>
          <p14:tracePt t="10484" x="3178175" y="3094038"/>
          <p14:tracePt t="10503" x="3425825" y="3059113"/>
          <p14:tracePt t="10519" x="3614738" y="3024188"/>
          <p14:tracePt t="10520" x="3697288" y="3024188"/>
          <p14:tracePt t="10536" x="3875088" y="3000375"/>
          <p14:tracePt t="10552" x="4040188" y="2963863"/>
          <p14:tracePt t="10553" x="4122738" y="2952750"/>
          <p14:tracePt t="10570" x="4300538" y="2917825"/>
          <p14:tracePt t="10586" x="4476750" y="2881313"/>
          <p14:tracePt t="10603" x="4630738" y="2870200"/>
          <p14:tracePt t="10620" x="4737100" y="2870200"/>
          <p14:tracePt t="10637" x="4867275" y="2870200"/>
          <p14:tracePt t="10653" x="4962525" y="2870200"/>
          <p14:tracePt t="10670" x="5056188" y="2870200"/>
          <p14:tracePt t="10672" x="5091113" y="2870200"/>
          <p14:tracePt t="10687" x="5175250" y="2881313"/>
          <p14:tracePt t="10702" x="5210175" y="2894013"/>
          <p14:tracePt t="10721" x="5281613" y="2894013"/>
          <p14:tracePt t="10736" x="5303838" y="2894013"/>
          <p14:tracePt t="10753" x="5340350" y="2894013"/>
          <p14:tracePt t="10771" x="5351463" y="2894013"/>
          <p14:tracePt t="11186" x="5492750" y="2894013"/>
          <p14:tracePt t="11204" x="5588000" y="2894013"/>
          <p14:tracePt t="11238" x="5835650" y="2894013"/>
          <p14:tracePt t="11255" x="6061075" y="2905125"/>
          <p14:tracePt t="11272" x="6202363" y="2905125"/>
          <p14:tracePt t="11290" x="6308725" y="2917825"/>
          <p14:tracePt t="11291" x="6367463" y="2928938"/>
          <p14:tracePt t="11306" x="6462713" y="2940050"/>
          <p14:tracePt t="11322" x="6627813" y="2940050"/>
          <p14:tracePt t="11339" x="7077075" y="3000375"/>
          <p14:tracePt t="11355" x="7348538" y="3011488"/>
          <p14:tracePt t="11373" x="7572375" y="3046413"/>
          <p14:tracePt t="11374" x="7667625" y="3059113"/>
          <p14:tracePt t="11389" x="7797800" y="3070225"/>
          <p14:tracePt t="11406" x="7880350" y="3070225"/>
          <p14:tracePt t="11421" x="7997825" y="3106738"/>
          <p14:tracePt t="11437" x="8045450" y="3106738"/>
          <p14:tracePt t="11455" x="8093075" y="3106738"/>
          <p14:tracePt t="11457" x="8116888" y="3106738"/>
          <p14:tracePt t="11472" x="8175625" y="3106738"/>
          <p14:tracePt t="11490" x="8258175" y="3082925"/>
          <p14:tracePt t="11491" x="8293100" y="3082925"/>
          <p14:tracePt t="11506" x="8351838" y="3070225"/>
          <p14:tracePt t="11797" x="8494713" y="3059113"/>
          <p14:tracePt t="11816" x="8612188" y="3046413"/>
          <p14:tracePt t="11833" x="8718550" y="3046413"/>
          <p14:tracePt t="11851" x="8766175" y="3046413"/>
          <p14:tracePt t="11852" x="8789988" y="3046413"/>
          <p14:tracePt t="11868" x="8837613" y="3046413"/>
          <p14:tracePt t="11884" x="8896350" y="3046413"/>
          <p14:tracePt t="11902" x="8955088" y="3059113"/>
          <p14:tracePt t="11918" x="8966200" y="3059113"/>
          <p14:tracePt t="11951" x="9002713" y="3106738"/>
          <p14:tracePt t="11969" x="9013825" y="3117850"/>
          <p14:tracePt t="11985" x="9013825" y="3130550"/>
          <p14:tracePt t="12031" x="9002713" y="3130550"/>
          <p14:tracePt t="12050" x="8990013" y="3130550"/>
          <p14:tracePt t="12069" x="8978900" y="3130550"/>
          <p14:tracePt t="12264" x="8978900" y="3117850"/>
          <p14:tracePt t="12281" x="8978900" y="3106738"/>
          <p14:tracePt t="12306" x="8978900" y="3094038"/>
          <p14:tracePt t="12339" x="8978900" y="3070225"/>
          <p14:tracePt t="12374" x="8978900" y="3059113"/>
          <p14:tracePt t="12390" x="8978900" y="3046413"/>
          <p14:tracePt t="12407" x="9026525" y="3035300"/>
          <p14:tracePt t="12423" x="9072563" y="3024188"/>
          <p14:tracePt t="12441" x="9167813" y="3000375"/>
          <p14:tracePt t="12457" x="9274175" y="2987675"/>
          <p14:tracePt t="12458" x="9345613" y="2963863"/>
          <p14:tracePt t="12475" x="9450388" y="2952750"/>
          <p14:tracePt t="12492" x="9556750" y="2940050"/>
          <p14:tracePt t="12508" x="9604375" y="2940050"/>
          <p14:tracePt t="12524" x="9628188" y="2940050"/>
          <p14:tracePt t="12526" x="9652000" y="2940050"/>
          <p14:tracePt t="12543" x="9675813" y="2940050"/>
          <p14:tracePt t="12559" x="9699625" y="2940050"/>
          <p14:tracePt t="12562" x="9710738" y="2940050"/>
          <p14:tracePt t="12610" x="9734550" y="2940050"/>
          <p14:tracePt t="12765" x="9747250" y="2940050"/>
          <p14:tracePt t="12783" x="9758363" y="2940050"/>
          <p14:tracePt t="12818" x="9782175" y="2952750"/>
          <p14:tracePt t="12833" x="9793288" y="2952750"/>
          <p14:tracePt t="12850" x="9805988" y="2952750"/>
          <p14:tracePt t="12884" x="9805988" y="2963863"/>
          <p14:tracePt t="12902" x="9805988" y="2976563"/>
          <p14:tracePt t="12938" x="9805988" y="2987675"/>
          <p14:tracePt t="12967" x="9805988" y="3011488"/>
          <p14:tracePt t="13004" x="9817100" y="3035300"/>
          <p14:tracePt t="13093" x="9829800" y="3046413"/>
          <p14:tracePt t="13124" x="9829800" y="3070225"/>
          <p14:tracePt t="13140" x="9840913" y="3094038"/>
          <p14:tracePt t="13168" x="9853613" y="3117850"/>
          <p14:tracePt t="13185" x="9853613" y="3130550"/>
          <p14:tracePt t="13186" x="9853613" y="3141663"/>
          <p14:tracePt t="13219" x="9853613" y="3152775"/>
          <p14:tracePt t="13314" x="9864725" y="3152775"/>
          <p14:tracePt t="13374" x="9875838" y="3165475"/>
          <p14:tracePt t="13390" x="9875838" y="3176588"/>
          <p14:tracePt t="13936" x="9663113" y="3224213"/>
          <p14:tracePt t="13954" x="9191625" y="3259138"/>
          <p14:tracePt t="13988" x="7585075" y="3508375"/>
          <p14:tracePt t="14006" x="6875463" y="3649663"/>
          <p14:tracePt t="14023" x="6532563" y="3732213"/>
          <p14:tracePt t="14041" x="6237288" y="3790950"/>
          <p14:tracePt t="14055" x="6130925" y="3825875"/>
          <p14:tracePt t="14073" x="6061075" y="3862388"/>
          <p14:tracePt t="14090" x="6000750" y="3897313"/>
          <p14:tracePt t="14452" x="5811838" y="3897313"/>
          <p14:tracePt t="14471" x="5364163" y="3897313"/>
          <p14:tracePt t="14488" x="5221288" y="3897313"/>
          <p14:tracePt t="14506" x="5091113" y="3897313"/>
          <p14:tracePt t="14523" x="5045075" y="3897313"/>
          <p14:tracePt t="14538" x="5008563" y="3897313"/>
          <p14:tracePt t="14540" x="4997450" y="3897313"/>
          <p14:tracePt t="14555" x="4984750" y="3897313"/>
          <p14:tracePt t="14572" x="4962525" y="3897313"/>
          <p14:tracePt t="14589" x="4914900" y="3910013"/>
          <p14:tracePt t="14605" x="4867275" y="3932238"/>
          <p14:tracePt t="14622" x="4819650" y="3944938"/>
          <p14:tracePt t="14639" x="4760913" y="3956050"/>
          <p14:tracePt t="14655" x="4737100" y="3968750"/>
          <p14:tracePt t="14671" x="4713288" y="3968750"/>
          <p14:tracePt t="14688" x="4689475" y="3968750"/>
          <p14:tracePt t="14706" x="4678363" y="3968750"/>
          <p14:tracePt t="14722" x="4667250" y="3968750"/>
          <p14:tracePt t="15609" x="4713288" y="3979863"/>
          <p14:tracePt t="15626" x="4795838" y="3992563"/>
          <p14:tracePt t="15662" x="4938713" y="4003675"/>
          <p14:tracePt t="15680" x="4973638" y="4003675"/>
          <p14:tracePt t="15682" x="4997450" y="4003675"/>
          <p14:tracePt t="15695" x="5032375" y="4003675"/>
          <p14:tracePt t="15711" x="5114925" y="4003675"/>
          <p14:tracePt t="15728" x="5233988" y="3992563"/>
          <p14:tracePt t="15745" x="5316538" y="3992563"/>
          <p14:tracePt t="15762" x="5422900" y="3992563"/>
          <p14:tracePt t="15763" x="5481638" y="3992563"/>
          <p14:tracePt t="15780" x="5599113" y="3992563"/>
          <p14:tracePt t="15795" x="5694363" y="3992563"/>
          <p14:tracePt t="15812" x="5872163" y="3992563"/>
          <p14:tracePt t="15844" x="6096000" y="4027488"/>
          <p14:tracePt t="15861" x="6213475" y="4038600"/>
          <p14:tracePt t="15877" x="6261100" y="4051300"/>
          <p14:tracePt t="15894" x="6284913" y="4051300"/>
          <p14:tracePt t="15894" x="6297613" y="4051300"/>
          <p14:tracePt t="15910" x="6343650" y="4051300"/>
          <p14:tracePt t="15927" x="6391275" y="4051300"/>
          <p14:tracePt t="15944" x="6450013" y="4051300"/>
          <p14:tracePt t="15962" x="6473825" y="4051300"/>
          <p14:tracePt t="15979" x="6497638" y="4051300"/>
          <p14:tracePt t="16327" x="6686550" y="4051300"/>
          <p14:tracePt t="16343" x="7135813" y="4027488"/>
          <p14:tracePt t="16366" x="7691438" y="4027488"/>
          <p14:tracePt t="16367" x="7832725" y="4027488"/>
          <p14:tracePt t="16382" x="8104188" y="4038600"/>
          <p14:tracePt t="16400" x="8293100" y="4051300"/>
          <p14:tracePt t="16401" x="8423275" y="4075113"/>
          <p14:tracePt t="16416" x="8601075" y="4121150"/>
          <p14:tracePt t="16434" x="8777288" y="4157663"/>
          <p14:tracePt t="16452" x="8955088" y="4168775"/>
          <p14:tracePt t="16466" x="9061450" y="4181475"/>
          <p14:tracePt t="16484" x="9155113" y="4192588"/>
          <p14:tracePt t="16485" x="9191625" y="4192588"/>
          <p14:tracePt t="16501" x="9250363" y="4205288"/>
          <p14:tracePt t="16517" x="9297988" y="4205288"/>
          <p14:tracePt t="16535" x="9356725" y="4205288"/>
          <p14:tracePt t="16551" x="9391650" y="4181475"/>
          <p14:tracePt t="16568" x="9404350" y="4168775"/>
          <p14:tracePt t="17125" x="9439275" y="4168775"/>
          <p14:tracePt t="17141" x="9556750" y="4192588"/>
          <p14:tracePt t="17168" x="9782175" y="4216400"/>
          <p14:tracePt t="17184" x="9853613" y="4227513"/>
          <p14:tracePt t="17201" x="9971088" y="4240213"/>
          <p14:tracePt t="17218" x="10018713" y="4251325"/>
          <p14:tracePt t="17234" x="10064750" y="4264025"/>
          <p14:tracePt t="17237" x="10088563" y="4264025"/>
          <p14:tracePt t="17251" x="10112375" y="4264025"/>
          <p14:tracePt t="17267" x="10148888" y="4264025"/>
          <p14:tracePt t="17283" x="10183813" y="4264025"/>
          <p14:tracePt t="17285" x="10194925" y="4264025"/>
          <p14:tracePt t="17301" x="10207625" y="4264025"/>
          <p14:tracePt t="17318" x="10218738" y="4251325"/>
          <p14:tracePt t="17321" x="10231438" y="4251325"/>
          <p14:tracePt t="18687" x="10183813" y="4251325"/>
          <p14:tracePt t="18704" x="10160000" y="4251325"/>
          <p14:tracePt t="18741" x="10101263" y="4251325"/>
          <p14:tracePt t="18757" x="10077450" y="4264025"/>
          <p14:tracePt t="18773" x="10053638" y="4264025"/>
          <p14:tracePt t="18807" x="10042525" y="4264025"/>
          <p14:tracePt t="18822" x="10029825" y="4275138"/>
          <p14:tracePt t="18840" x="10018713" y="4287838"/>
          <p14:tracePt t="18856" x="10018713" y="4298950"/>
          <p14:tracePt t="18873" x="10006013" y="4310063"/>
          <p14:tracePt t="18905" x="9994900" y="4310063"/>
          <p14:tracePt t="18923" x="9982200" y="4310063"/>
          <p14:tracePt t="18941" x="9936163" y="4310063"/>
          <p14:tracePt t="18957" x="9888538" y="4310063"/>
          <p14:tracePt t="18957" x="9864725" y="4310063"/>
          <p14:tracePt t="18972" x="9793288" y="4322763"/>
          <p14:tracePt t="18988" x="9710738" y="4322763"/>
          <p14:tracePt t="19006" x="9593263" y="4333875"/>
          <p14:tracePt t="19023" x="9521825" y="4333875"/>
          <p14:tracePt t="19040" x="9450388" y="4333875"/>
          <p14:tracePt t="19042" x="9404350" y="4333875"/>
          <p14:tracePt t="19056" x="9367838" y="4333875"/>
          <p14:tracePt t="19058" x="9332913" y="4333875"/>
          <p14:tracePt t="19073" x="9274175" y="4333875"/>
          <p14:tracePt t="19090" x="9215438" y="4333875"/>
          <p14:tracePt t="19091" x="9191625" y="4333875"/>
          <p14:tracePt t="19106" x="9144000" y="4346575"/>
          <p14:tracePt t="19124" x="9096375" y="4346575"/>
          <p14:tracePt t="19127" x="9085263" y="4346575"/>
          <p14:tracePt t="19140" x="9061450" y="4346575"/>
          <p14:tracePt t="19157" x="9048750" y="4357688"/>
          <p14:tracePt t="19159" x="9037638" y="4370388"/>
          <p14:tracePt t="19173" x="9002713" y="4370388"/>
          <p14:tracePt t="19189" x="8942388" y="4381500"/>
          <p14:tracePt t="19205" x="8883650" y="4381500"/>
          <p14:tracePt t="19222" x="8801100" y="4381500"/>
          <p14:tracePt t="19238" x="8753475" y="4381500"/>
          <p14:tracePt t="19255" x="8707438" y="4381500"/>
          <p14:tracePt t="19256" x="8683625" y="4381500"/>
          <p14:tracePt t="19271" x="8612188" y="4381500"/>
          <p14:tracePt t="19290" x="8553450" y="4381500"/>
          <p14:tracePt t="19291" x="8518525" y="4381500"/>
          <p14:tracePt t="19306" x="8494713" y="4381500"/>
          <p14:tracePt t="19307" x="8434388" y="4394200"/>
          <p14:tracePt t="19322" x="8329613" y="4394200"/>
          <p14:tracePt t="19340" x="8151813" y="4416425"/>
          <p14:tracePt t="19357" x="8045450" y="4452938"/>
          <p14:tracePt t="19373" x="7950200" y="4476750"/>
          <p14:tracePt t="19379" x="7904163" y="4487863"/>
          <p14:tracePt t="19382" x="7867650" y="4500563"/>
          <p14:tracePt t="19406" x="7821613" y="4522788"/>
          <p14:tracePt t="19765" x="7667625" y="4522788"/>
          <p14:tracePt t="19785" x="7123113" y="4511675"/>
          <p14:tracePt t="19800" x="6686550" y="4511675"/>
          <p14:tracePt t="19817" x="6308725" y="4511675"/>
          <p14:tracePt t="19818" x="6119813" y="4522788"/>
          <p14:tracePt t="19833" x="5741988" y="4522788"/>
          <p14:tracePt t="19851" x="5457825" y="4522788"/>
          <p14:tracePt t="19867" x="5257800" y="4535488"/>
          <p14:tracePt t="19867" x="5186363" y="4559300"/>
          <p14:tracePt t="19883" x="5056188" y="4559300"/>
          <p14:tracePt t="19901" x="4949825" y="4570413"/>
          <p14:tracePt t="19905" x="4891088" y="4583113"/>
          <p14:tracePt t="19917" x="4795838" y="4605338"/>
          <p14:tracePt t="19934" x="4689475" y="4641850"/>
          <p14:tracePt t="19950" x="4524375" y="4676775"/>
          <p14:tracePt t="19966" x="4430713" y="4724400"/>
          <p14:tracePt t="19983" x="4359275" y="4735513"/>
          <p14:tracePt t="19999" x="4252913" y="4772025"/>
          <p14:tracePt t="20016" x="4194175" y="4795838"/>
          <p14:tracePt t="20034" x="4087813" y="4830763"/>
          <p14:tracePt t="20050" x="4029075" y="4854575"/>
          <p14:tracePt t="20066" x="3981450" y="4889500"/>
          <p14:tracePt t="20085" x="3898900" y="4937125"/>
          <p14:tracePt t="20099" x="3862388" y="4972050"/>
          <p14:tracePt t="20117" x="3803650" y="5006975"/>
          <p14:tracePt t="20133" x="3779838" y="5019675"/>
          <p14:tracePt t="20151" x="3757613" y="5030788"/>
          <p14:tracePt t="20672" x="3744913" y="5054600"/>
          <p14:tracePt t="20689" x="3709988" y="5149850"/>
          <p14:tracePt t="20724" x="3686175" y="5302250"/>
          <p14:tracePt t="20742" x="3697288" y="5373688"/>
          <p14:tracePt t="20744" x="3709988" y="5397500"/>
          <p14:tracePt t="20758" x="3768725" y="5480050"/>
          <p14:tracePt t="20774" x="3898900" y="5586413"/>
          <p14:tracePt t="20792" x="4135438" y="5786438"/>
          <p14:tracePt t="20807" x="4252913" y="5870575"/>
          <p14:tracePt t="20825" x="4359275" y="5953125"/>
          <p14:tracePt t="20827" x="4394200" y="5988050"/>
          <p14:tracePt t="20857" x="4489450" y="6046788"/>
          <p14:tracePt t="20874" x="4548188" y="6046788"/>
          <p14:tracePt t="20890" x="4572000" y="6046788"/>
          <p14:tracePt t="21188" x="4737100" y="6094413"/>
          <p14:tracePt t="21205" x="5151438" y="6211888"/>
          <p14:tracePt t="21223" x="5576888" y="6342063"/>
          <p14:tracePt t="21240" x="5835650" y="6413500"/>
          <p14:tracePt t="21257" x="6191250" y="6519863"/>
          <p14:tracePt t="21272" x="6402388" y="6602413"/>
          <p14:tracePt t="21288" x="6592888" y="6708775"/>
          <p14:tracePt t="21307" x="6792913" y="6850063"/>
          <p14:tracePt t="21322" x="6888163" y="6921500"/>
          <p14:tracePt t="21340" x="6958013" y="6967538"/>
          <p14:tracePt t="21344" x="6981825" y="6991350"/>
          <p14:tracePt t="21349" x="7005638" y="7004050"/>
          <p14:tracePt t="21355" x="7029450" y="7015163"/>
          <p14:tracePt t="21374" x="7064375" y="7051675"/>
          <p14:tracePt t="21380" x="7077075" y="7051675"/>
          <p14:tracePt t="21382" x="7100888" y="7062788"/>
          <p14:tracePt t="21406" x="7123113" y="7062788"/>
          <p14:tracePt t="21440" x="7123113" y="7038975"/>
          <p14:tracePt t="21457" x="7123113" y="7004050"/>
          <p14:tracePt t="21459" x="7123113" y="6991350"/>
          <p14:tracePt t="21472" x="7123113" y="6980238"/>
          <p14:tracePt t="21999" x="7194550" y="6956425"/>
          <p14:tracePt t="22000" x="7229475" y="6945313"/>
          <p14:tracePt t="22018" x="7289800" y="6932613"/>
          <p14:tracePt t="22035" x="7418388" y="6921500"/>
          <p14:tracePt t="22052" x="7513638" y="6921500"/>
          <p14:tracePt t="22070" x="7678738" y="6921500"/>
          <p14:tracePt t="22086" x="7761288" y="6932613"/>
          <p14:tracePt t="22104" x="7843838" y="6945313"/>
          <p14:tracePt t="22105" x="7880350" y="6945313"/>
          <p14:tracePt t="22120" x="7962900" y="6956425"/>
          <p14:tracePt t="22136" x="8032750" y="6967538"/>
          <p14:tracePt t="22153" x="8162925" y="6967538"/>
          <p14:tracePt t="22170" x="8258175" y="6967538"/>
          <p14:tracePt t="22186" x="8329613" y="6967538"/>
          <p14:tracePt t="22189" x="8388350" y="6967538"/>
          <p14:tracePt t="22203" x="8470900" y="6980238"/>
          <p14:tracePt t="22221" x="8577263" y="6980238"/>
          <p14:tracePt t="22224" x="8636000" y="7004050"/>
          <p14:tracePt t="22237" x="8766175" y="7015163"/>
          <p14:tracePt t="22254" x="8872538" y="7015163"/>
          <p14:tracePt t="22259" x="8942388" y="7027863"/>
          <p14:tracePt t="22270" x="8990013" y="7027863"/>
          <p14:tracePt t="22272" x="9048750" y="7038975"/>
          <p14:tracePt t="22286" x="9155113" y="7051675"/>
          <p14:tracePt t="22305" x="9261475" y="7062788"/>
          <p14:tracePt t="22307" x="9321800" y="7086600"/>
          <p14:tracePt t="22320" x="9415463" y="7086600"/>
          <p14:tracePt t="22337" x="9463088" y="7097713"/>
          <p14:tracePt t="22354" x="9510713" y="7097713"/>
          <p14:tracePt t="22370" x="9545638" y="7097713"/>
          <p14:tracePt t="22386" x="9569450" y="7097713"/>
          <p14:tracePt t="22402" x="9580563" y="7097713"/>
          <p14:tracePt t="23234" x="9593263" y="7097713"/>
          <p14:tracePt t="23251" x="9604375" y="7097713"/>
          <p14:tracePt t="23287" x="9628188" y="7097713"/>
          <p14:tracePt t="23302" x="9640888" y="7097713"/>
          <p14:tracePt t="23321" x="9652000" y="7097713"/>
          <p14:tracePt t="23438" x="9663113" y="7097713"/>
          <p14:tracePt t="23455" x="9675813" y="7097713"/>
          <p14:tracePt t="23468" x="9686925" y="7086600"/>
          <p14:tracePt t="23485" x="9710738" y="7073900"/>
          <p14:tracePt t="23501" x="9723438" y="7062788"/>
          <p14:tracePt t="23518" x="9734550" y="7062788"/>
          <p14:tracePt t="23535" x="9769475" y="7062788"/>
          <p14:tracePt t="23552" x="9782175" y="7062788"/>
          <p14:tracePt t="23568" x="9793288" y="7062788"/>
          <p14:tracePt t="23584" x="9805988" y="7062788"/>
          <p14:tracePt t="23602" x="9817100" y="7062788"/>
          <p14:tracePt t="23655" x="9817100" y="7051675"/>
          <p14:tracePt t="23765" x="9805988" y="7051675"/>
          <p14:tracePt t="23784" x="9782175" y="7051675"/>
          <p14:tracePt t="23802" x="9758363" y="7051675"/>
          <p14:tracePt t="23822" x="9734550" y="7051675"/>
          <p14:tracePt t="23836" x="9723438" y="7051675"/>
          <p14:tracePt t="23871" x="9710738" y="7051675"/>
          <p14:tracePt t="23886" x="9686925" y="7051675"/>
          <p14:tracePt t="23902" x="9652000" y="7051675"/>
          <p14:tracePt t="23920" x="9617075" y="7051675"/>
          <p14:tracePt t="23923" x="9593263" y="7051675"/>
          <p14:tracePt t="23953" x="9510713" y="7051675"/>
          <p14:tracePt t="23972" x="9439275" y="7051675"/>
          <p14:tracePt t="23986" x="9391650" y="7051675"/>
          <p14:tracePt t="24003" x="9345613" y="7062788"/>
          <p14:tracePt t="24022" x="9250363" y="7062788"/>
          <p14:tracePt t="24036" x="9191625" y="7062788"/>
          <p14:tracePt t="24053" x="9132888" y="7062788"/>
          <p14:tracePt t="24068" x="9026525" y="7038975"/>
          <p14:tracePt t="24084" x="8966200" y="7038975"/>
          <p14:tracePt t="24102" x="8896350" y="7027863"/>
          <p14:tracePt t="24119" x="8777288" y="7015163"/>
          <p14:tracePt t="24136" x="8694738" y="7015163"/>
          <p14:tracePt t="24154" x="8588375" y="7015163"/>
          <p14:tracePt t="24170" x="8505825" y="7015163"/>
          <p14:tracePt t="24187" x="8399463" y="7004050"/>
          <p14:tracePt t="24188" x="8364538" y="7004050"/>
          <p14:tracePt t="24203" x="8223250" y="6991350"/>
          <p14:tracePt t="24220" x="8069263" y="6967538"/>
          <p14:tracePt t="24223" x="7997825" y="6956425"/>
          <p14:tracePt t="24237" x="7867650" y="6945313"/>
          <p14:tracePt t="24254" x="7773988" y="6932613"/>
          <p14:tracePt t="24257" x="7737475" y="6932613"/>
          <p14:tracePt t="24270" x="7702550" y="6932613"/>
          <p14:tracePt t="24272" x="7654925" y="6921500"/>
          <p14:tracePt t="24286" x="7585075" y="6908800"/>
          <p14:tracePt t="24304" x="7502525" y="6908800"/>
          <p14:tracePt t="24308" x="7466013" y="6897688"/>
          <p14:tracePt t="24320" x="7396163" y="6884988"/>
          <p14:tracePt t="24337" x="7348538" y="6861175"/>
          <p14:tracePt t="24353" x="7300913" y="6850063"/>
          <p14:tracePt t="24356" x="7289800" y="6850063"/>
          <p14:tracePt t="24370" x="7253288" y="6850063"/>
          <p14:tracePt t="24387" x="7229475" y="6838950"/>
          <p14:tracePt t="24420" x="7207250" y="6815138"/>
          <p14:tracePt t="24435" x="7194550" y="6802438"/>
          <p14:tracePt t="24453" x="7183438" y="6778625"/>
          <p14:tracePt t="24470" x="7170738" y="6778625"/>
          <p14:tracePt t="24473" x="7159625" y="6778625"/>
          <p14:tracePt t="24487" x="7159625" y="6767513"/>
          <p14:tracePt t="24502" x="7159625" y="6756400"/>
          <p14:tracePt t="24537" x="7183438" y="6756400"/>
          <p14:tracePt t="24554" x="7242175" y="6756400"/>
          <p14:tracePt t="24557" x="7277100" y="6756400"/>
          <p14:tracePt t="24570" x="7372350" y="6743700"/>
          <p14:tracePt t="24586" x="7478713" y="6732588"/>
          <p14:tracePt t="24603" x="7585075" y="6732588"/>
          <p14:tracePt t="24605" x="7631113" y="6732588"/>
          <p14:tracePt t="24619" x="7737475" y="6719888"/>
          <p14:tracePt t="24636" x="7926388" y="6696075"/>
          <p14:tracePt t="24653" x="8351838" y="6696075"/>
          <p14:tracePt t="24660" x="8470900" y="6696075"/>
          <p14:tracePt t="24669" x="8588375" y="6696075"/>
          <p14:tracePt t="24687" x="8789988" y="6696075"/>
          <p14:tracePt t="24689" x="8883650" y="6719888"/>
          <p14:tracePt t="24704" x="9037638" y="6719888"/>
          <p14:tracePt t="24720" x="9178925" y="6732588"/>
          <p14:tracePt t="24723" x="9239250" y="6732588"/>
          <p14:tracePt t="24737" x="9345613" y="6732588"/>
          <p14:tracePt t="24753" x="9415463" y="6743700"/>
          <p14:tracePt t="24770" x="9498013" y="6756400"/>
          <p14:tracePt t="24773" x="9534525" y="6756400"/>
          <p14:tracePt t="24787" x="9593263" y="6767513"/>
          <p14:tracePt t="24803" x="9640888" y="6778625"/>
          <p14:tracePt t="24805" x="9663113" y="6791325"/>
          <p14:tracePt t="24820" x="9699625" y="6802438"/>
          <p14:tracePt t="24837" x="9723438" y="6815138"/>
          <p14:tracePt t="24852" x="9747250" y="6826250"/>
          <p14:tracePt t="24854" x="9758363" y="6826250"/>
          <p14:tracePt t="24886" x="9782175" y="6826250"/>
          <p14:tracePt t="24920" x="9793288" y="6826250"/>
          <p14:tracePt t="25328" x="9971088" y="6826250"/>
          <p14:tracePt t="25347" x="10218738" y="6838950"/>
          <p14:tracePt t="25363" x="10301288" y="6850063"/>
          <p14:tracePt t="25380" x="10396538" y="6850063"/>
          <p14:tracePt t="25396" x="10502900" y="6884988"/>
          <p14:tracePt t="25413" x="10561638" y="6897688"/>
          <p14:tracePt t="25430" x="10633075" y="6908800"/>
          <p14:tracePt t="25446" x="10691813" y="6908800"/>
          <p14:tracePt t="25463" x="10739438" y="6908800"/>
          <p14:tracePt t="25481" x="10821988" y="6908800"/>
          <p14:tracePt t="25497" x="10880725" y="6897688"/>
          <p14:tracePt t="25515" x="10987088" y="6884988"/>
          <p14:tracePt t="25531" x="11045825" y="6873875"/>
          <p14:tracePt t="25548" x="11104563" y="6861175"/>
          <p14:tracePt t="25550" x="11128375" y="6861175"/>
          <p14:tracePt t="25565" x="11210925" y="6861175"/>
          <p14:tracePt t="25582" x="11247438" y="6873875"/>
          <p14:tracePt t="25598" x="11353800" y="6897688"/>
          <p14:tracePt t="25615" x="11399838" y="6908800"/>
          <p14:tracePt t="25632" x="11460163" y="6921500"/>
          <p14:tracePt t="25647" x="11506200" y="6932613"/>
          <p14:tracePt t="25664" x="11518900" y="6932613"/>
          <p14:tracePt t="25666" x="11530013" y="6932613"/>
          <p14:tracePt t="25681" x="11566525" y="6932613"/>
          <p14:tracePt t="25698" x="11601450" y="6932613"/>
          <p14:tracePt t="26078" x="11707813" y="6932613"/>
          <p14:tracePt t="26094" x="11801475" y="6932613"/>
          <p14:tracePt t="26124" x="11955463" y="6932613"/>
          <p14:tracePt t="26141" x="12003088" y="6932613"/>
          <p14:tracePt t="26157" x="12038013" y="6932613"/>
          <p14:tracePt t="26175" x="12096750" y="6932613"/>
          <p14:tracePt t="26191" x="12133263" y="6932613"/>
          <p14:tracePt t="26208" x="12157075" y="6932613"/>
          <p14:tracePt t="26224" x="12168188" y="6945313"/>
          <p14:tracePt t="26241" x="12192000" y="6945313"/>
          <p14:tracePt t="26258" x="12203113" y="6945313"/>
          <p14:tracePt t="26313" x="12203113" y="6956425"/>
          <p14:tracePt t="26390" x="12215813" y="6956425"/>
          <p14:tracePt t="26437" x="12226925" y="6956425"/>
          <p14:tracePt t="26453" x="12239625" y="6967538"/>
          <p14:tracePt t="26474" x="12250738" y="6980238"/>
          <p14:tracePt t="26491" x="12274550" y="6991350"/>
          <p14:tracePt t="26508" x="12298363" y="6991350"/>
          <p14:tracePt t="26525" x="12309475" y="7004050"/>
          <p14:tracePt t="26542" x="12322175" y="7015163"/>
          <p14:tracePt t="26559" x="12333288" y="7015163"/>
          <p14:tracePt t="26576" x="12345988" y="7015163"/>
          <p14:tracePt t="26610" x="12357100" y="7038975"/>
          <p14:tracePt t="26627" x="12369800" y="7051675"/>
          <p14:tracePt t="26643" x="12380913" y="7062788"/>
          <p14:tracePt t="26645" x="12393613" y="7062788"/>
          <p14:tracePt t="26676" x="12404725" y="7062788"/>
          <p14:tracePt t="26766" x="12415838" y="7073900"/>
          <p14:tracePt t="26780" x="12428538" y="7086600"/>
          <p14:tracePt t="26808" x="12439650" y="7110413"/>
          <p14:tracePt t="26825" x="12439650" y="7121525"/>
          <p14:tracePt t="26826" x="12439650" y="7134225"/>
          <p14:tracePt t="26858" x="12439650" y="7156450"/>
          <p14:tracePt t="26875" x="12439650" y="7169150"/>
          <p14:tracePt t="26891" x="12452350" y="7180263"/>
          <p14:tracePt t="26908" x="12452350" y="7192963"/>
          <p14:tracePt t="27016" x="12452350" y="7204075"/>
          <p14:tracePt t="27030" x="12452350" y="7216775"/>
          <p14:tracePt t="27058" x="12452350" y="7240588"/>
          <p14:tracePt t="27090" x="12452350" y="7251700"/>
          <p14:tracePt t="27157" x="12452350" y="7262813"/>
          <p14:tracePt t="27188" x="12428538" y="7262813"/>
          <p14:tracePt t="27207" x="12345988" y="7262813"/>
          <p14:tracePt t="27208" x="12250738" y="7251700"/>
          <p14:tracePt t="27224" x="11920538" y="7240588"/>
          <p14:tracePt t="27241" x="11293475" y="7240588"/>
          <p14:tracePt t="27258" x="10125075" y="7251700"/>
          <p14:tracePt t="27276" x="9332913" y="7275513"/>
          <p14:tracePt t="27278" x="8872538" y="7323138"/>
          <p14:tracePt t="27292" x="8223250" y="7369175"/>
          <p14:tracePt t="27309" x="7773988" y="7429500"/>
          <p14:tracePt t="27327" x="7242175" y="7512050"/>
          <p14:tracePt t="27343" x="7040563" y="7558088"/>
          <p14:tracePt t="27360" x="6910388" y="7605713"/>
          <p14:tracePt t="27362" x="6864350" y="7629525"/>
          <p14:tracePt t="27377" x="6781800" y="7677150"/>
          <p14:tracePt t="27656" x="6556375" y="7664450"/>
          <p14:tracePt t="27671" x="6048375" y="7629525"/>
          <p14:tracePt t="27700" x="5327650" y="7581900"/>
          <p14:tracePt t="27717" x="5008563" y="7558088"/>
          <p14:tracePt t="27733" x="4902200" y="7535863"/>
          <p14:tracePt t="27750" x="4795838" y="7512050"/>
          <p14:tracePt t="27766" x="4760913" y="7499350"/>
          <p14:tracePt t="27783" x="4713288" y="7488238"/>
          <p14:tracePt t="27785" x="4702175" y="7475538"/>
          <p14:tracePt t="27799" x="4689475" y="7475538"/>
          <p14:tracePt t="27817" x="4667250" y="7475538"/>
          <p14:tracePt t="27850" x="4702175" y="7475538"/>
          <p14:tracePt t="27866" x="4784725" y="7475538"/>
          <p14:tracePt t="27869" x="4856163" y="7475538"/>
          <p14:tracePt t="27882" x="5068888" y="7475538"/>
          <p14:tracePt t="27900" x="5281613" y="7475538"/>
          <p14:tracePt t="27903" x="5386388" y="7475538"/>
          <p14:tracePt t="27931" x="5683250" y="7475538"/>
          <p14:tracePt t="27950" x="5800725" y="7475538"/>
          <p14:tracePt t="27952" x="5859463" y="7475538"/>
          <p14:tracePt t="27965" x="5907088" y="7475538"/>
          <p14:tracePt t="27967" x="5942013" y="7475538"/>
          <p14:tracePt t="27983" x="6024563" y="7451725"/>
          <p14:tracePt t="28000" x="6096000" y="7440613"/>
          <p14:tracePt t="28001" x="6119813" y="7440613"/>
          <p14:tracePt t="28017" x="6167438" y="7440613"/>
          <p14:tracePt t="28033" x="6202363" y="7440613"/>
          <p14:tracePt t="28037" x="6213475" y="7440613"/>
          <p14:tracePt t="28066" x="6237288" y="7440613"/>
          <p14:tracePt t="28098" x="6167438" y="7440613"/>
          <p14:tracePt t="28115" x="6084888" y="7451725"/>
          <p14:tracePt t="28134" x="5954713" y="7451725"/>
          <p14:tracePt t="28150" x="5872163" y="7451725"/>
          <p14:tracePt t="28165" x="5789613" y="7451725"/>
          <p14:tracePt t="28167" x="5729288" y="7451725"/>
          <p14:tracePt t="28181" x="5481638" y="7451725"/>
          <p14:tracePt t="28199" x="5103813" y="7429500"/>
          <p14:tracePt t="28215" x="4465638" y="7429500"/>
          <p14:tracePt t="28232" x="4205288" y="7416800"/>
          <p14:tracePt t="28250" x="3968750" y="7381875"/>
          <p14:tracePt t="28266" x="3862388" y="7381875"/>
          <p14:tracePt t="28284" x="3757613" y="7369175"/>
          <p14:tracePt t="28287" x="3721100" y="7358063"/>
          <p14:tracePt t="28300" x="3614738" y="7346950"/>
          <p14:tracePt t="28317" x="3532188" y="7323138"/>
          <p14:tracePt t="28333" x="3449638" y="7275513"/>
          <p14:tracePt t="28348" x="3414713" y="7262813"/>
          <p14:tracePt t="28367" x="3402013" y="7240588"/>
          <p14:tracePt t="28369" x="3402013" y="7216775"/>
          <p14:tracePt t="28383" x="3425825" y="7192963"/>
          <p14:tracePt t="28399" x="3521075" y="7156450"/>
          <p14:tracePt t="28416" x="3744913" y="7097713"/>
          <p14:tracePt t="28434" x="4324350" y="7027863"/>
          <p14:tracePt t="28449" x="4678363" y="7004050"/>
          <p14:tracePt t="28465" x="5056188" y="7004050"/>
          <p14:tracePt t="28467" x="5221288" y="7004050"/>
          <p14:tracePt t="28482" x="5576888" y="7015163"/>
          <p14:tracePt t="28500" x="5848350" y="7062788"/>
          <p14:tracePt t="28502" x="5989638" y="7086600"/>
          <p14:tracePt t="28517" x="6213475" y="7134225"/>
          <p14:tracePt t="28534" x="6367463" y="7169150"/>
          <p14:tracePt t="28537" x="6415088" y="7180263"/>
          <p14:tracePt t="28549" x="6462713" y="7204075"/>
          <p14:tracePt t="28550" x="6497638" y="7204075"/>
          <p14:tracePt t="28566" x="6556375" y="7240588"/>
          <p14:tracePt t="28582" x="6592888" y="7251700"/>
          <p14:tracePt t="28599" x="6638925" y="7275513"/>
          <p14:tracePt t="28616" x="6651625" y="7299325"/>
          <p14:tracePt t="28633" x="6686550" y="7334250"/>
          <p14:tracePt t="28650" x="6699250" y="7346950"/>
          <p14:tracePt t="28666" x="6710363" y="7381875"/>
          <p14:tracePt t="28669" x="6710363" y="7392988"/>
          <p14:tracePt t="28682" x="6710363" y="7416800"/>
          <p14:tracePt t="28716" x="6710363" y="7451725"/>
          <p14:tracePt t="28733" x="6721475" y="7464425"/>
          <p14:tracePt t="28737" x="6721475" y="7475538"/>
          <p14:tracePt t="28768" x="6734175" y="7488238"/>
          <p14:tracePt t="28800" x="6757988" y="7499350"/>
          <p14:tracePt t="28817" x="6769100" y="7512050"/>
          <p14:tracePt t="28849" x="6792913" y="7512050"/>
          <p14:tracePt t="28883" x="6816725" y="7512050"/>
          <p14:tracePt t="28899" x="6840538" y="7512050"/>
          <p14:tracePt t="28917" x="6875463" y="7512050"/>
          <p14:tracePt t="28933" x="6923088" y="7499350"/>
          <p14:tracePt t="28950" x="6970713" y="7499350"/>
          <p14:tracePt t="28952" x="7005638" y="7499350"/>
          <p14:tracePt t="28966" x="7029450" y="7499350"/>
          <p14:tracePt t="28967" x="7053263" y="7499350"/>
          <p14:tracePt t="28983" x="7100888" y="7488238"/>
          <p14:tracePt t="29000" x="7146925" y="7488238"/>
          <p14:tracePt t="29002" x="7170738" y="7488238"/>
          <p14:tracePt t="29017" x="7229475" y="7475538"/>
          <p14:tracePt t="29032" x="7277100" y="7475538"/>
          <p14:tracePt t="29050" x="7359650" y="7475538"/>
          <p14:tracePt t="29066" x="7418388" y="7475538"/>
          <p14:tracePt t="29082" x="7478713" y="7475538"/>
          <p14:tracePt t="29100" x="7561263" y="7475538"/>
          <p14:tracePt t="29116" x="7608888" y="7475538"/>
          <p14:tracePt t="29120" x="7631113" y="7464425"/>
          <p14:tracePt t="29132" x="7654925" y="7464425"/>
          <p14:tracePt t="29452" x="7891463" y="7429500"/>
          <p14:tracePt t="29470" x="8128000" y="7392988"/>
          <p14:tracePt t="29487" x="8447088" y="7381875"/>
          <p14:tracePt t="29504" x="8588375" y="7381875"/>
          <p14:tracePt t="29521" x="8789988" y="7381875"/>
          <p14:tracePt t="29537" x="8896350" y="7381875"/>
          <p14:tracePt t="29553" x="8978900" y="7381875"/>
          <p14:tracePt t="29570" x="9085263" y="7381875"/>
          <p14:tracePt t="29587" x="9167813" y="7369175"/>
          <p14:tracePt t="29604" x="9239250" y="7358063"/>
          <p14:tracePt t="29605" x="9261475" y="7346950"/>
          <p14:tracePt t="29620" x="9356725" y="7346950"/>
          <p14:tracePt t="29637" x="9450388" y="7346950"/>
          <p14:tracePt t="29654" x="9569450" y="7346950"/>
          <p14:tracePt t="29671" x="9663113" y="7346950"/>
          <p14:tracePt t="29688" x="9782175" y="7346950"/>
          <p14:tracePt t="29704" x="9840913" y="7346950"/>
          <p14:tracePt t="29720" x="9888538" y="7346950"/>
          <p14:tracePt t="29737" x="9936163" y="7346950"/>
          <p14:tracePt t="29753" x="9971088" y="7346950"/>
          <p14:tracePt t="29771" x="9994900" y="7346950"/>
          <p14:tracePt t="29771" x="10018713" y="7346950"/>
          <p14:tracePt t="29787" x="10042525" y="7346950"/>
          <p14:tracePt t="29804" x="10088563" y="7346950"/>
          <p14:tracePt t="29821" x="10148888" y="7346950"/>
          <p14:tracePt t="30155" x="10266363" y="7323138"/>
          <p14:tracePt t="30174" x="10372725" y="7310438"/>
          <p14:tracePt t="30191" x="10407650" y="7299325"/>
          <p14:tracePt t="30208" x="10431463" y="7299325"/>
          <p14:tracePt t="30209" x="10444163" y="7299325"/>
          <p14:tracePt t="30224" x="10466388" y="7299325"/>
          <p14:tracePt t="30241" x="10490200" y="7299325"/>
          <p14:tracePt t="30258" x="10514013" y="7299325"/>
          <p14:tracePt t="30274" x="10537825" y="7299325"/>
          <p14:tracePt t="30292" x="10561638" y="7299325"/>
          <p14:tracePt t="30293" x="10585450" y="7299325"/>
          <p14:tracePt t="30308" x="10633075" y="7299325"/>
          <p14:tracePt t="30324" x="10691813" y="7299325"/>
          <p14:tracePt t="30341" x="10763250" y="7299325"/>
          <p14:tracePt t="30357" x="10809288" y="7299325"/>
          <p14:tracePt t="30374" x="10845800" y="7299325"/>
          <p14:tracePt t="30391" x="10880725" y="7299325"/>
          <p14:tracePt t="30408" x="10904538" y="7299325"/>
          <p14:tracePt t="30425" x="10915650" y="7299325"/>
          <p14:tracePt t="30441" x="10939463" y="7299325"/>
          <p14:tracePt t="30475" x="10963275" y="7286625"/>
          <p14:tracePt t="30491" x="10974388" y="7286625"/>
          <p14:tracePt t="30508" x="10987088" y="7286625"/>
          <p14:tracePt t="30524" x="11010900" y="7286625"/>
          <p14:tracePt t="30542" x="11058525" y="7286625"/>
          <p14:tracePt t="30558" x="11080750" y="7286625"/>
          <p14:tracePt t="30574" x="11104563" y="7286625"/>
          <p14:tracePt t="30592" x="11152188" y="7299325"/>
          <p14:tracePt t="30608" x="11164888" y="7310438"/>
          <p14:tracePt t="30624" x="11187113" y="7323138"/>
          <p14:tracePt t="30642" x="11199813" y="7323138"/>
          <p14:tracePt t="30658" x="11210925" y="7323138"/>
          <p14:tracePt t="30675" x="11223625" y="7323138"/>
          <p14:tracePt t="30707" x="11247438" y="7323138"/>
          <p14:tracePt t="30725" x="11293475" y="7323138"/>
          <p14:tracePt t="30741" x="11306175" y="7323138"/>
          <p14:tracePt t="30758" x="11329988" y="7323138"/>
          <p14:tracePt t="30774" x="11341100" y="7323138"/>
          <p14:tracePt t="30792" x="11353800" y="7323138"/>
          <p14:tracePt t="30809" x="11364913" y="7323138"/>
          <p14:tracePt t="30906" x="11364913" y="7310438"/>
          <p14:tracePt t="30953" x="11364913" y="7299325"/>
          <p14:tracePt t="31202" x="11353800" y="7299325"/>
          <p14:tracePt t="31281" x="11341100" y="7299325"/>
          <p14:tracePt t="31342" x="11341100" y="7286625"/>
          <p14:tracePt t="31469" x="11341100" y="7275513"/>
          <p14:tracePt t="31500" x="11377613" y="7262813"/>
          <p14:tracePt t="31514" x="11412538" y="7262813"/>
          <p14:tracePt t="31539" x="11482388" y="7262813"/>
          <p14:tracePt t="31556" x="11577638" y="7262813"/>
          <p14:tracePt t="31573" x="11684000" y="7262813"/>
          <p14:tracePt t="31589" x="11790363" y="7262813"/>
          <p14:tracePt t="31590" x="11849100" y="7275513"/>
          <p14:tracePt t="31606" x="11944350" y="7286625"/>
          <p14:tracePt t="31623" x="12014200" y="7310438"/>
          <p14:tracePt t="31640" x="12120563" y="7323138"/>
          <p14:tracePt t="31656" x="12180888" y="7323138"/>
          <p14:tracePt t="31673" x="12226925" y="7323138"/>
          <p14:tracePt t="31690" x="12274550" y="7323138"/>
          <p14:tracePt t="31706" x="12298363" y="7323138"/>
          <p14:tracePt t="31723" x="12333288" y="7323138"/>
          <p14:tracePt t="31740" x="12345988" y="7323138"/>
          <p14:tracePt t="31756" x="12369800" y="7323138"/>
          <p14:tracePt t="31757" x="12380913" y="7323138"/>
          <p14:tracePt t="31773" x="12393613" y="7323138"/>
          <p14:tracePt t="32203" x="12380913" y="7323138"/>
          <p14:tracePt t="32221" x="12298363" y="7323138"/>
          <p14:tracePt t="32255" x="12109450" y="7323138"/>
          <p14:tracePt t="32272" x="12003088" y="7323138"/>
          <p14:tracePt t="32288" x="11920538" y="7323138"/>
          <p14:tracePt t="32307" x="11837988" y="7323138"/>
          <p14:tracePt t="32322" x="11801475" y="7323138"/>
          <p14:tracePt t="32338" x="11766550" y="7323138"/>
          <p14:tracePt t="32356" x="11731625" y="7323138"/>
          <p14:tracePt t="32372" x="11718925" y="7323138"/>
          <p14:tracePt t="32390" x="11707813" y="7323138"/>
          <p14:tracePt t="32593" x="11695113" y="7323138"/>
          <p14:tracePt t="32609" x="11684000" y="7323138"/>
          <p14:tracePt t="32626" x="11612563" y="7323138"/>
          <p14:tracePt t="32642" x="11530013" y="7323138"/>
          <p14:tracePt t="32661" x="11353800" y="7323138"/>
          <p14:tracePt t="32677" x="11104563" y="7323138"/>
          <p14:tracePt t="32694" x="10750550" y="7334250"/>
          <p14:tracePt t="32696" x="10561638" y="7358063"/>
          <p14:tracePt t="32710" x="10231438" y="7369175"/>
          <p14:tracePt t="32726" x="9923463" y="7405688"/>
          <p14:tracePt t="32743" x="9723438" y="7440613"/>
          <p14:tracePt t="32745" x="9663113" y="7451725"/>
          <p14:tracePt t="32759" x="9556750" y="7488238"/>
          <p14:tracePt t="32777" x="9474200" y="7512050"/>
          <p14:tracePt t="32780" x="9439275" y="7535863"/>
          <p14:tracePt t="32793" x="9391650" y="7558088"/>
          <p14:tracePt t="32810" x="9345613" y="7605713"/>
          <p14:tracePt t="32827" x="9345613" y="7629525"/>
          <p14:tracePt t="33155" x="9072563" y="7629525"/>
          <p14:tracePt t="33172" x="8872538" y="7642225"/>
          <p14:tracePt t="33204" x="8540750" y="7700963"/>
          <p14:tracePt t="33222" x="8269288" y="7735888"/>
          <p14:tracePt t="33238" x="7678738" y="7842250"/>
          <p14:tracePt t="33254" x="7289800" y="7889875"/>
          <p14:tracePt t="33272" x="6923088" y="7948613"/>
          <p14:tracePt t="33287" x="6745288" y="7972425"/>
          <p14:tracePt t="33304" x="6615113" y="7996238"/>
          <p14:tracePt t="33321" x="6462713" y="8031163"/>
          <p14:tracePt t="33337" x="6391275" y="8042275"/>
          <p14:tracePt t="33354" x="6332538" y="8066088"/>
          <p14:tracePt t="33355" x="6308725" y="8078788"/>
          <p14:tracePt t="33370" x="6273800" y="8089900"/>
          <p14:tracePt t="33386" x="6249988" y="8113713"/>
          <p14:tracePt t="33405" x="6237288" y="8113713"/>
          <p14:tracePt t="33718" x="5824538" y="8148638"/>
          <p14:tracePt t="33734" x="5470525" y="8185150"/>
          <p14:tracePt t="33765" x="4819650" y="8255000"/>
          <p14:tracePt t="33780" x="4370388" y="8315325"/>
          <p14:tracePt t="33798" x="4122738" y="8326438"/>
          <p14:tracePt t="33814" x="3875088" y="8374063"/>
          <p14:tracePt t="33821" x="3816350" y="8374063"/>
          <p14:tracePt t="33830" x="3744913" y="8397875"/>
          <p14:tracePt t="33847" x="3651250" y="8397875"/>
          <p14:tracePt t="33866" x="3556000" y="8421688"/>
          <p14:tracePt t="33882" x="3497263" y="8432800"/>
          <p14:tracePt t="33898" x="3425825" y="8443913"/>
          <p14:tracePt t="33914" x="3390900" y="8443913"/>
          <p14:tracePt t="33930" x="3354388" y="8456613"/>
          <p14:tracePt t="33947" x="3332163" y="8456613"/>
          <p14:tracePt t="33964" x="3308350" y="8456613"/>
          <p14:tracePt t="33981" x="3295650" y="8456613"/>
          <p14:tracePt t="33998" x="3284538" y="8456613"/>
          <p14:tracePt t="34013" x="3271838" y="8456613"/>
          <p14:tracePt t="34030" x="3271838" y="8467725"/>
          <p14:tracePt t="34047" x="3271838" y="8480425"/>
          <p14:tracePt t="34063" x="3271838" y="8491538"/>
          <p14:tracePt t="34081" x="3271838" y="8504238"/>
          <p14:tracePt t="34098" x="3271838" y="8515350"/>
          <p14:tracePt t="34100" x="3271838" y="8526463"/>
          <p14:tracePt t="34219" x="3271838" y="8539163"/>
          <p14:tracePt t="34235" x="3271838" y="8550275"/>
          <p14:tracePt t="34265" x="3284538" y="8562975"/>
          <p14:tracePt t="34282" x="3308350" y="8574088"/>
          <p14:tracePt t="34297" x="3308350" y="8586788"/>
          <p14:tracePt t="34453" x="3308350" y="8597900"/>
          <p14:tracePt t="34485" x="3295650" y="8597900"/>
          <p14:tracePt t="34500" x="3284538" y="8597900"/>
          <p14:tracePt t="34531" x="3236913" y="8597900"/>
          <p14:tracePt t="34548" x="3213100" y="8597900"/>
          <p14:tracePt t="34565" x="3201988" y="8597900"/>
          <p14:tracePt t="34609" x="3189288" y="8597900"/>
          <p14:tracePt t="34631" x="3178175" y="8597900"/>
          <p14:tracePt t="34648" x="3165475" y="8586788"/>
          <p14:tracePt t="34665" x="3165475" y="8574088"/>
          <p14:tracePt t="34682" x="3154363" y="8562975"/>
          <p14:tracePt t="34682" x="3143250" y="8562975"/>
          <p14:tracePt t="34749" x="3130550" y="8562975"/>
          <p14:tracePt t="34937" x="3130550" y="8574088"/>
          <p14:tracePt t="34999" x="3119438" y="8574088"/>
          <p14:tracePt t="35031" x="3095625" y="8574088"/>
          <p14:tracePt t="35046" x="3059113" y="8574088"/>
          <p14:tracePt t="35079" x="3000375" y="8574088"/>
          <p14:tracePt t="35095" x="2989263" y="8574088"/>
          <p14:tracePt t="35112" x="2976563" y="8574088"/>
          <p14:tracePt t="35147" x="2952750" y="8574088"/>
          <p14:tracePt t="35249" x="2965450" y="8586788"/>
          <p14:tracePt t="35265" x="2965450" y="8597900"/>
          <p14:tracePt t="35295" x="3036888" y="8610600"/>
          <p14:tracePt t="35312" x="3059113" y="8610600"/>
          <p14:tracePt t="35329" x="3106738" y="8610600"/>
          <p14:tracePt t="35345" x="3154363" y="8610600"/>
          <p14:tracePt t="35361" x="3178175" y="8610600"/>
          <p14:tracePt t="35378" x="3260725" y="8610600"/>
          <p14:tracePt t="35395" x="3343275" y="8610600"/>
          <p14:tracePt t="35410" x="3438525" y="8574088"/>
          <p14:tracePt t="35411" x="3484563" y="8574088"/>
          <p14:tracePt t="35428" x="3638550" y="8562975"/>
          <p14:tracePt t="35445" x="3768725" y="8550275"/>
          <p14:tracePt t="35447" x="3840163" y="8539163"/>
          <p14:tracePt t="35463" x="3957638" y="8539163"/>
          <p14:tracePt t="35480" x="4087813" y="8539163"/>
          <p14:tracePt t="35496" x="4241800" y="8539163"/>
          <p14:tracePt t="35512" x="4324350" y="8539163"/>
          <p14:tracePt t="35528" x="4370388" y="8539163"/>
          <p14:tracePt t="35547" x="4418013" y="8539163"/>
          <p14:tracePt t="35562" x="4441825" y="8526463"/>
          <p14:tracePt t="35580" x="4476750" y="8515350"/>
          <p14:tracePt t="35598" x="4489450" y="8515350"/>
          <p14:tracePt t="35629" x="4500563" y="8515350"/>
          <p14:tracePt t="35647" x="4513263" y="8515350"/>
          <p14:tracePt t="35649" x="4524375" y="8515350"/>
          <p14:tracePt t="35663" x="4560888" y="8515350"/>
          <p14:tracePt t="35680" x="4572000" y="8515350"/>
          <p14:tracePt t="35697" x="4606925" y="8515350"/>
          <p14:tracePt t="35712" x="4630738" y="8526463"/>
          <p14:tracePt t="35747" x="4643438" y="8526463"/>
          <p14:tracePt t="35762" x="4654550" y="8526463"/>
          <p14:tracePt t="35778" x="4678363" y="8526463"/>
          <p14:tracePt t="35781" x="4702175" y="8526463"/>
          <p14:tracePt t="35796" x="4760913" y="8539163"/>
          <p14:tracePt t="35813" x="4856163" y="8539163"/>
          <p14:tracePt t="35818" x="4891088" y="8539163"/>
          <p14:tracePt t="35828" x="4938713" y="8539163"/>
          <p14:tracePt t="35847" x="4984750" y="8539163"/>
          <p14:tracePt t="35849" x="4997450" y="8539163"/>
          <p14:tracePt t="35862" x="5021263" y="8539163"/>
          <p14:tracePt t="35879" x="5045075" y="8539163"/>
          <p14:tracePt t="35895" x="5068888" y="8539163"/>
          <p14:tracePt t="35914" x="5091113" y="8539163"/>
          <p14:tracePt t="35946" x="5127625" y="8539163"/>
          <p14:tracePt t="35950" x="5138738" y="8539163"/>
          <p14:tracePt t="35962" x="5175250" y="8539163"/>
          <p14:tracePt t="36405" x="5386388" y="8526463"/>
          <p14:tracePt t="36423" x="5492750" y="8526463"/>
          <p14:tracePt t="36457" x="5670550" y="8526463"/>
          <p14:tracePt t="36475" x="5753100" y="8526463"/>
          <p14:tracePt t="36493" x="5800725" y="8526463"/>
          <p14:tracePt t="36497" x="5824538" y="8526463"/>
          <p14:tracePt t="36507" x="5859463" y="8550275"/>
          <p14:tracePt t="36509" x="5883275" y="8550275"/>
          <p14:tracePt t="36523" x="5918200" y="8550275"/>
          <p14:tracePt t="36541" x="5965825" y="8550275"/>
          <p14:tracePt t="36544" x="5989638" y="8550275"/>
          <p14:tracePt t="36575" x="6048375" y="8550275"/>
          <p14:tracePt t="36592" x="6084888" y="8550275"/>
          <p14:tracePt t="36594" x="6096000" y="8550275"/>
          <p14:tracePt t="36607" x="6119813" y="8550275"/>
          <p14:tracePt t="36626" x="6143625" y="8550275"/>
          <p14:tracePt t="36629" x="6154738" y="8550275"/>
          <p14:tracePt t="36642" x="6191250" y="8550275"/>
          <p14:tracePt t="36658" x="6213475" y="8550275"/>
          <p14:tracePt t="36675" x="6237288" y="8550275"/>
          <p14:tracePt t="36677" x="6261100" y="8550275"/>
          <p14:tracePt t="36692" x="6297613" y="8550275"/>
          <p14:tracePt t="36707" x="6319838" y="8562975"/>
          <p14:tracePt t="36727" x="6367463" y="8586788"/>
          <p14:tracePt t="36742" x="6391275" y="8597900"/>
          <p14:tracePt t="36758" x="6415088" y="8597900"/>
          <p14:tracePt t="36774" x="6426200" y="8597900"/>
          <p14:tracePt t="36792" x="6438900" y="8597900"/>
          <p14:tracePt t="36793" x="6450013" y="8597900"/>
          <p14:tracePt t="36808" x="6462713" y="8597900"/>
          <p14:tracePt t="36824" x="6486525" y="8597900"/>
          <p14:tracePt t="36841" x="6497638" y="8597900"/>
          <p14:tracePt t="36859" x="6508750" y="8597900"/>
          <p14:tracePt t="36876" x="6521450" y="8597900"/>
          <p14:tracePt t="36879" x="6532563" y="8597900"/>
          <p14:tracePt t="36892" x="6545263" y="8597900"/>
          <p14:tracePt t="36909" x="6556375" y="8597900"/>
          <p14:tracePt t="36923" x="6569075" y="8597900"/>
          <p14:tracePt t="36924" x="6569075" y="8610600"/>
          <p14:tracePt t="36942" x="6580188" y="8610600"/>
          <p14:tracePt t="37017" x="6592888" y="8610600"/>
          <p14:tracePt t="37046" x="6604000" y="8610600"/>
          <p14:tracePt t="37062" x="6638925" y="8621713"/>
          <p14:tracePt t="37090" x="6710363" y="8621713"/>
          <p14:tracePt t="37106" x="6745288" y="8621713"/>
          <p14:tracePt t="37123" x="6769100" y="8621713"/>
          <p14:tracePt t="37158" x="6781800" y="8621713"/>
          <p14:tracePt t="37174" x="6792913" y="8621713"/>
          <p14:tracePt t="37218" x="6769100" y="8621713"/>
          <p14:tracePt t="37702" x="6745288" y="8586788"/>
          <p14:tracePt t="37720" x="6745288" y="8562975"/>
          <p14:tracePt t="37753" x="6721475" y="8491538"/>
          <p14:tracePt t="37771" x="6721475" y="8480425"/>
          <p14:tracePt t="37773" x="6721475" y="8456613"/>
          <p14:tracePt t="37788" x="6721475" y="8443913"/>
          <p14:tracePt t="37789" x="6721475" y="8432800"/>
          <p14:tracePt t="37805" x="6721475" y="8397875"/>
          <p14:tracePt t="37839" x="6721475" y="8361363"/>
          <p14:tracePt t="37855" x="6721475" y="8337550"/>
          <p14:tracePt t="37859" x="6721475" y="8326438"/>
          <p14:tracePt t="37889" x="6734175" y="8315325"/>
          <p14:tracePt t="37907" x="6757988" y="8302625"/>
          <p14:tracePt t="37937" x="6769100" y="8302625"/>
          <p14:tracePt t="37954" x="6805613" y="8302625"/>
          <p14:tracePt t="37972" x="6816725" y="8302625"/>
          <p14:tracePt t="37989" x="6840538" y="8315325"/>
          <p14:tracePt t="38004" x="6851650" y="8315325"/>
          <p14:tracePt t="38022" x="6864350" y="8315325"/>
          <p14:tracePt t="38039" x="6875463" y="8315325"/>
          <p14:tracePt t="38056" x="6888163" y="8315325"/>
          <p14:tracePt t="38059" x="6899275" y="8315325"/>
          <p14:tracePt t="38073" x="6910388" y="8315325"/>
          <p14:tracePt t="38087" x="6934200" y="8315325"/>
          <p14:tracePt t="38106" x="6994525" y="8326438"/>
          <p14:tracePt t="38120" x="7016750" y="8326438"/>
          <p14:tracePt t="38138" x="7040563" y="8337550"/>
          <p14:tracePt t="38155" x="7064375" y="8337550"/>
          <p14:tracePt t="38171" x="7077075" y="8337550"/>
          <p14:tracePt t="38207" x="7088188" y="8337550"/>
          <p14:tracePt t="38296" x="7100888" y="8337550"/>
          <p14:tracePt t="38421" x="7100888" y="8326438"/>
          <p14:tracePt t="38437" x="7100888" y="8315325"/>
          <p14:tracePt t="38454" x="7100888" y="8302625"/>
          <p14:tracePt t="38489" x="7100888" y="8278813"/>
          <p14:tracePt t="38532" x="7100888" y="8267700"/>
          <p14:tracePt t="38559" x="7112000" y="8255000"/>
          <p14:tracePt t="38673" x="7112000" y="8243888"/>
          <p14:tracePt t="38687" x="7112000" y="8231188"/>
          <p14:tracePt t="38705" x="7123113" y="8208963"/>
          <p14:tracePt t="38738" x="7135813" y="8172450"/>
          <p14:tracePt t="38755" x="7135813" y="8161338"/>
          <p14:tracePt t="38772" x="7135813" y="8148638"/>
          <p14:tracePt t="38807" x="7135813" y="8137525"/>
          <p14:tracePt t="38810" x="7135813" y="8126413"/>
          <p14:tracePt t="38822" x="7146925" y="8113713"/>
          <p14:tracePt t="38839" x="7159625" y="8102600"/>
          <p14:tracePt t="38856" x="7170738" y="8089900"/>
          <p14:tracePt t="38889" x="7183438" y="8078788"/>
          <p14:tracePt t="38906" x="7194550" y="8078788"/>
          <p14:tracePt t="38921" x="7207250" y="8078788"/>
          <p14:tracePt t="38938" x="7218363" y="8078788"/>
          <p14:tracePt t="38955" x="7253288" y="8078788"/>
          <p14:tracePt t="38973" x="7265988" y="8078788"/>
          <p14:tracePt t="38976" x="7289800" y="8078788"/>
          <p14:tracePt t="38989" x="7313613" y="8078788"/>
          <p14:tracePt t="39006" x="7335838" y="8078788"/>
          <p14:tracePt t="39021" x="7359650" y="8078788"/>
          <p14:tracePt t="39038" x="7407275" y="8078788"/>
          <p14:tracePt t="39055" x="7418388" y="8078788"/>
          <p14:tracePt t="39072" x="7442200" y="8078788"/>
          <p14:tracePt t="39106" x="7478713" y="8078788"/>
          <p14:tracePt t="39123" x="7502525" y="8078788"/>
          <p14:tracePt t="39138" x="7537450" y="8078788"/>
          <p14:tracePt t="39140" x="7548563" y="8089900"/>
          <p14:tracePt t="39156" x="7596188" y="8089900"/>
          <p14:tracePt t="39171" x="7620000" y="8102600"/>
          <p14:tracePt t="39189" x="7643813" y="8113713"/>
          <p14:tracePt t="39190" x="7654925" y="8126413"/>
          <p14:tracePt t="39206" x="7691438" y="8137525"/>
          <p14:tracePt t="39222" x="7691438" y="8148638"/>
          <p14:tracePt t="39227" x="7702550" y="8148638"/>
          <p14:tracePt t="39256" x="7715250" y="8161338"/>
          <p14:tracePt t="39272" x="7726363" y="8172450"/>
          <p14:tracePt t="39276" x="7726363" y="8185150"/>
          <p14:tracePt t="39287" x="7737475" y="8185150"/>
          <p14:tracePt t="39306" x="7737475" y="8196263"/>
          <p14:tracePt t="39309" x="7750175" y="8208963"/>
          <p14:tracePt t="39338" x="7761288" y="8220075"/>
          <p14:tracePt t="39355" x="7785100" y="8220075"/>
          <p14:tracePt t="39357" x="7797800" y="8231188"/>
          <p14:tracePt t="39372" x="7821613" y="8243888"/>
          <p14:tracePt t="39388" x="7832725" y="8243888"/>
          <p14:tracePt t="39408" x="7904163" y="8243888"/>
          <p14:tracePt t="39422" x="8010525" y="8243888"/>
          <p14:tracePt t="39428" x="8080375" y="8243888"/>
          <p14:tracePt t="39438" x="8139113" y="8243888"/>
          <p14:tracePt t="39440" x="8210550" y="8243888"/>
          <p14:tracePt t="39455" x="8316913" y="8243888"/>
          <p14:tracePt t="39471" x="8412163" y="8243888"/>
          <p14:tracePt t="39487" x="8470900" y="8243888"/>
          <p14:tracePt t="39488" x="8505825" y="8243888"/>
          <p14:tracePt t="39503" x="8553450" y="8243888"/>
          <p14:tracePt t="39521" x="8588375" y="8243888"/>
          <p14:tracePt t="39523" x="8601075" y="8243888"/>
          <p14:tracePt t="39538" x="8636000" y="8243888"/>
          <p14:tracePt t="41671" x="8647113" y="8243888"/>
          <p14:tracePt t="41688" x="8659813" y="8243888"/>
          <p14:tracePt t="41723" x="8683625" y="8243888"/>
          <p14:tracePt t="41756" x="8694738" y="8243888"/>
          <p14:tracePt t="41774" x="8707438" y="8243888"/>
          <p14:tracePt t="41790" x="8718550" y="8243888"/>
          <p14:tracePt t="41807" x="8731250" y="8243888"/>
          <p14:tracePt t="41809" x="8731250" y="8255000"/>
          <p14:tracePt t="41822" x="8742363" y="8267700"/>
          <p14:tracePt t="41856" x="8753475" y="8267700"/>
          <p14:tracePt t="41874" x="8766175" y="8267700"/>
          <p14:tracePt t="41953" x="8777288" y="8255000"/>
          <p14:tracePt t="41972" x="8789988" y="8255000"/>
          <p14:tracePt t="41990" x="8824913" y="8243888"/>
          <p14:tracePt t="42006" x="8859838" y="8231188"/>
          <p14:tracePt t="42023" x="8896350" y="8220075"/>
          <p14:tracePt t="42041" x="8907463" y="8220075"/>
          <p14:tracePt t="42056" x="8920163" y="8208963"/>
          <p14:tracePt t="42073" x="8931275" y="8208963"/>
          <p14:tracePt t="42089" x="8942388" y="8196263"/>
          <p14:tracePt t="42107" x="8942388" y="8185150"/>
          <p14:tracePt t="42157" x="8955088" y="8185150"/>
          <p14:tracePt t="42796" x="8966200" y="8185150"/>
          <p14:tracePt t="42814" x="9002713" y="8185150"/>
          <p14:tracePt t="42849" x="9120188" y="8185150"/>
          <p14:tracePt t="42865" x="9167813" y="8196263"/>
          <p14:tracePt t="42882" x="9202738" y="8208963"/>
          <p14:tracePt t="42886" x="9215438" y="8208963"/>
          <p14:tracePt t="42898" x="9226550" y="8220075"/>
          <p14:tracePt t="42915" x="9250363" y="8220075"/>
          <p14:tracePt t="42932" x="9285288" y="8220075"/>
          <p14:tracePt t="42948" x="9297988" y="8220075"/>
          <p14:tracePt t="42966" x="9332913" y="8208963"/>
          <p14:tracePt t="42968" x="9345613" y="8208963"/>
          <p14:tracePt t="42982" x="9380538" y="8196263"/>
          <p14:tracePt t="42998" x="9415463" y="8185150"/>
          <p14:tracePt t="43016" x="9463088" y="8172450"/>
          <p14:tracePt t="43032" x="9486900" y="8172450"/>
          <p14:tracePt t="43049" x="9498013" y="8172450"/>
          <p14:tracePt t="43066" x="9521825" y="8172450"/>
          <p14:tracePt t="43099" x="9545638" y="8172450"/>
          <p14:tracePt t="43131" x="9556750" y="8172450"/>
          <p14:tracePt t="43149" x="9580563" y="8161338"/>
          <p14:tracePt t="43165" x="9617075" y="8161338"/>
          <p14:tracePt t="43183" x="9675813" y="8137525"/>
          <p14:tracePt t="43198" x="9710738" y="8137525"/>
          <p14:tracePt t="43216" x="9747250" y="8137525"/>
          <p14:tracePt t="43219" x="9758363" y="8137525"/>
          <p14:tracePt t="43232" x="9805988" y="8137525"/>
          <p14:tracePt t="43248" x="9840913" y="8137525"/>
          <p14:tracePt t="43266" x="9864725" y="8137525"/>
          <p14:tracePt t="44905" x="9912350" y="8137525"/>
          <p14:tracePt t="44922" x="9958388" y="8126413"/>
          <p14:tracePt t="44957" x="10136188" y="8066088"/>
          <p14:tracePt t="44975" x="10290175" y="8031163"/>
          <p14:tracePt t="44991" x="10396538" y="8007350"/>
          <p14:tracePt t="45007" x="10526713" y="7983538"/>
          <p14:tracePt t="45010" x="10596563" y="7972425"/>
          <p14:tracePt t="45024" x="10750550" y="7935913"/>
          <p14:tracePt t="45041" x="10904538" y="7924800"/>
          <p14:tracePt t="45058" x="11093450" y="7889875"/>
          <p14:tracePt t="45074" x="11199813" y="7866063"/>
          <p14:tracePt t="45092" x="11317288" y="7842250"/>
          <p14:tracePt t="45108" x="11388725" y="7842250"/>
          <p14:tracePt t="45124" x="11447463" y="7831138"/>
          <p14:tracePt t="45141" x="11495088" y="7831138"/>
          <p14:tracePt t="46078" x="11495088" y="7818438"/>
          <p14:tracePt t="46234" x="11506200" y="7818438"/>
          <p14:tracePt t="46251" x="11518900" y="7818438"/>
          <p14:tracePt t="46286" x="11542713" y="7818438"/>
          <p14:tracePt t="46303" x="11553825" y="7818438"/>
          <p14:tracePt t="46337" x="11566525" y="7818438"/>
          <p14:tracePt t="46353" x="11577638" y="7818438"/>
          <p14:tracePt t="46373" x="11601450" y="7818438"/>
          <p14:tracePt t="46386" x="11612563" y="7818438"/>
          <p14:tracePt t="46404" x="11636375" y="7818438"/>
          <p14:tracePt t="46405" x="11649075" y="7818438"/>
          <p14:tracePt t="46421" x="11672888" y="7818438"/>
          <p14:tracePt t="46437" x="11695113" y="7818438"/>
          <p14:tracePt t="46453" x="11742738" y="7818438"/>
          <p14:tracePt t="46472" x="11766550" y="7818438"/>
          <p14:tracePt t="46473" x="11779250" y="7818438"/>
          <p14:tracePt t="46486" x="11801475" y="7818438"/>
          <p14:tracePt t="46487" x="11814175" y="7818438"/>
          <p14:tracePt t="46503" x="11861800" y="7818438"/>
          <p14:tracePt t="46522" x="11896725" y="7818438"/>
          <p14:tracePt t="46537" x="11931650" y="7818438"/>
          <p14:tracePt t="46553" x="11955463" y="7818438"/>
          <p14:tracePt t="46570" x="11990388" y="7818438"/>
          <p14:tracePt t="46602" x="12026900" y="7818438"/>
          <p14:tracePt t="46620" x="12050713" y="7818438"/>
          <p14:tracePt t="46636" x="12061825" y="7807325"/>
          <p14:tracePt t="46654" x="12085638" y="7807325"/>
          <p14:tracePt t="46658" x="12096750" y="7807325"/>
          <p14:tracePt t="46685" x="12120563" y="7807325"/>
          <p14:tracePt t="46720" x="12144375" y="7818438"/>
          <p14:tracePt t="46736" x="12157075" y="7818438"/>
          <p14:tracePt t="46811" x="12157075" y="7807325"/>
          <p14:tracePt t="46859" x="12157075" y="7794625"/>
          <p14:tracePt t="47061" x="12144375" y="7794625"/>
          <p14:tracePt t="47078" x="12144375" y="7783513"/>
          <p14:tracePt t="47205" x="12144375" y="7770813"/>
          <p14:tracePt t="47222" x="12144375" y="7759700"/>
          <p14:tracePt t="47236" x="12144375" y="7747000"/>
          <p14:tracePt t="47252" x="12144375" y="7735888"/>
          <p14:tracePt t="47286" x="12157075" y="7724775"/>
          <p14:tracePt t="47302" x="12157075" y="7712075"/>
          <p14:tracePt t="47318" x="12157075" y="7700963"/>
          <p14:tracePt t="47335" x="12157075" y="7688263"/>
          <p14:tracePt t="47352" x="12157075" y="7677150"/>
          <p14:tracePt t="47609" x="12157075" y="7664450"/>
          <p14:tracePt t="47656" x="12168188" y="7664450"/>
          <p14:tracePt t="47671" x="12180888" y="7664450"/>
          <p14:tracePt t="47702" x="12192000" y="7677150"/>
          <p14:tracePt t="47720" x="12226925" y="7688263"/>
          <p14:tracePt t="47737" x="12239625" y="7700963"/>
          <p14:tracePt t="47739" x="12250738" y="7700963"/>
          <p14:tracePt t="47753" x="12263438" y="7712075"/>
          <p14:tracePt t="47770" x="12287250" y="7724775"/>
          <p14:tracePt t="47787" x="12298363" y="7724775"/>
          <p14:tracePt t="47802" x="12309475" y="7724775"/>
          <p14:tracePt t="47821" x="12322175" y="7724775"/>
          <p14:tracePt t="47835" x="12333288" y="7724775"/>
          <p14:tracePt t="47870" x="12333288" y="7735888"/>
          <p14:tracePt t="47886" x="12345988" y="7735888"/>
          <p14:tracePt t="47904" x="12345988" y="7747000"/>
          <p14:tracePt t="47909" x="12357100" y="7759700"/>
          <p14:tracePt t="47936" x="12369800" y="7770813"/>
          <p14:tracePt t="47954" x="12369800" y="7794625"/>
          <p14:tracePt t="48265" x="12369800" y="7818438"/>
          <p14:tracePt t="48312" x="12369800" y="7831138"/>
          <p14:tracePt t="48328" x="12369800" y="7853363"/>
          <p14:tracePt t="48375" x="12380913" y="7853363"/>
          <p14:tracePt t="48406" x="12393613" y="7866063"/>
          <p14:tracePt t="48530" x="12404725" y="7866063"/>
          <p14:tracePt t="48734" x="12404725" y="7877175"/>
          <p14:tracePt t="48843" x="12415838" y="7877175"/>
          <p14:tracePt t="48874" x="12428538" y="7889875"/>
          <p14:tracePt t="48890" x="12439650" y="7900988"/>
          <p14:tracePt t="48914" x="12463463" y="7913688"/>
          <p14:tracePt t="48931" x="12487275" y="7924800"/>
          <p14:tracePt t="48947" x="12511088" y="7924800"/>
          <p14:tracePt t="48964" x="12522200" y="7935913"/>
          <p14:tracePt t="48980" x="12522200" y="7948613"/>
          <p14:tracePt t="48981" x="12534900" y="7948613"/>
          <p14:tracePt t="49030" x="12546013" y="7948613"/>
          <p14:tracePt t="49062" x="12558713" y="7948613"/>
          <p14:tracePt t="49082" x="12569825" y="7959725"/>
          <p14:tracePt t="49099" x="12582525" y="7972425"/>
          <p14:tracePt t="49116" x="12582525" y="7983538"/>
          <p14:tracePt t="49133" x="12582525" y="7996238"/>
          <p14:tracePt t="51246" x="12593638" y="7983538"/>
          <p14:tracePt t="51251" x="12604750" y="7935913"/>
          <p14:tracePt t="51259" x="12617450" y="7913688"/>
          <p14:tracePt t="51274" x="12652375" y="7866063"/>
          <p14:tracePt t="51292" x="12676188" y="7818438"/>
          <p14:tracePt t="51309" x="12723813" y="7759700"/>
          <p14:tracePt t="51325" x="12758738" y="7712075"/>
          <p14:tracePt t="51350" x="12806363" y="7664450"/>
          <p14:tracePt t="51356" x="12806363" y="7653338"/>
          <p14:tracePt t="51373" x="12817475" y="7618413"/>
          <p14:tracePt t="51390" x="12841288" y="7570788"/>
          <p14:tracePt t="51407" x="12853988" y="7558088"/>
          <p14:tracePt t="51424" x="12853988" y="7535863"/>
          <p14:tracePt t="51426" x="12865100" y="7523163"/>
          <p14:tracePt t="51440" x="12865100" y="7512050"/>
          <p14:tracePt t="51459" x="12865100" y="7499350"/>
          <p14:tracePt t="51490" x="12877800" y="7488238"/>
          <p14:tracePt t="51502" x="12888913" y="7475538"/>
          <p14:tracePt t="51509" x="12888913" y="7464425"/>
          <p14:tracePt t="51524" x="12888913" y="7440613"/>
          <p14:tracePt t="51542" x="12901613" y="7429500"/>
          <p14:tracePt t="51544" x="12901613" y="7416800"/>
          <p14:tracePt t="51558" x="12912725" y="7381875"/>
          <p14:tracePt t="51574" x="12923838" y="7334250"/>
          <p14:tracePt t="51590" x="12947650" y="7286625"/>
          <p14:tracePt t="51592" x="12947650" y="7251700"/>
          <p14:tracePt t="51607" x="12984163" y="7204075"/>
          <p14:tracePt t="51626" x="13019088" y="7156450"/>
          <p14:tracePt t="52024" x="13077825" y="7073900"/>
          <p14:tracePt t="52030" x="13160375" y="6991350"/>
          <p14:tracePt t="52039" x="13231813" y="6897688"/>
          <p14:tracePt t="52056" x="13385800" y="6732588"/>
          <p14:tracePt t="52058" x="13455650" y="6650038"/>
          <p14:tracePt t="52072" x="13633450" y="6448425"/>
        </p14:tracePtLst>
      </p14:laserTraceLst>
    </p:ext>
    <p:ext uri="{E180D4A7-C9FB-4DFB-919C-405C955672EB}">
      <p14:showEvtLst xmlns:p14="http://schemas.microsoft.com/office/powerpoint/2010/main">
        <p14:playEvt time="370" objId="18"/>
        <p14:stopEvt time="51015" objId="18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="" xmlns:a16="http://schemas.microsoft.com/office/drawing/2014/main" id="{973E086B-004E-BF46-841F-5521ED1B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D329AC2-476F-E506-A557-850FDFD7B175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76">
            <a:extLst>
              <a:ext uri="{FF2B5EF4-FFF2-40B4-BE49-F238E27FC236}">
                <a16:creationId xmlns="" xmlns:a16="http://schemas.microsoft.com/office/drawing/2014/main" id="{DF59B095-F20F-984C-654E-3B53315D41D7}"/>
              </a:ext>
            </a:extLst>
          </p:cNvPr>
          <p:cNvSpPr txBox="1"/>
          <p:nvPr/>
        </p:nvSpPr>
        <p:spPr>
          <a:xfrm>
            <a:off x="2956732" y="3162300"/>
            <a:ext cx="7802535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5400" b="1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  <a:p>
            <a:pPr algn="ctr"/>
            <a:r>
              <a:rPr lang="en-US" altLang="ko-KR" sz="5400" b="1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  <a:p>
            <a:pPr algn="ctr"/>
            <a:endParaRPr lang="en-US" altLang="ko-KR" sz="7200" b="1" kern="0" spc="-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0E065CF-B0D1-C4CC-A887-3A1827AD8627}"/>
              </a:ext>
            </a:extLst>
          </p:cNvPr>
          <p:cNvSpPr txBox="1"/>
          <p:nvPr/>
        </p:nvSpPr>
        <p:spPr>
          <a:xfrm>
            <a:off x="4752748" y="5599688"/>
            <a:ext cx="4210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  <a:p>
            <a:pPr algn="ctr"/>
            <a:endParaRPr lang="en-US" altLang="ko-KR" b="1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89188E0A-1BDF-58D9-F6C3-4ECD7D560FCD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7" name="Object 14">
              <a:extLst>
                <a:ext uri="{FF2B5EF4-FFF2-40B4-BE49-F238E27FC236}">
                  <a16:creationId xmlns="" xmlns:a16="http://schemas.microsoft.com/office/drawing/2014/main" id="{3E89F044-F888-B45C-5B59-7EF9C2EC6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B809627-70A0-E15A-4579-82861733BDF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50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7"/>
    </mc:Choice>
    <mc:Fallback xmlns="">
      <p:transition spd="slow" advTm="3807"/>
    </mc:Fallback>
  </mc:AlternateContent>
  <p:extLst>
    <p:ext uri="{3A86A75C-4F4B-4683-9AE1-C65F6400EC91}">
      <p14:laserTraceLst xmlns:p14="http://schemas.microsoft.com/office/powerpoint/2010/main">
        <p14:tracePtLst>
          <p14:tracePt t="1160" x="13160375" y="4878388"/>
          <p14:tracePt t="1165" x="12877800" y="4878388"/>
          <p14:tracePt t="1172" x="12641263" y="4900613"/>
          <p14:tracePt t="1187" x="12192000" y="4924425"/>
          <p14:tracePt t="1204" x="11896725" y="4937125"/>
          <p14:tracePt t="1220" x="11731625" y="4948238"/>
          <p14:tracePt t="1221" x="11660188" y="4948238"/>
          <p14:tracePt t="1238" x="11577638" y="4948238"/>
          <p14:tracePt t="1254" x="11518900" y="4948238"/>
          <p14:tracePt t="1255" x="11495088" y="4948238"/>
          <p14:tracePt t="1271" x="11471275" y="4948238"/>
          <p14:tracePt t="1288" x="11460163" y="4948238"/>
          <p14:tracePt t="1304" x="11436350" y="4948238"/>
          <p14:tracePt t="1320" x="11412538" y="4948238"/>
          <p14:tracePt t="1337" x="11399838" y="4960938"/>
          <p14:tracePt t="1354" x="11377613" y="4972050"/>
          <p14:tracePt t="1371" x="11364913" y="4995863"/>
          <p14:tracePt t="1387" x="11364913" y="5019675"/>
          <p14:tracePt t="2570" x="11388725" y="5019675"/>
          <p14:tracePt t="2575" x="11460163" y="5019675"/>
          <p14:tracePt t="2589" x="11649075" y="5019675"/>
          <p14:tracePt t="2622" x="12180888" y="4995863"/>
          <p14:tracePt t="2639" x="12700000" y="4948238"/>
          <p14:tracePt t="2655" x="12888913" y="4948238"/>
          <p14:tracePt t="2673" x="13006388" y="4972050"/>
          <p14:tracePt t="2689" x="13066713" y="4972050"/>
          <p14:tracePt t="2706" x="13101638" y="4984750"/>
          <p14:tracePt t="2708" x="13125450" y="4984750"/>
          <p14:tracePt t="2723" x="13173075" y="5019675"/>
          <p14:tracePt t="2739" x="13231813" y="5019675"/>
          <p14:tracePt t="2756" x="13385800" y="5043488"/>
          <p14:tracePt t="2772" x="13527088" y="5043488"/>
          <p14:tracePt t="2790" x="13657263" y="50546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7634B42F-B9B3-0674-A97E-5B60A0206917}"/>
              </a:ext>
            </a:extLst>
          </p:cNvPr>
          <p:cNvGrpSpPr/>
          <p:nvPr/>
        </p:nvGrpSpPr>
        <p:grpSpPr>
          <a:xfrm>
            <a:off x="438651" y="1628521"/>
            <a:ext cx="12820150" cy="1000141"/>
            <a:chOff x="591053" y="2050493"/>
            <a:chExt cx="12820150" cy="1000141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A468E039-0B8F-8041-72DC-735D4D189367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1000141"/>
              <a:chOff x="616863" y="2825214"/>
              <a:chExt cx="8637608" cy="1000141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C192DDD-364A-9CDE-4A9B-1318537BEAEB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603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위 논문에서 언급하는 모델들의 한계</a:t>
                </a:r>
                <a:endParaRPr lang="en-US" altLang="ko-KR" dirty="0">
                  <a:latin typeface="+mn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F2F809A2-3481-7C9D-8C85-FD82AB9869DA}"/>
                  </a:ext>
                </a:extLst>
              </p:cNvPr>
              <p:cNvSpPr txBox="1"/>
              <p:nvPr/>
            </p:nvSpPr>
            <p:spPr>
              <a:xfrm>
                <a:off x="730873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2.1. RNN </a:t>
                </a:r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계열 모델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Comparison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83615F69-0B3B-22A6-7A49-B74DA8107B05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Object 76">
            <a:extLst>
              <a:ext uri="{FF2B5EF4-FFF2-40B4-BE49-F238E27FC236}">
                <a16:creationId xmlns="" xmlns:a16="http://schemas.microsoft.com/office/drawing/2014/main" id="{4B839061-2816-7AAC-F6AC-7EE3E4EC70E5}"/>
              </a:ext>
            </a:extLst>
          </p:cNvPr>
          <p:cNvSpPr txBox="1"/>
          <p:nvPr/>
        </p:nvSpPr>
        <p:spPr>
          <a:xfrm>
            <a:off x="446495" y="266700"/>
            <a:ext cx="132695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Model Architecture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="" xmlns:a16="http://schemas.microsoft.com/office/drawing/2014/main" id="{86F79A07-AB01-32D1-D6DC-DAF5B17382F6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슬라이드 번호 개체 틀 17">
            <a:extLst>
              <a:ext uri="{FF2B5EF4-FFF2-40B4-BE49-F238E27FC236}">
                <a16:creationId xmlns="" xmlns:a16="http://schemas.microsoft.com/office/drawing/2014/main" id="{E1EF5F3B-C01D-EF51-A8A7-8828E264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D12DB6BA-6CC2-5C74-C1E4-190967999B9E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004">
            <a:extLst>
              <a:ext uri="{FF2B5EF4-FFF2-40B4-BE49-F238E27FC236}">
                <a16:creationId xmlns="" xmlns:a16="http://schemas.microsoft.com/office/drawing/2014/main" id="{86719A70-D047-E263-82F0-0C59F2452168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4" name="Object 14">
              <a:extLst>
                <a:ext uri="{FF2B5EF4-FFF2-40B4-BE49-F238E27FC236}">
                  <a16:creationId xmlns="" xmlns:a16="http://schemas.microsoft.com/office/drawing/2014/main" id="{65CB472F-A7EB-2CFE-069D-5B87EC9F9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54C8B07-764A-87F5-9BE9-63E8066113B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B1356B4F-0736-0B61-852A-DC91A6B674C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90600" y="5279570"/>
          <a:ext cx="11355370" cy="3883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1074">
                  <a:extLst>
                    <a:ext uri="{9D8B030D-6E8A-4147-A177-3AD203B41FA5}">
                      <a16:colId xmlns="" xmlns:a16="http://schemas.microsoft.com/office/drawing/2014/main" val="759670643"/>
                    </a:ext>
                  </a:extLst>
                </a:gridCol>
                <a:gridCol w="2271074">
                  <a:extLst>
                    <a:ext uri="{9D8B030D-6E8A-4147-A177-3AD203B41FA5}">
                      <a16:colId xmlns="" xmlns:a16="http://schemas.microsoft.com/office/drawing/2014/main" val="3016411088"/>
                    </a:ext>
                  </a:extLst>
                </a:gridCol>
                <a:gridCol w="2271074">
                  <a:extLst>
                    <a:ext uri="{9D8B030D-6E8A-4147-A177-3AD203B41FA5}">
                      <a16:colId xmlns="" xmlns:a16="http://schemas.microsoft.com/office/drawing/2014/main" val="2660537609"/>
                    </a:ext>
                  </a:extLst>
                </a:gridCol>
                <a:gridCol w="2271074">
                  <a:extLst>
                    <a:ext uri="{9D8B030D-6E8A-4147-A177-3AD203B41FA5}">
                      <a16:colId xmlns="" xmlns:a16="http://schemas.microsoft.com/office/drawing/2014/main" val="2818817528"/>
                    </a:ext>
                  </a:extLst>
                </a:gridCol>
                <a:gridCol w="2271074">
                  <a:extLst>
                    <a:ext uri="{9D8B030D-6E8A-4147-A177-3AD203B41FA5}">
                      <a16:colId xmlns="" xmlns:a16="http://schemas.microsoft.com/office/drawing/2014/main" val="3740128973"/>
                    </a:ext>
                  </a:extLst>
                </a:gridCol>
              </a:tblGrid>
              <a:tr h="591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Model</a:t>
                      </a:r>
                      <a:endParaRPr lang="ko-KR" altLang="en-US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구조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입출력 형태</a:t>
                      </a:r>
                      <a:r>
                        <a:rPr lang="en-US" altLang="ko-KR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</a:t>
                      </a:r>
                      <a:endParaRPr lang="ko-KR" altLang="en-US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장기 의존성 문제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단점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27542073"/>
                  </a:ext>
                </a:extLst>
              </a:tr>
              <a:tr h="591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RNN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단순 순환 신경망 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(Recurrent Neural Network)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고정 길이 입력 → 고정 길이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많음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장기 의존성 문제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기울기 소실 문제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95011052"/>
                  </a:ext>
                </a:extLst>
              </a:tr>
              <a:tr h="591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LSTM</a:t>
                      </a:r>
                      <a:endParaRPr lang="ko-KR" altLang="en-US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장기 의존성 문제 해결을 위한 게이트 구조 포함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고정 길이 입력 → 고정 길이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게이트 메커니즘으로 일부 해결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학습 속도가 느리고 </a:t>
                      </a:r>
                      <a:r>
                        <a:rPr lang="ko-KR" altLang="en-US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계산량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58698407"/>
                  </a:ext>
                </a:extLst>
              </a:tr>
              <a:tr h="591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highlight>
                            <a:srgbClr val="FFFF00"/>
                          </a:highlight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Encoder-Decoder LSTM</a:t>
                      </a:r>
                      <a:endParaRPr lang="ko-KR" altLang="en-US" b="1" dirty="0">
                        <a:highlight>
                          <a:srgbClr val="FFFF00"/>
                        </a:highlight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두 개의 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LSTM (Encoder + Decoder)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로 구성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가변 길이 입력 → 가변 길이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LSTM 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기반으로 해결 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+ Encoder-Decoder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로 정보 압축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문장이 길어지면 정보 손실 발생</a:t>
                      </a:r>
                      <a:endParaRPr lang="en-US" altLang="ko-KR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Bottleneck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( Attention</a:t>
                      </a:r>
                      <a:r>
                        <a:rPr lang="ko-KR" altLang="en-US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으로 해결 가능</a:t>
                      </a:r>
                      <a:r>
                        <a:rPr lang="en-US" altLang="ko-KR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950115651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DD713226-1DD9-B93A-7D11-7CDEC41F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27" y="1982249"/>
            <a:ext cx="4356373" cy="194071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="" xmlns:a16="http://schemas.microsoft.com/office/drawing/2014/main" id="{64EA8C34-C693-A91D-0391-DBD8AD27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304" y="3671361"/>
            <a:ext cx="1766809" cy="131206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="" xmlns:a16="http://schemas.microsoft.com/office/drawing/2014/main" id="{3FCFEE80-5F8C-986B-FDD9-BFCC4575A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943" y="3726131"/>
            <a:ext cx="1381157" cy="121116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="" xmlns:a16="http://schemas.microsoft.com/office/drawing/2014/main" id="{53E468A7-0FAC-4C0C-4D46-DC28A6D8C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588" y="3070357"/>
            <a:ext cx="5115639" cy="170521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388502AF-B25A-C2DA-2EA0-6E12A3F3A40E}"/>
              </a:ext>
            </a:extLst>
          </p:cNvPr>
          <p:cNvSpPr txBox="1"/>
          <p:nvPr/>
        </p:nvSpPr>
        <p:spPr>
          <a:xfrm>
            <a:off x="2924888" y="4804313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RNN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92C747C4-674B-130D-5AE4-F14B574013A5}"/>
              </a:ext>
            </a:extLst>
          </p:cNvPr>
          <p:cNvSpPr txBox="1"/>
          <p:nvPr/>
        </p:nvSpPr>
        <p:spPr>
          <a:xfrm>
            <a:off x="9349195" y="4950923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LSTM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718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75"/>
    </mc:Choice>
    <mc:Fallback xmlns="">
      <p:transition spd="slow" advTm="33175"/>
    </mc:Fallback>
  </mc:AlternateContent>
  <p:extLst>
    <p:ext uri="{3A86A75C-4F4B-4683-9AE1-C65F6400EC91}">
      <p14:laserTraceLst xmlns:p14="http://schemas.microsoft.com/office/powerpoint/2010/main">
        <p14:tracePtLst>
          <p14:tracePt t="469" x="12617450" y="4429125"/>
          <p14:tracePt t="485" x="12192000" y="4416425"/>
          <p14:tracePt t="502" x="11742738" y="4394200"/>
          <p14:tracePt t="518" x="11104563" y="4416425"/>
          <p14:tracePt t="535" x="10702925" y="4464050"/>
          <p14:tracePt t="552" x="10101263" y="4535488"/>
          <p14:tracePt t="568" x="9769475" y="4605338"/>
          <p14:tracePt t="585" x="9580563" y="4665663"/>
          <p14:tracePt t="601" x="9439275" y="4748213"/>
          <p14:tracePt t="901" x="8670925" y="4535488"/>
          <p14:tracePt t="919" x="7654925" y="4216400"/>
          <p14:tracePt t="936" x="5918200" y="3732213"/>
          <p14:tracePt t="952" x="4713288" y="3354388"/>
          <p14:tracePt t="969" x="3567113" y="2811463"/>
          <p14:tracePt t="985" x="3236913" y="2574925"/>
          <p14:tracePt t="1002" x="3059113" y="2373313"/>
          <p14:tracePt t="1004" x="2989263" y="2314575"/>
          <p14:tracePt t="1020" x="2906713" y="2208213"/>
          <p14:tracePt t="1038" x="2835275" y="2160588"/>
          <p14:tracePt t="1401" x="2598738" y="1971675"/>
          <p14:tracePt t="1417" x="2444750" y="1843088"/>
          <p14:tracePt t="1446" x="2255838" y="1582738"/>
          <p14:tracePt t="1463" x="2185988" y="1441450"/>
          <p14:tracePt t="1481" x="2162175" y="1381125"/>
          <p14:tracePt t="1484" x="2149475" y="1335088"/>
          <p14:tracePt t="1515" x="2138363" y="1287463"/>
          <p14:tracePt t="1532" x="2138363" y="1274763"/>
          <p14:tracePt t="1548" x="2149475" y="1263650"/>
          <p14:tracePt t="1582" x="2197100" y="1252538"/>
          <p14:tracePt t="1599" x="2244725" y="1252538"/>
          <p14:tracePt t="1614" x="2268538" y="1252538"/>
          <p14:tracePt t="1615" x="2292350" y="1239838"/>
          <p14:tracePt t="1631" x="2327275" y="1239838"/>
          <p14:tracePt t="1647" x="2374900" y="1228725"/>
          <p14:tracePt t="1665" x="2457450" y="1192213"/>
          <p14:tracePt t="1681" x="2528888" y="1181100"/>
          <p14:tracePt t="1699" x="2622550" y="1181100"/>
          <p14:tracePt t="1714" x="2657475" y="1181100"/>
          <p14:tracePt t="1732" x="2693988" y="1192213"/>
          <p14:tracePt t="1735" x="2717800" y="1192213"/>
          <p14:tracePt t="1740" x="2741613" y="1204913"/>
          <p14:tracePt t="1765" x="2800350" y="1216025"/>
          <p14:tracePt t="1782" x="2846388" y="1239838"/>
          <p14:tracePt t="1798" x="2859088" y="1239838"/>
          <p14:tracePt t="1814" x="2870200" y="1239838"/>
          <p14:tracePt t="1831" x="2917825" y="1239838"/>
          <p14:tracePt t="1848" x="2941638" y="1239838"/>
          <p14:tracePt t="1865" x="2976563" y="1239838"/>
          <p14:tracePt t="1881" x="3013075" y="1239838"/>
          <p14:tracePt t="1898" x="3048000" y="1239838"/>
          <p14:tracePt t="1913" x="3095625" y="1239838"/>
          <p14:tracePt t="1931" x="3143250" y="1239838"/>
          <p14:tracePt t="1948" x="3178175" y="1239838"/>
          <p14:tracePt t="1949" x="3201988" y="1239838"/>
          <p14:tracePt t="1966" x="3236913" y="1239838"/>
          <p14:tracePt t="1983" x="3308350" y="1239838"/>
          <p14:tracePt t="1999" x="3367088" y="1239838"/>
          <p14:tracePt t="2015" x="3414713" y="1239838"/>
          <p14:tracePt t="2033" x="3484563" y="1228725"/>
          <p14:tracePt t="2047" x="3532188" y="1216025"/>
          <p14:tracePt t="2063" x="3567113" y="1216025"/>
          <p14:tracePt t="2081" x="3603625" y="1216025"/>
          <p14:tracePt t="2098" x="3627438" y="1216025"/>
          <p14:tracePt t="2115" x="3662363" y="1216025"/>
          <p14:tracePt t="2118" x="3673475" y="1216025"/>
          <p14:tracePt t="2132" x="3697288" y="1228725"/>
          <p14:tracePt t="2149" x="3733800" y="1239838"/>
          <p14:tracePt t="2151" x="3744913" y="1252538"/>
          <p14:tracePt t="2165" x="3779838" y="1263650"/>
          <p14:tracePt t="2180" x="3803650" y="1263650"/>
          <p14:tracePt t="2197" x="3816350" y="1274763"/>
          <p14:tracePt t="2199" x="3827463" y="1287463"/>
          <p14:tracePt t="2213" x="3840163" y="1298575"/>
          <p14:tracePt t="2230" x="3851275" y="1298575"/>
          <p14:tracePt t="2248" x="3862388" y="1298575"/>
          <p14:tracePt t="2281" x="3875088" y="1298575"/>
          <p14:tracePt t="2297" x="3886200" y="1298575"/>
          <p14:tracePt t="2314" x="3898900" y="1298575"/>
          <p14:tracePt t="2331" x="3910013" y="1298575"/>
          <p14:tracePt t="2347" x="3922713" y="1298575"/>
          <p14:tracePt t="2364" x="3933825" y="1298575"/>
          <p14:tracePt t="2398" x="3946525" y="1298575"/>
          <p14:tracePt t="2415" x="3957638" y="1311275"/>
          <p14:tracePt t="2432" x="3968750" y="1311275"/>
          <p14:tracePt t="2511" x="3968750" y="1322388"/>
          <p14:tracePt t="2653" x="3968750" y="1335088"/>
          <p14:tracePt t="2668" x="3981450" y="1335088"/>
          <p14:tracePt t="2698" x="4005263" y="1358900"/>
          <p14:tracePt t="2714" x="4029075" y="1370013"/>
          <p14:tracePt t="2731" x="4052888" y="1381125"/>
          <p14:tracePt t="2748" x="4075113" y="1393825"/>
          <p14:tracePt t="2763" x="4087813" y="1393825"/>
          <p14:tracePt t="2782" x="4111625" y="1393825"/>
          <p14:tracePt t="2798" x="4122738" y="1393825"/>
          <p14:tracePt t="2814" x="4135438" y="1393825"/>
          <p14:tracePt t="2831" x="4146550" y="1393825"/>
          <p14:tracePt t="2848" x="4170363" y="1393825"/>
          <p14:tracePt t="2865" x="4194175" y="1404938"/>
          <p14:tracePt t="2883" x="4205288" y="1404938"/>
          <p14:tracePt t="2899" x="4229100" y="1417638"/>
          <p14:tracePt t="2900" x="4229100" y="1428750"/>
          <p14:tracePt t="2931" x="4276725" y="1452563"/>
          <p14:tracePt t="2949" x="4276725" y="1465263"/>
          <p14:tracePt t="2964" x="4287838" y="1476375"/>
          <p14:tracePt t="2981" x="4300538" y="1476375"/>
          <p14:tracePt t="2983" x="4311650" y="1476375"/>
          <p14:tracePt t="3057" x="4324350" y="1476375"/>
          <p14:tracePt t="3074" x="4335463" y="1487488"/>
          <p14:tracePt t="3096" x="4335463" y="1500188"/>
          <p14:tracePt t="3114" x="4335463" y="1511300"/>
          <p14:tracePt t="3261" x="4335463" y="1524000"/>
          <p14:tracePt t="3355" x="4324350" y="1524000"/>
          <p14:tracePt t="3448" x="4300538" y="1524000"/>
          <p14:tracePt t="3464" x="4287838" y="1524000"/>
          <p14:tracePt t="3481" x="4265613" y="1511300"/>
          <p14:tracePt t="3482" x="4252913" y="1511300"/>
          <p14:tracePt t="3498" x="4241800" y="1511300"/>
          <p14:tracePt t="3514" x="4217988" y="1511300"/>
          <p14:tracePt t="3548" x="4205288" y="1511300"/>
          <p14:tracePt t="3565" x="4194175" y="1511300"/>
          <p14:tracePt t="3581" x="4181475" y="1511300"/>
          <p14:tracePt t="3598" x="4170363" y="1511300"/>
          <p14:tracePt t="3615" x="4159250" y="1511300"/>
          <p14:tracePt t="3632" x="4075113" y="1511300"/>
          <p14:tracePt t="3648" x="3862388" y="1511300"/>
          <p14:tracePt t="3651" x="3638550" y="1511300"/>
          <p14:tracePt t="3664" x="3036888" y="1465263"/>
          <p14:tracePt t="3682" x="2563813" y="1428750"/>
          <p14:tracePt t="3699" x="2149475" y="1417638"/>
          <p14:tracePt t="3715" x="2008188" y="1417638"/>
          <p14:tracePt t="3732" x="1901825" y="1404938"/>
          <p14:tracePt t="3735" x="1854200" y="1404938"/>
          <p14:tracePt t="3748" x="1771650" y="1381125"/>
          <p14:tracePt t="3764" x="1712913" y="1370013"/>
          <p14:tracePt t="3782" x="1654175" y="1346200"/>
          <p14:tracePt t="3798" x="1619250" y="1335088"/>
          <p14:tracePt t="3815" x="1582738" y="1311275"/>
          <p14:tracePt t="3816" x="1571625" y="1287463"/>
          <p14:tracePt t="3831" x="1535113" y="1252538"/>
          <p14:tracePt t="3847" x="1524000" y="1216025"/>
          <p14:tracePt t="3865" x="1524000" y="1157288"/>
          <p14:tracePt t="3880" x="1535113" y="1085850"/>
          <p14:tracePt t="3898" x="1582738" y="1039813"/>
          <p14:tracePt t="3899" x="1606550" y="1016000"/>
          <p14:tracePt t="3914" x="1665288" y="968375"/>
          <p14:tracePt t="3930" x="1725613" y="920750"/>
          <p14:tracePt t="3947" x="1819275" y="885825"/>
          <p14:tracePt t="3948" x="1878013" y="850900"/>
          <p14:tracePt t="3963" x="2055813" y="827088"/>
          <p14:tracePt t="3980" x="2233613" y="790575"/>
          <p14:tracePt t="3983" x="2327275" y="779463"/>
          <p14:tracePt t="3997" x="2574925" y="744538"/>
          <p14:tracePt t="4013" x="2859088" y="720725"/>
          <p14:tracePt t="4031" x="3213100" y="720725"/>
          <p14:tracePt t="4047" x="3414713" y="731838"/>
          <p14:tracePt t="4063" x="3590925" y="755650"/>
          <p14:tracePt t="4080" x="3851275" y="827088"/>
          <p14:tracePt t="4096" x="3981450" y="874713"/>
          <p14:tracePt t="4113" x="4075113" y="909638"/>
          <p14:tracePt t="4114" x="4122738" y="933450"/>
          <p14:tracePt t="4130" x="4181475" y="992188"/>
          <p14:tracePt t="4147" x="4252913" y="1027113"/>
          <p14:tracePt t="4164" x="4311650" y="1122363"/>
          <p14:tracePt t="4181" x="4335463" y="1169988"/>
          <p14:tracePt t="4196" x="4348163" y="1216025"/>
          <p14:tracePt t="4197" x="4359275" y="1239838"/>
          <p14:tracePt t="4213" x="4359275" y="1298575"/>
          <p14:tracePt t="4230" x="4335463" y="1370013"/>
          <p14:tracePt t="4248" x="4252913" y="1500188"/>
          <p14:tracePt t="4263" x="4205288" y="1558925"/>
          <p14:tracePt t="4280" x="4135438" y="1654175"/>
          <p14:tracePt t="4296" x="4087813" y="1689100"/>
          <p14:tracePt t="4313" x="4040188" y="1736725"/>
          <p14:tracePt t="4330" x="3886200" y="1806575"/>
          <p14:tracePt t="4346" x="3721100" y="1865313"/>
          <p14:tracePt t="4364" x="3544888" y="1949450"/>
          <p14:tracePt t="4381" x="3449638" y="1984375"/>
          <p14:tracePt t="4397" x="3402013" y="1984375"/>
          <p14:tracePt t="4414" x="3343275" y="1995488"/>
          <p14:tracePt t="4430" x="3284538" y="2008188"/>
          <p14:tracePt t="4447" x="3165475" y="2066925"/>
          <p14:tracePt t="4463" x="3059113" y="2101850"/>
          <p14:tracePt t="4480" x="2941638" y="2184400"/>
          <p14:tracePt t="4499" x="2824163" y="2244725"/>
          <p14:tracePt t="4514" x="2752725" y="2290763"/>
          <p14:tracePt t="4532" x="2693988" y="2338388"/>
          <p14:tracePt t="4549" x="2657475" y="2373313"/>
          <p14:tracePt t="4564" x="2611438" y="2397125"/>
          <p14:tracePt t="4567" x="2587625" y="2420938"/>
          <p14:tracePt t="4580" x="2551113" y="2433638"/>
          <p14:tracePt t="4583" x="2516188" y="2455863"/>
          <p14:tracePt t="4598" x="2457450" y="2492375"/>
          <p14:tracePt t="4601" x="2433638" y="2503488"/>
          <p14:tracePt t="4615" x="2386013" y="2527300"/>
          <p14:tracePt t="4631" x="2362200" y="2540000"/>
          <p14:tracePt t="4648" x="2338388" y="2551113"/>
          <p14:tracePt t="4650" x="2327275" y="2551113"/>
          <p14:tracePt t="4665" x="2316163" y="2562225"/>
          <p14:tracePt t="4682" x="2316163" y="2574925"/>
          <p14:tracePt t="4684" x="2303463" y="2586038"/>
          <p14:tracePt t="4717" x="2279650" y="2586038"/>
          <p14:tracePt t="4731" x="2255838" y="2586038"/>
          <p14:tracePt t="4764" x="2233613" y="2586038"/>
          <p14:tracePt t="4782" x="2197100" y="2586038"/>
          <p14:tracePt t="4800" x="2185988" y="2586038"/>
          <p14:tracePt t="4803" x="2173288" y="2586038"/>
          <p14:tracePt t="4814" x="2149475" y="2586038"/>
          <p14:tracePt t="4816" x="2114550" y="2586038"/>
          <p14:tracePt t="4830" x="2043113" y="2586038"/>
          <p14:tracePt t="4848" x="1949450" y="2574925"/>
          <p14:tracePt t="4867" x="1808163" y="2551113"/>
          <p14:tracePt t="4881" x="1736725" y="2540000"/>
          <p14:tracePt t="4899" x="1665288" y="2527300"/>
          <p14:tracePt t="4900" x="1654175" y="2527300"/>
          <p14:tracePt t="4932" x="1571625" y="2527300"/>
          <p14:tracePt t="4948" x="1512888" y="2527300"/>
          <p14:tracePt t="4964" x="1476375" y="2527300"/>
          <p14:tracePt t="4981" x="1441450" y="2527300"/>
          <p14:tracePt t="4984" x="1417638" y="2527300"/>
          <p14:tracePt t="4999" x="1382713" y="2527300"/>
          <p14:tracePt t="5014" x="1346200" y="2527300"/>
          <p14:tracePt t="5032" x="1311275" y="2516188"/>
          <p14:tracePt t="5049" x="1276350" y="2516188"/>
          <p14:tracePt t="5065" x="1263650" y="2516188"/>
          <p14:tracePt t="5100" x="1239838" y="2516188"/>
          <p14:tracePt t="5116" x="1217613" y="2503488"/>
          <p14:tracePt t="5132" x="1204913" y="2492375"/>
          <p14:tracePt t="5150" x="1193800" y="2479675"/>
          <p14:tracePt t="5181" x="1181100" y="2479675"/>
          <p14:tracePt t="5276" x="1181100" y="2492375"/>
          <p14:tracePt t="5296" x="1181100" y="2503488"/>
          <p14:tracePt t="5315" x="1181100" y="2527300"/>
          <p14:tracePt t="5317" x="1181100" y="2540000"/>
          <p14:tracePt t="5332" x="1193800" y="2551113"/>
          <p14:tracePt t="5349" x="1204913" y="2562225"/>
          <p14:tracePt t="5351" x="1204913" y="2574925"/>
          <p14:tracePt t="5402" x="1217613" y="2574925"/>
          <p14:tracePt t="5417" x="1228725" y="2586038"/>
          <p14:tracePt t="5447" x="1252538" y="2633663"/>
          <p14:tracePt t="5466" x="1263650" y="2657475"/>
          <p14:tracePt t="5469" x="1263650" y="2681288"/>
          <p14:tracePt t="5482" x="1276350" y="2692400"/>
          <p14:tracePt t="5484" x="1276350" y="2705100"/>
          <p14:tracePt t="5498" x="1287463" y="2728913"/>
          <p14:tracePt t="5516" x="1300163" y="2751138"/>
          <p14:tracePt t="5519" x="1300163" y="2763838"/>
          <p14:tracePt t="5532" x="1311275" y="2787650"/>
          <p14:tracePt t="5547" x="1311275" y="2798763"/>
          <p14:tracePt t="5563" x="1322388" y="2811463"/>
          <p14:tracePt t="5580" x="1322388" y="2846388"/>
          <p14:tracePt t="5596" x="1322388" y="2857500"/>
          <p14:tracePt t="5613" x="1335088" y="2857500"/>
          <p14:tracePt t="5630" x="1335088" y="2870200"/>
          <p14:tracePt t="5746" x="1346200" y="2870200"/>
          <p14:tracePt t="5763" x="1346200" y="2881313"/>
          <p14:tracePt t="5781" x="1358900" y="2894013"/>
          <p14:tracePt t="5798" x="1358900" y="2905125"/>
          <p14:tracePt t="5815" x="1358900" y="2917825"/>
          <p14:tracePt t="5832" x="1358900" y="2928938"/>
          <p14:tracePt t="5918" x="1370013" y="2928938"/>
          <p14:tracePt t="5949" x="1393825" y="2928938"/>
          <p14:tracePt t="5965" x="1428750" y="2928938"/>
          <p14:tracePt t="5980" x="1489075" y="2917825"/>
          <p14:tracePt t="5998" x="1582738" y="2894013"/>
          <p14:tracePt t="6014" x="1619250" y="2894013"/>
          <p14:tracePt t="6032" x="1665288" y="2870200"/>
          <p14:tracePt t="6048" x="1712913" y="2857500"/>
          <p14:tracePt t="6064" x="1808163" y="2822575"/>
          <p14:tracePt t="6066" x="1843088" y="2811463"/>
          <p14:tracePt t="6081" x="1936750" y="2811463"/>
          <p14:tracePt t="6098" x="2032000" y="2798763"/>
          <p14:tracePt t="6115" x="2162175" y="2787650"/>
          <p14:tracePt t="6130" x="2233613" y="2787650"/>
          <p14:tracePt t="6146" x="2338388" y="2787650"/>
          <p14:tracePt t="6164" x="2505075" y="2787650"/>
          <p14:tracePt t="6180" x="2611438" y="2787650"/>
          <p14:tracePt t="6198" x="2787650" y="2787650"/>
          <p14:tracePt t="6214" x="2870200" y="2787650"/>
          <p14:tracePt t="6232" x="2976563" y="2787650"/>
          <p14:tracePt t="6233" x="3024188" y="2787650"/>
          <p14:tracePt t="6248" x="3082925" y="2787650"/>
          <p14:tracePt t="6264" x="3143250" y="2787650"/>
          <p14:tracePt t="6282" x="3213100" y="2787650"/>
          <p14:tracePt t="6297" x="3236913" y="2787650"/>
          <p14:tracePt t="6313" x="3284538" y="2787650"/>
          <p14:tracePt t="6330" x="3319463" y="2774950"/>
          <p14:tracePt t="6636" x="3590925" y="2774950"/>
          <p14:tracePt t="6656" x="3981450" y="2774950"/>
          <p14:tracePt t="6673" x="4194175" y="2787650"/>
          <p14:tracePt t="6691" x="4513263" y="2822575"/>
          <p14:tracePt t="6707" x="4713288" y="2846388"/>
          <p14:tracePt t="6723" x="4867275" y="2870200"/>
          <p14:tracePt t="6740" x="5008563" y="2881313"/>
          <p14:tracePt t="6757" x="5103813" y="2894013"/>
          <p14:tracePt t="6773" x="5175250" y="2905125"/>
          <p14:tracePt t="6775" x="5210175" y="2905125"/>
          <p14:tracePt t="6790" x="5257800" y="2917825"/>
          <p14:tracePt t="6807" x="5303838" y="2917825"/>
          <p14:tracePt t="6809" x="5327650" y="2917825"/>
          <p14:tracePt t="6823" x="5364163" y="2917825"/>
          <p14:tracePt t="6841" x="5386388" y="2917825"/>
          <p14:tracePt t="7182" x="5694363" y="2881313"/>
          <p14:tracePt t="7199" x="6024563" y="2846388"/>
          <p14:tracePt t="7231" x="6356350" y="2798763"/>
          <p14:tracePt t="7248" x="6627813" y="2751138"/>
          <p14:tracePt t="7264" x="6805613" y="2740025"/>
          <p14:tracePt t="7282" x="6994525" y="2716213"/>
          <p14:tracePt t="7297" x="7112000" y="2716213"/>
          <p14:tracePt t="7313" x="7218363" y="2716213"/>
          <p14:tracePt t="7330" x="7383463" y="2716213"/>
          <p14:tracePt t="7346" x="7489825" y="2716213"/>
          <p14:tracePt t="7363" x="7561263" y="2716213"/>
          <p14:tracePt t="7365" x="7620000" y="2716213"/>
          <p14:tracePt t="7379" x="7702550" y="2716213"/>
          <p14:tracePt t="7396" x="7785100" y="2716213"/>
          <p14:tracePt t="7414" x="7856538" y="2728913"/>
          <p14:tracePt t="7431" x="7915275" y="2740025"/>
          <p14:tracePt t="7448" x="7986713" y="2751138"/>
          <p14:tracePt t="7463" x="8010525" y="2751138"/>
          <p14:tracePt t="7479" x="8045450" y="2751138"/>
          <p14:tracePt t="7496" x="8069263" y="2751138"/>
          <p14:tracePt t="7792" x="8234363" y="2740025"/>
          <p14:tracePt t="7808" x="8388350" y="2716213"/>
          <p14:tracePt t="7838" x="8670925" y="2692400"/>
          <p14:tracePt t="7854" x="8753475" y="2692400"/>
          <p14:tracePt t="7872" x="8824913" y="2705100"/>
          <p14:tracePt t="7873" x="8872538" y="2716213"/>
          <p14:tracePt t="7888" x="8931275" y="2716213"/>
          <p14:tracePt t="7904" x="8966200" y="2716213"/>
          <p14:tracePt t="7921" x="9002713" y="2716213"/>
          <p14:tracePt t="7938" x="9026525" y="2716213"/>
          <p14:tracePt t="7954" x="9037638" y="2716213"/>
          <p14:tracePt t="7989" x="9048750" y="2716213"/>
          <p14:tracePt t="8089" x="9061450" y="2705100"/>
          <p14:tracePt t="8199" x="9072563" y="2705100"/>
          <p14:tracePt t="8215" x="9085263" y="2705100"/>
          <p14:tracePt t="8236" x="9109075" y="2705100"/>
          <p14:tracePt t="8271" x="9155113" y="2705100"/>
          <p14:tracePt t="8288" x="9202738" y="2705100"/>
          <p14:tracePt t="8291" x="9226550" y="2705100"/>
          <p14:tracePt t="8305" x="9285288" y="2705100"/>
          <p14:tracePt t="8322" x="9356725" y="2705100"/>
          <p14:tracePt t="8325" x="9415463" y="2705100"/>
          <p14:tracePt t="8337" x="9450388" y="2705100"/>
          <p14:tracePt t="8343" x="9498013" y="2705100"/>
          <p14:tracePt t="8353" x="9652000" y="2705100"/>
          <p14:tracePt t="8370" x="9793288" y="2705100"/>
          <p14:tracePt t="8373" x="9864725" y="2705100"/>
          <p14:tracePt t="8388" x="9971088" y="2705100"/>
          <p14:tracePt t="8406" x="10077450" y="2705100"/>
          <p14:tracePt t="8409" x="10125075" y="2705100"/>
          <p14:tracePt t="8420" x="10148888" y="2705100"/>
          <p14:tracePt t="8421" x="10183813" y="2705100"/>
          <p14:tracePt t="8440" x="10231438" y="2705100"/>
          <p14:tracePt t="8454" x="10290175" y="2705100"/>
          <p14:tracePt t="8455" x="10313988" y="2705100"/>
          <p14:tracePt t="8472" x="10348913" y="2705100"/>
          <p14:tracePt t="8488" x="10396538" y="2705100"/>
          <p14:tracePt t="8504" x="10444163" y="2705100"/>
          <p14:tracePt t="8506" x="10466388" y="2705100"/>
          <p14:tracePt t="8521" x="10514013" y="2705100"/>
          <p14:tracePt t="8537" x="10561638" y="2705100"/>
          <p14:tracePt t="8540" x="10572750" y="2705100"/>
          <p14:tracePt t="8554" x="10596563" y="2705100"/>
          <p14:tracePt t="8572" x="10620375" y="2705100"/>
          <p14:tracePt t="8575" x="10633075" y="2705100"/>
          <p14:tracePt t="8587" x="10656888" y="2705100"/>
          <p14:tracePt t="8605" x="10668000" y="2705100"/>
          <p14:tracePt t="8621" x="10691813" y="2705100"/>
          <p14:tracePt t="8623" x="10702925" y="2705100"/>
          <p14:tracePt t="8638" x="10726738" y="2705100"/>
          <p14:tracePt t="8659" x="10750550" y="2705100"/>
          <p14:tracePt t="8672" x="10763250" y="2716213"/>
          <p14:tracePt t="8688" x="10785475" y="2728913"/>
          <p14:tracePt t="8705" x="10798175" y="2728913"/>
          <p14:tracePt t="8706" x="10809288" y="2728913"/>
          <p14:tracePt t="8720" x="10821988" y="2728913"/>
          <p14:tracePt t="8738" x="10833100" y="2728913"/>
          <p14:tracePt t="8754" x="10845800" y="2728913"/>
          <p14:tracePt t="8771" x="10856913" y="2728913"/>
          <p14:tracePt t="8855" x="10845800" y="2728913"/>
          <p14:tracePt t="8874" x="10785475" y="2751138"/>
          <p14:tracePt t="8890" x="10702925" y="2763838"/>
          <p14:tracePt t="8905" x="10561638" y="2798763"/>
          <p14:tracePt t="8907" x="10490200" y="2798763"/>
          <p14:tracePt t="8921" x="10337800" y="2822575"/>
          <p14:tracePt t="8939" x="10160000" y="2857500"/>
          <p14:tracePt t="8954" x="9994900" y="2870200"/>
          <p14:tracePt t="8955" x="9912350" y="2894013"/>
          <p14:tracePt t="8972" x="9723438" y="2894013"/>
          <p14:tracePt t="8987" x="9474200" y="2905125"/>
          <p14:tracePt t="9005" x="8931275" y="2905125"/>
          <p14:tracePt t="9021" x="8518525" y="2905125"/>
          <p14:tracePt t="9038" x="8223250" y="2905125"/>
          <p14:tracePt t="9041" x="8128000" y="2905125"/>
          <p14:tracePt t="9054" x="7986713" y="2905125"/>
          <p14:tracePt t="9072" x="7843838" y="2905125"/>
          <p14:tracePt t="9075" x="7761288" y="2905125"/>
          <p14:tracePt t="9087" x="7715250" y="2905125"/>
          <p14:tracePt t="9091" x="7631113" y="2917825"/>
          <p14:tracePt t="9105" x="7502525" y="2963863"/>
          <p14:tracePt t="9121" x="7372350" y="2987675"/>
          <p14:tracePt t="9124" x="7289800" y="3011488"/>
          <p14:tracePt t="9139" x="7183438" y="3035300"/>
          <p14:tracePt t="9155" x="7029450" y="3046413"/>
          <p14:tracePt t="9157" x="6970713" y="3059113"/>
          <p14:tracePt t="9171" x="6864350" y="3059113"/>
          <p14:tracePt t="9188" x="6769100" y="3059113"/>
          <p14:tracePt t="9203" x="6699250" y="3082925"/>
          <p14:tracePt t="9206" x="6675438" y="3082925"/>
          <p14:tracePt t="9222" x="6627813" y="3094038"/>
          <p14:tracePt t="9527" x="6604000" y="3094038"/>
          <p14:tracePt t="9541" x="6521450" y="3094038"/>
          <p14:tracePt t="9571" x="6450013" y="3094038"/>
          <p14:tracePt t="9591" x="6402388" y="3094038"/>
          <p14:tracePt t="9621" x="6391275" y="3094038"/>
          <p14:tracePt t="9622" x="6380163" y="3094038"/>
          <p14:tracePt t="9683" x="6391275" y="3094038"/>
          <p14:tracePt t="9703" x="6450013" y="3094038"/>
          <p14:tracePt t="9721" x="6521450" y="3094038"/>
          <p14:tracePt t="9738" x="6592888" y="3094038"/>
          <p14:tracePt t="9755" x="6662738" y="3094038"/>
          <p14:tracePt t="9771" x="6710363" y="3094038"/>
          <p14:tracePt t="9789" x="6757988" y="3094038"/>
          <p14:tracePt t="9805" x="6781800" y="3094038"/>
          <p14:tracePt t="9822" x="6816725" y="3094038"/>
          <p14:tracePt t="9839" x="6840538" y="3094038"/>
          <p14:tracePt t="9855" x="6864350" y="3094038"/>
          <p14:tracePt t="9872" x="6899275" y="3094038"/>
          <p14:tracePt t="9889" x="6923088" y="3094038"/>
          <p14:tracePt t="9904" x="6958013" y="3106738"/>
          <p14:tracePt t="9921" x="7016750" y="3117850"/>
          <p14:tracePt t="9937" x="7040563" y="3130550"/>
          <p14:tracePt t="9954" x="7077075" y="3130550"/>
          <p14:tracePt t="9956" x="7088188" y="3130550"/>
          <p14:tracePt t="9970" x="7123113" y="3130550"/>
          <p14:tracePt t="9986" x="7135813" y="3130550"/>
          <p14:tracePt t="10004" x="7170738" y="3130550"/>
          <p14:tracePt t="10021" x="7183438" y="3130550"/>
          <p14:tracePt t="10039" x="7207250" y="3130550"/>
          <p14:tracePt t="10055" x="7229475" y="3130550"/>
          <p14:tracePt t="10072" x="7242175" y="3130550"/>
          <p14:tracePt t="10090" x="7253288" y="3130550"/>
          <p14:tracePt t="10123" x="7289800" y="3130550"/>
          <p14:tracePt t="10154" x="7324725" y="3152775"/>
          <p14:tracePt t="10172" x="7335838" y="3165475"/>
          <p14:tracePt t="10188" x="7348538" y="3165475"/>
          <p14:tracePt t="10220" x="7359650" y="3165475"/>
          <p14:tracePt t="10237" x="7372350" y="3165475"/>
          <p14:tracePt t="10270" x="7383463" y="3165475"/>
          <p14:tracePt t="10304" x="7396163" y="3165475"/>
          <p14:tracePt t="10322" x="7407275" y="3165475"/>
          <p14:tracePt t="10699" x="7396163" y="3165475"/>
          <p14:tracePt t="10745" x="7383463" y="3165475"/>
          <p14:tracePt t="10791" x="7383463" y="3176588"/>
          <p14:tracePt t="10870" x="7372350" y="3176588"/>
          <p14:tracePt t="10965" x="7348538" y="3176588"/>
          <p14:tracePt t="10980" x="7324725" y="3176588"/>
          <p14:tracePt t="11006" x="7265988" y="3176588"/>
          <p14:tracePt t="11022" x="7229475" y="3176588"/>
          <p14:tracePt t="11039" x="7194550" y="3176588"/>
          <p14:tracePt t="11040" x="7170738" y="3165475"/>
          <p14:tracePt t="11056" x="7135813" y="3165475"/>
          <p14:tracePt t="11073" x="7088188" y="3165475"/>
          <p14:tracePt t="11090" x="7040563" y="3165475"/>
          <p14:tracePt t="11107" x="6981825" y="3165475"/>
          <p14:tracePt t="11107" x="6934200" y="3165475"/>
          <p14:tracePt t="11122" x="6864350" y="3176588"/>
          <p14:tracePt t="11140" x="6769100" y="3189288"/>
          <p14:tracePt t="11157" x="6675438" y="3200400"/>
          <p14:tracePt t="11173" x="6638925" y="3200400"/>
          <p14:tracePt t="11190" x="6592888" y="3200400"/>
          <p14:tracePt t="11191" x="6580188" y="3200400"/>
          <p14:tracePt t="11206" x="6556375" y="3200400"/>
          <p14:tracePt t="11222" x="6545263" y="3189288"/>
          <p14:tracePt t="11239" x="6497638" y="3189288"/>
          <p14:tracePt t="11257" x="6462713" y="3176588"/>
          <p14:tracePt t="11274" x="6438900" y="3176588"/>
          <p14:tracePt t="11276" x="6415088" y="3165475"/>
          <p14:tracePt t="11291" x="6380163" y="3165475"/>
          <p14:tracePt t="11309" x="6332538" y="3165475"/>
          <p14:tracePt t="11311" x="6319838" y="3165475"/>
          <p14:tracePt t="11342" x="6284913" y="3165475"/>
          <p14:tracePt t="11358" x="6249988" y="3165475"/>
          <p14:tracePt t="11391" x="6191250" y="3165475"/>
          <p14:tracePt t="11408" x="6096000" y="3165475"/>
          <p14:tracePt t="11424" x="6000750" y="3152775"/>
          <p14:tracePt t="11439" x="5918200" y="3152775"/>
          <p14:tracePt t="11456" x="5811838" y="3152775"/>
          <p14:tracePt t="11474" x="5729288" y="3152775"/>
          <p14:tracePt t="11477" x="5705475" y="3152775"/>
          <p14:tracePt t="11491" x="5635625" y="3152775"/>
          <p14:tracePt t="11508" x="5564188" y="3152775"/>
          <p14:tracePt t="11524" x="5492750" y="3141663"/>
          <p14:tracePt t="11528" x="5457825" y="3141663"/>
          <p14:tracePt t="11541" x="5386388" y="3141663"/>
          <p14:tracePt t="11560" x="5281613" y="3141663"/>
          <p14:tracePt t="11575" x="5210175" y="3141663"/>
          <p14:tracePt t="11591" x="5127625" y="3152775"/>
          <p14:tracePt t="11609" x="5021263" y="3152775"/>
          <p14:tracePt t="11624" x="4962525" y="3152775"/>
          <p14:tracePt t="11641" x="4902200" y="3152775"/>
          <p14:tracePt t="11644" x="4878388" y="3152775"/>
          <p14:tracePt t="11658" x="4832350" y="3152775"/>
          <p14:tracePt t="11674" x="4773613" y="3165475"/>
          <p14:tracePt t="11692" x="4713288" y="3165475"/>
          <p14:tracePt t="11706" x="4667250" y="3165475"/>
          <p14:tracePt t="11723" x="4630738" y="3165475"/>
          <p14:tracePt t="11739" x="4595813" y="3165475"/>
          <p14:tracePt t="11740" x="4583113" y="3152775"/>
          <p14:tracePt t="11756" x="4548188" y="3141663"/>
          <p14:tracePt t="11772" x="4524375" y="3141663"/>
          <p14:tracePt t="11789" x="4489450" y="3141663"/>
          <p14:tracePt t="11807" x="4454525" y="3141663"/>
          <p14:tracePt t="11825" x="4430713" y="3130550"/>
          <p14:tracePt t="11841" x="4406900" y="3130550"/>
          <p14:tracePt t="11858" x="4383088" y="3130550"/>
          <p14:tracePt t="11890" x="4370388" y="3130550"/>
          <p14:tracePt t="12605" x="4406900" y="3130550"/>
          <p14:tracePt t="12623" x="4418013" y="3130550"/>
          <p14:tracePt t="12641" x="4430713" y="3130550"/>
          <p14:tracePt t="12658" x="4430713" y="3117850"/>
          <p14:tracePt t="12674" x="4441825" y="3117850"/>
          <p14:tracePt t="12692" x="4454525" y="3117850"/>
          <p14:tracePt t="12693" x="4465638" y="3117850"/>
          <p14:tracePt t="12707" x="4500563" y="3117850"/>
          <p14:tracePt t="12723" x="4537075" y="3117850"/>
          <p14:tracePt t="12743" x="4643438" y="3117850"/>
          <p14:tracePt t="12758" x="4689475" y="3117850"/>
          <p14:tracePt t="12774" x="4713288" y="3117850"/>
          <p14:tracePt t="12792" x="4760913" y="3117850"/>
          <p14:tracePt t="12808" x="4784725" y="3117850"/>
          <p14:tracePt t="12841" x="4808538" y="3117850"/>
          <p14:tracePt t="12858" x="4843463" y="3117850"/>
          <p14:tracePt t="12860" x="4867275" y="3117850"/>
          <p14:tracePt t="12874" x="4938713" y="3130550"/>
          <p14:tracePt t="12892" x="5021263" y="3130550"/>
          <p14:tracePt t="12906" x="5068888" y="3130550"/>
          <p14:tracePt t="12924" x="5114925" y="3130550"/>
          <p14:tracePt t="12941" x="5138738" y="3130550"/>
          <p14:tracePt t="12957" x="5162550" y="3130550"/>
          <p14:tracePt t="12974" x="5175250" y="3130550"/>
          <p14:tracePt t="13073" x="5162550" y="3117850"/>
          <p14:tracePt t="13092" x="5080000" y="3117850"/>
          <p14:tracePt t="13107" x="4984750" y="3117850"/>
          <p14:tracePt t="13123" x="4832350" y="3117850"/>
          <p14:tracePt t="13141" x="4737100" y="3117850"/>
          <p14:tracePt t="13157" x="4630738" y="3117850"/>
          <p14:tracePt t="13159" x="4572000" y="3117850"/>
          <p14:tracePt t="13173" x="4500563" y="3117850"/>
          <p14:tracePt t="13191" x="4418013" y="3106738"/>
          <p14:tracePt t="13208" x="4324350" y="3094038"/>
          <p14:tracePt t="13224" x="4276725" y="3094038"/>
          <p14:tracePt t="13241" x="4241800" y="3094038"/>
          <p14:tracePt t="13258" x="4217988" y="3094038"/>
          <p14:tracePt t="13274" x="4194175" y="3094038"/>
          <p14:tracePt t="13291" x="4122738" y="3106738"/>
          <p14:tracePt t="13308" x="4075113" y="3117850"/>
          <p14:tracePt t="13324" x="4029075" y="3130550"/>
          <p14:tracePt t="13326" x="3992563" y="3130550"/>
          <p14:tracePt t="13341" x="3946525" y="3130550"/>
          <p14:tracePt t="13357" x="3898900" y="3130550"/>
          <p14:tracePt t="13374" x="3851275" y="3130550"/>
          <p14:tracePt t="13391" x="3827463" y="3130550"/>
          <p14:tracePt t="13408" x="3816350" y="3130550"/>
          <p14:tracePt t="13409" x="3803650" y="3130550"/>
          <p14:tracePt t="13440" x="3792538" y="3130550"/>
          <p14:tracePt t="13529" x="3803650" y="3130550"/>
          <p14:tracePt t="13542" x="3886200" y="3130550"/>
          <p14:tracePt t="13575" x="4276725" y="3094038"/>
          <p14:tracePt t="13578" x="4441825" y="3070225"/>
          <p14:tracePt t="13592" x="4749800" y="3059113"/>
          <p14:tracePt t="13607" x="5032375" y="3035300"/>
          <p14:tracePt t="13625" x="5351463" y="3024188"/>
          <p14:tracePt t="13640" x="5516563" y="3024188"/>
          <p14:tracePt t="13658" x="5646738" y="3024188"/>
          <p14:tracePt t="13661" x="5718175" y="3024188"/>
          <p14:tracePt t="13674" x="5824538" y="3024188"/>
          <p14:tracePt t="13691" x="5918200" y="3024188"/>
          <p14:tracePt t="13694" x="5954713" y="3024188"/>
          <p14:tracePt t="13707" x="5989638" y="3024188"/>
          <p14:tracePt t="13710" x="6013450" y="3024188"/>
          <p14:tracePt t="13724" x="6061075" y="3024188"/>
          <p14:tracePt t="13741" x="6084888" y="3024188"/>
          <p14:tracePt t="13742" x="6096000" y="3024188"/>
          <p14:tracePt t="13774" x="6107113" y="3024188"/>
          <p14:tracePt t="13807" x="6024563" y="3024188"/>
          <p14:tracePt t="13824" x="5811838" y="3059113"/>
          <p14:tracePt t="13827" x="5622925" y="3070225"/>
          <p14:tracePt t="13833" x="5457825" y="3070225"/>
          <p14:tracePt t="13841" x="5292725" y="3070225"/>
          <p14:tracePt t="13859" x="4914900" y="3070225"/>
          <p14:tracePt t="13861" x="4725988" y="3070225"/>
          <p14:tracePt t="13874" x="4394200" y="3046413"/>
          <p14:tracePt t="13891" x="4122738" y="3011488"/>
          <p14:tracePt t="13909" x="3957638" y="3000375"/>
          <p14:tracePt t="13911" x="3898900" y="3000375"/>
          <p14:tracePt t="13924" x="3779838" y="3000375"/>
          <p14:tracePt t="13942" x="3686175" y="3000375"/>
          <p14:tracePt t="13958" x="3590925" y="3000375"/>
          <p14:tracePt t="13974" x="3544888" y="2987675"/>
          <p14:tracePt t="13991" x="3497263" y="2987675"/>
          <p14:tracePt t="13992" x="3484563" y="2987675"/>
          <p14:tracePt t="14023" x="3438525" y="2987675"/>
          <p14:tracePt t="14057" x="3425825" y="2976563"/>
          <p14:tracePt t="14075" x="3460750" y="2963863"/>
          <p14:tracePt t="14078" x="3544888" y="2952750"/>
          <p14:tracePt t="14092" x="3827463" y="2917825"/>
          <p14:tracePt t="14110" x="4135438" y="2870200"/>
          <p14:tracePt t="14112" x="4335463" y="2857500"/>
          <p14:tracePt t="14124" x="4524375" y="2835275"/>
          <p14:tracePt t="14126" x="4713288" y="2822575"/>
          <p14:tracePt t="14140" x="4997450" y="2787650"/>
          <p14:tracePt t="14159" x="5292725" y="2763838"/>
          <p14:tracePt t="14161" x="5457825" y="2763838"/>
          <p14:tracePt t="14174" x="5741988" y="2763838"/>
          <p14:tracePt t="14190" x="6024563" y="2774950"/>
          <p14:tracePt t="14207" x="6332538" y="2811463"/>
          <p14:tracePt t="14209" x="6462713" y="2822575"/>
          <p14:tracePt t="14224" x="6651625" y="2835275"/>
          <p14:tracePt t="14240" x="6827838" y="2857500"/>
          <p14:tracePt t="14256" x="6970713" y="2881313"/>
          <p14:tracePt t="14273" x="7077075" y="2894013"/>
          <p14:tracePt t="14289" x="7159625" y="2905125"/>
          <p14:tracePt t="14305" x="7229475" y="2917825"/>
          <p14:tracePt t="14322" x="7265988" y="2917825"/>
          <p14:tracePt t="14339" x="7277100" y="2917825"/>
          <p14:tracePt t="14342" x="7289800" y="2928938"/>
          <p14:tracePt t="14356" x="7300913" y="2928938"/>
          <p14:tracePt t="14375" x="7313613" y="2940050"/>
          <p14:tracePt t="14389" x="7313613" y="2952750"/>
          <p14:tracePt t="14424" x="7313613" y="2963863"/>
          <p14:tracePt t="14439" x="7313613" y="2976563"/>
          <p14:tracePt t="14544" x="7277100" y="2976563"/>
          <p14:tracePt t="14558" x="7229475" y="2976563"/>
          <p14:tracePt t="14589" x="7064375" y="2976563"/>
          <p14:tracePt t="14590" x="7016750" y="2976563"/>
          <p14:tracePt t="14606" x="6934200" y="2976563"/>
          <p14:tracePt t="14624" x="6875463" y="2976563"/>
          <p14:tracePt t="14626" x="6851650" y="2976563"/>
          <p14:tracePt t="14640" x="6792913" y="2976563"/>
          <p14:tracePt t="14657" x="6721475" y="2976563"/>
          <p14:tracePt t="14675" x="6675438" y="2976563"/>
          <p14:tracePt t="14690" x="6627813" y="2976563"/>
          <p14:tracePt t="14708" x="6580188" y="2963863"/>
          <p14:tracePt t="14710" x="6556375" y="2963863"/>
          <p14:tracePt t="14725" x="6508750" y="2963863"/>
          <p14:tracePt t="14742" x="6462713" y="2952750"/>
          <p14:tracePt t="14745" x="6450013" y="2940050"/>
          <p14:tracePt t="14760" x="6426200" y="2940050"/>
          <p14:tracePt t="14773" x="6402388" y="2940050"/>
          <p14:tracePt t="14791" x="6391275" y="2940050"/>
          <p14:tracePt t="14807" x="6380163" y="2940050"/>
          <p14:tracePt t="14886" x="6380163" y="2928938"/>
          <p14:tracePt t="14910" x="6380163" y="2917825"/>
          <p14:tracePt t="15231" x="6438900" y="2917825"/>
          <p14:tracePt t="15246" x="6545263" y="2917825"/>
          <p14:tracePt t="15272" x="6686550" y="2917825"/>
          <p14:tracePt t="15289" x="6734175" y="2917825"/>
          <p14:tracePt t="15306" x="6792913" y="2917825"/>
          <p14:tracePt t="15308" x="6827838" y="2917825"/>
          <p14:tracePt t="15322" x="6888163" y="2905125"/>
          <p14:tracePt t="15340" x="6934200" y="2894013"/>
          <p14:tracePt t="15356" x="7016750" y="2894013"/>
          <p14:tracePt t="15372" x="7064375" y="2894013"/>
          <p14:tracePt t="15390" x="7112000" y="2894013"/>
          <p14:tracePt t="15393" x="7135813" y="2894013"/>
          <p14:tracePt t="15405" x="7183438" y="2894013"/>
          <p14:tracePt t="15422" x="7242175" y="2894013"/>
          <p14:tracePt t="15441" x="7324725" y="2894013"/>
          <p14:tracePt t="15454" x="7383463" y="2894013"/>
          <p14:tracePt t="15472" x="7442200" y="2905125"/>
          <p14:tracePt t="15473" x="7466013" y="2905125"/>
          <p14:tracePt t="15490" x="7513638" y="2917825"/>
          <p14:tracePt t="15505" x="7572375" y="2928938"/>
          <p14:tracePt t="15521" x="7667625" y="2940050"/>
          <p14:tracePt t="15537" x="7726363" y="2952750"/>
          <p14:tracePt t="15554" x="7785100" y="2976563"/>
          <p14:tracePt t="15571" x="7856538" y="2987675"/>
          <p14:tracePt t="15589" x="7915275" y="3000375"/>
          <p14:tracePt t="15591" x="7939088" y="3011488"/>
          <p14:tracePt t="15605" x="7997825" y="3011488"/>
          <p14:tracePt t="15622" x="8045450" y="3011488"/>
          <p14:tracePt t="15640" x="8104188" y="3011488"/>
          <p14:tracePt t="15656" x="8151813" y="3011488"/>
          <p14:tracePt t="15672" x="8175625" y="3011488"/>
          <p14:tracePt t="15691" x="8210550" y="3011488"/>
          <p14:tracePt t="15705" x="8223250" y="3011488"/>
          <p14:tracePt t="16057" x="8293100" y="3011488"/>
          <p14:tracePt t="16073" x="8447088" y="3000375"/>
          <p14:tracePt t="16105" x="8766175" y="2940050"/>
          <p14:tracePt t="16121" x="8837613" y="2928938"/>
          <p14:tracePt t="16142" x="8920163" y="2917825"/>
          <p14:tracePt t="16156" x="8966200" y="2905125"/>
          <p14:tracePt t="16171" x="9013825" y="2905125"/>
          <p14:tracePt t="16189" x="9085263" y="2881313"/>
          <p14:tracePt t="16205" x="9132888" y="2870200"/>
          <p14:tracePt t="16222" x="9178925" y="2870200"/>
          <p14:tracePt t="16224" x="9202738" y="2870200"/>
          <p14:tracePt t="16239" x="9261475" y="2870200"/>
          <p14:tracePt t="16255" x="9309100" y="2870200"/>
          <p14:tracePt t="16272" x="9380538" y="2870200"/>
          <p14:tracePt t="16289" x="9404350" y="2870200"/>
          <p14:tracePt t="16305" x="9428163" y="2870200"/>
          <p14:tracePt t="16307" x="9439275" y="2870200"/>
          <p14:tracePt t="16322" x="9463088" y="2870200"/>
          <p14:tracePt t="16339" x="9474200" y="2870200"/>
          <p14:tracePt t="16370" x="9498013" y="2870200"/>
          <p14:tracePt t="16388" x="9510713" y="2870200"/>
          <p14:tracePt t="16421" x="9534525" y="2870200"/>
          <p14:tracePt t="16439" x="9545638" y="2870200"/>
          <p14:tracePt t="16455" x="9556750" y="2870200"/>
          <p14:tracePt t="16472" x="9580563" y="2881313"/>
          <p14:tracePt t="16489" x="9593263" y="2894013"/>
          <p14:tracePt t="16505" x="9604375" y="2894013"/>
          <p14:tracePt t="16522" x="9617075" y="2905125"/>
          <p14:tracePt t="16554" x="9628188" y="2917825"/>
          <p14:tracePt t="16571" x="9640888" y="2952750"/>
          <p14:tracePt t="16588" x="9652000" y="2976563"/>
          <p14:tracePt t="16605" x="9652000" y="2987675"/>
          <p14:tracePt t="16622" x="9652000" y="3000375"/>
          <p14:tracePt t="16639" x="9652000" y="3011488"/>
          <p14:tracePt t="16672" x="9663113" y="3024188"/>
          <p14:tracePt t="16690" x="9686925" y="3035300"/>
          <p14:tracePt t="16705" x="9686925" y="3046413"/>
          <p14:tracePt t="16722" x="9686925" y="3059113"/>
          <p14:tracePt t="16724" x="9699625" y="3059113"/>
          <p14:tracePt t="16755" x="9699625" y="3070225"/>
          <p14:tracePt t="16772" x="9699625" y="3082925"/>
          <p14:tracePt t="16933" x="9699625" y="3094038"/>
          <p14:tracePt t="16949" x="9699625" y="3106738"/>
          <p14:tracePt t="16970" x="9710738" y="3106738"/>
          <p14:tracePt t="16988" x="9723438" y="3117850"/>
          <p14:tracePt t="17005" x="9734550" y="3117850"/>
          <p14:tracePt t="17039" x="9734550" y="3130550"/>
          <p14:tracePt t="17056" x="9747250" y="3130550"/>
          <p14:tracePt t="17072" x="9758363" y="3141663"/>
          <p14:tracePt t="17089" x="9758363" y="3152775"/>
          <p14:tracePt t="17092" x="9758363" y="3165475"/>
          <p14:tracePt t="17122" x="9782175" y="3176588"/>
          <p14:tracePt t="17142" x="9793288" y="3176588"/>
          <p14:tracePt t="17155" x="9805988" y="3189288"/>
          <p14:tracePt t="17172" x="9805988" y="3200400"/>
          <p14:tracePt t="17189" x="9817100" y="3200400"/>
          <p14:tracePt t="17205" x="9817100" y="3213100"/>
          <p14:tracePt t="17222" x="9829800" y="3224213"/>
          <p14:tracePt t="17255" x="9829800" y="3235325"/>
          <p14:tracePt t="17273" x="9829800" y="3259138"/>
          <p14:tracePt t="17305" x="9829800" y="3271838"/>
          <p14:tracePt t="17339" x="9829800" y="3282950"/>
          <p14:tracePt t="17356" x="9829800" y="3306763"/>
          <p14:tracePt t="17417" x="9840913" y="3306763"/>
          <p14:tracePt t="17437" x="9853613" y="3306763"/>
          <p14:tracePt t="17902" x="9805988" y="3306763"/>
          <p14:tracePt t="17920" x="9534525" y="3306763"/>
          <p14:tracePt t="17953" x="8636000" y="3354388"/>
          <p14:tracePt t="17970" x="8258175" y="3389313"/>
          <p14:tracePt t="17987" x="7821613" y="3460750"/>
          <p14:tracePt t="18003" x="7572375" y="3519488"/>
          <p14:tracePt t="18020" x="7289800" y="3554413"/>
          <p14:tracePt t="18021" x="7159625" y="3567113"/>
          <p14:tracePt t="18038" x="6899275" y="3625850"/>
          <p14:tracePt t="18054" x="6710363" y="3673475"/>
          <p14:tracePt t="18072" x="6486525" y="3708400"/>
          <p14:tracePt t="18089" x="6380163" y="3721100"/>
          <p14:tracePt t="18092" x="6343650" y="3732213"/>
          <p14:tracePt t="18105" x="6261100" y="3743325"/>
          <p14:tracePt t="18122" x="6202363" y="3756025"/>
          <p14:tracePt t="18140" x="6130925" y="3779838"/>
          <p14:tracePt t="18156" x="6119813" y="3790950"/>
          <p14:tracePt t="18606" x="6037263" y="3790950"/>
          <p14:tracePt t="18623" x="5954713" y="3790950"/>
          <p14:tracePt t="18658" x="5811838" y="3790950"/>
          <p14:tracePt t="18674" x="5741988" y="3790950"/>
          <p14:tracePt t="18692" x="5705475" y="3790950"/>
          <p14:tracePt t="18709" x="5670550" y="3790950"/>
          <p14:tracePt t="18712" x="5646738" y="3790950"/>
          <p14:tracePt t="18725" x="5622925" y="3790950"/>
          <p14:tracePt t="18742" x="5611813" y="3790950"/>
          <p14:tracePt t="18745" x="5599113" y="3790950"/>
          <p14:tracePt t="18760" x="5576888" y="3790950"/>
          <p14:tracePt t="18775" x="5553075" y="3790950"/>
          <p14:tracePt t="18791" x="5529263" y="3790950"/>
          <p14:tracePt t="18793" x="5516563" y="3790950"/>
          <p14:tracePt t="18809" x="5481638" y="3790950"/>
          <p14:tracePt t="18826" x="5457825" y="3779838"/>
          <p14:tracePt t="18841" x="5434013" y="3779838"/>
          <p14:tracePt t="18859" x="5410200" y="3779838"/>
          <p14:tracePt t="18862" x="5399088" y="3779838"/>
          <p14:tracePt t="18892" x="5386388" y="3779838"/>
          <p14:tracePt t="18926" x="5375275" y="3779838"/>
          <p14:tracePt t="20276" x="5364163" y="3779838"/>
          <p14:tracePt t="20293" x="5340350" y="3779838"/>
          <p14:tracePt t="20326" x="5233988" y="3767138"/>
          <p14:tracePt t="20327" x="5210175" y="3767138"/>
          <p14:tracePt t="20342" x="5138738" y="3756025"/>
          <p14:tracePt t="20359" x="5091113" y="3756025"/>
          <p14:tracePt t="20376" x="5021263" y="3756025"/>
          <p14:tracePt t="20392" x="4973638" y="3756025"/>
          <p14:tracePt t="20410" x="4949825" y="3756025"/>
          <p14:tracePt t="20425" x="4926013" y="3756025"/>
          <p14:tracePt t="20441" x="4902200" y="3756025"/>
          <p14:tracePt t="20458" x="4867275" y="3756025"/>
          <p14:tracePt t="20474" x="4843463" y="3756025"/>
          <p14:tracePt t="20491" x="4819650" y="3767138"/>
          <p14:tracePt t="20526" x="4795838" y="3767138"/>
          <p14:tracePt t="20543" x="4784725" y="3767138"/>
          <p14:tracePt t="20651" x="4784725" y="3779838"/>
          <p14:tracePt t="21151" x="4795838" y="3790950"/>
          <p14:tracePt t="21168" x="4808538" y="3803650"/>
          <p14:tracePt t="21189" x="4832350" y="3825875"/>
          <p14:tracePt t="21222" x="4856163" y="3825875"/>
          <p14:tracePt t="21256" x="4867275" y="3825875"/>
          <p14:tracePt t="21272" x="4878388" y="3838575"/>
          <p14:tracePt t="21306" x="4891088" y="3849688"/>
          <p14:tracePt t="21324" x="4902200" y="3862388"/>
          <p14:tracePt t="21328" x="4914900" y="3862388"/>
          <p14:tracePt t="21358" x="4926013" y="3873500"/>
          <p14:tracePt t="21374" x="4938713" y="3873500"/>
          <p14:tracePt t="21466" x="4949825" y="3886200"/>
          <p14:tracePt t="21480" x="4962525" y="3886200"/>
          <p14:tracePt t="21542" x="4973638" y="3897313"/>
          <p14:tracePt t="21558" x="4973638" y="3910013"/>
          <p14:tracePt t="21620" x="4973638" y="3921125"/>
          <p14:tracePt t="21640" x="4984750" y="3932238"/>
          <p14:tracePt t="21656" x="4997450" y="3944938"/>
          <p14:tracePt t="21673" x="4997450" y="3968750"/>
          <p14:tracePt t="21673" x="5008563" y="3968750"/>
          <p14:tracePt t="21689" x="5008563" y="3979863"/>
          <p14:tracePt t="21706" x="5021263" y="4003675"/>
          <p14:tracePt t="21723" x="5021263" y="4038600"/>
          <p14:tracePt t="21741" x="5032375" y="4038600"/>
          <p14:tracePt t="21758" x="5032375" y="4075113"/>
          <p14:tracePt t="21774" x="5032375" y="4086225"/>
          <p14:tracePt t="21793" x="5032375" y="4110038"/>
          <p14:tracePt t="21824" x="5045075" y="4110038"/>
          <p14:tracePt t="21841" x="5045075" y="4121150"/>
          <p14:tracePt t="21857" x="5056188" y="4133850"/>
          <p14:tracePt t="21891" x="5056188" y="4144963"/>
          <p14:tracePt t="21980" x="5056188" y="4157663"/>
          <p14:tracePt t="21996" x="5068888" y="4168775"/>
          <p14:tracePt t="22022" x="5080000" y="4181475"/>
          <p14:tracePt t="22056" x="5080000" y="4205288"/>
          <p14:tracePt t="22073" x="5080000" y="4216400"/>
          <p14:tracePt t="22090" x="5091113" y="4227513"/>
          <p14:tracePt t="22107" x="5103813" y="4240213"/>
          <p14:tracePt t="22124" x="5103813" y="4251325"/>
          <p14:tracePt t="22125" x="5114925" y="4251325"/>
          <p14:tracePt t="22157" x="5127625" y="4264025"/>
          <p14:tracePt t="22174" x="5138738" y="4275138"/>
          <p14:tracePt t="22191" x="5151438" y="4287838"/>
          <p14:tracePt t="22207" x="5151438" y="4298950"/>
          <p14:tracePt t="22209" x="5162550" y="4298950"/>
          <p14:tracePt t="22223" x="5162550" y="4310063"/>
          <p14:tracePt t="22242" x="5175250" y="4310063"/>
          <p14:tracePt t="22258" x="5197475" y="4310063"/>
          <p14:tracePt t="22291" x="5210175" y="4322763"/>
          <p14:tracePt t="22307" x="5221288" y="4333875"/>
          <p14:tracePt t="22342" x="5245100" y="4346575"/>
          <p14:tracePt t="22357" x="5257800" y="4357688"/>
          <p14:tracePt t="22374" x="5281613" y="4370388"/>
          <p14:tracePt t="22375" x="5292725" y="4370388"/>
          <p14:tracePt t="22391" x="5292725" y="4381500"/>
          <p14:tracePt t="22407" x="5303838" y="4381500"/>
          <p14:tracePt t="22424" x="5316538" y="4381500"/>
          <p14:tracePt t="22441" x="5327650" y="4381500"/>
          <p14:tracePt t="22457" x="5340350" y="4381500"/>
          <p14:tracePt t="22490" x="5351463" y="4381500"/>
          <p14:tracePt t="22506" x="5422900" y="4381500"/>
          <p14:tracePt t="22506" x="5470525" y="4381500"/>
          <p14:tracePt t="22522" x="5635625" y="4381500"/>
          <p14:tracePt t="22541" x="5859463" y="4405313"/>
          <p14:tracePt t="22542" x="5954713" y="4416425"/>
          <p14:tracePt t="22557" x="6119813" y="4416425"/>
          <p14:tracePt t="22574" x="6249988" y="4416425"/>
          <p14:tracePt t="22591" x="6438900" y="4440238"/>
          <p14:tracePt t="22607" x="6556375" y="4440238"/>
          <p14:tracePt t="22623" x="6662738" y="4452938"/>
          <p14:tracePt t="22641" x="6781800" y="4452938"/>
          <p14:tracePt t="22657" x="6840538" y="4452938"/>
          <p14:tracePt t="22674" x="6958013" y="4452938"/>
          <p14:tracePt t="22690" x="7016750" y="4452938"/>
          <p14:tracePt t="22705" x="7040563" y="4452938"/>
          <p14:tracePt t="23043" x="7135813" y="4522788"/>
          <p14:tracePt t="23058" x="7229475" y="4629150"/>
          <p14:tracePt t="23084" x="7396163" y="4795838"/>
          <p14:tracePt t="23100" x="7478713" y="4878388"/>
          <p14:tracePt t="23117" x="7548563" y="4972050"/>
          <p14:tracePt t="23120" x="7596188" y="5030788"/>
          <p14:tracePt t="23133" x="7667625" y="5173663"/>
          <p14:tracePt t="23150" x="7715250" y="5291138"/>
          <p14:tracePt t="23170" x="7750175" y="5408613"/>
          <p14:tracePt t="23185" x="7761288" y="5468938"/>
          <p14:tracePt t="23200" x="7761288" y="5503863"/>
          <p14:tracePt t="23203" x="7761288" y="5514975"/>
          <p14:tracePt t="23220" x="7761288" y="5538788"/>
          <p14:tracePt t="23223" x="7750175" y="5562600"/>
          <p14:tracePt t="23233" x="7702550" y="5586413"/>
          <p14:tracePt t="23250" x="7300913" y="5657850"/>
          <p14:tracePt t="23267" x="6875463" y="5668963"/>
          <p14:tracePt t="23284" x="6521450" y="5668963"/>
          <p14:tracePt t="23285" x="6343650" y="5645150"/>
          <p14:tracePt t="23300" x="6061075" y="5610225"/>
          <p14:tracePt t="23317" x="5765800" y="5575300"/>
          <p14:tracePt t="23333" x="5340350" y="5538788"/>
          <p14:tracePt t="23337" x="5103813" y="5514975"/>
          <p14:tracePt t="23350" x="4619625" y="5527675"/>
          <p14:tracePt t="23368" x="4276725" y="5538788"/>
          <p14:tracePt t="23369" x="4111625" y="5562600"/>
          <p14:tracePt t="23384" x="3875088" y="5597525"/>
          <p14:tracePt t="23402" x="3697288" y="5634038"/>
          <p14:tracePt t="23405" x="3638550" y="5645150"/>
          <p14:tracePt t="23417" x="3532188" y="5657850"/>
          <p14:tracePt t="23434" x="3473450" y="5681663"/>
          <p14:tracePt t="23450" x="3402013" y="5681663"/>
          <p14:tracePt t="23453" x="3378200" y="5692775"/>
          <p14:tracePt t="23468" x="3354388" y="5692775"/>
          <p14:tracePt t="23484" x="3332163" y="5692775"/>
          <p14:tracePt t="23501" x="3284538" y="5692775"/>
          <p14:tracePt t="23517" x="3271838" y="5681663"/>
          <p14:tracePt t="23534" x="3249613" y="5668963"/>
          <p14:tracePt t="23550" x="3236913" y="5668963"/>
          <p14:tracePt t="23566" x="3225800" y="5668963"/>
          <p14:tracePt t="23584" x="3213100" y="5668963"/>
          <p14:tracePt t="23668" x="3201988" y="5668963"/>
          <p14:tracePt t="23730" x="3201988" y="5657850"/>
          <p14:tracePt t="23792" x="3189288" y="5657850"/>
          <p14:tracePt t="23809" x="3165475" y="5681663"/>
          <p14:tracePt t="23833" x="3024188" y="5716588"/>
          <p14:tracePt t="23850" x="2917825" y="5740400"/>
          <p14:tracePt t="23867" x="2728913" y="5727700"/>
          <p14:tracePt t="23869" x="2635250" y="5727700"/>
          <p14:tracePt t="23883" x="2433638" y="5692775"/>
          <p14:tracePt t="23901" x="2255838" y="5668963"/>
          <p14:tracePt t="23904" x="2197100" y="5634038"/>
          <p14:tracePt t="23933" x="1984375" y="5562600"/>
          <p14:tracePt t="23951" x="1914525" y="5538788"/>
          <p14:tracePt t="23953" x="1866900" y="5527675"/>
          <p14:tracePt t="23968" x="1808163" y="5491163"/>
          <p14:tracePt t="23984" x="1747838" y="5468938"/>
          <p14:tracePt t="24001" x="1701800" y="5445125"/>
          <p14:tracePt t="24019" x="1677988" y="5421313"/>
          <p14:tracePt t="24032" x="1677988" y="5408613"/>
          <p14:tracePt t="24049" x="1677988" y="5373688"/>
          <p14:tracePt t="24065" x="1736725" y="5326063"/>
          <p14:tracePt t="24082" x="1830388" y="5267325"/>
          <p14:tracePt t="24083" x="1890713" y="5243513"/>
          <p14:tracePt t="24099" x="1984375" y="5195888"/>
          <p14:tracePt t="24116" x="2043113" y="5173663"/>
          <p14:tracePt t="24134" x="2103438" y="5160963"/>
          <p14:tracePt t="24150" x="2138363" y="5160963"/>
          <p14:tracePt t="24169" x="2197100" y="5160963"/>
          <p14:tracePt t="24184" x="2279650" y="5160963"/>
          <p14:tracePt t="24200" x="2338388" y="5173663"/>
          <p14:tracePt t="24202" x="2374900" y="5195888"/>
          <p14:tracePt t="24217" x="2457450" y="5219700"/>
          <p14:tracePt t="24235" x="2516188" y="5256213"/>
          <p14:tracePt t="24237" x="2563813" y="5280025"/>
          <p14:tracePt t="24251" x="2598738" y="5314950"/>
          <p14:tracePt t="24267" x="2635250" y="5349875"/>
          <p14:tracePt t="24284" x="2657475" y="5386388"/>
          <p14:tracePt t="24287" x="2657475" y="5397500"/>
          <p14:tracePt t="24299" x="2670175" y="5421313"/>
          <p14:tracePt t="24316" x="2670175" y="5456238"/>
          <p14:tracePt t="24333" x="2670175" y="5503863"/>
          <p14:tracePt t="24349" x="2622550" y="5586413"/>
          <p14:tracePt t="24365" x="2551113" y="5645150"/>
          <p14:tracePt t="24384" x="2481263" y="5681663"/>
          <p14:tracePt t="24401" x="2444750" y="5703888"/>
          <p14:tracePt t="24416" x="2422525" y="5703888"/>
          <p14:tracePt t="24791" x="2444750" y="5703888"/>
          <p14:tracePt t="24809" x="2516188" y="5751513"/>
          <p14:tracePt t="24840" x="2635250" y="5846763"/>
          <p14:tracePt t="24841" x="2646363" y="5870575"/>
          <p14:tracePt t="24857" x="2681288" y="5940425"/>
          <p14:tracePt t="24873" x="2717800" y="6011863"/>
          <p14:tracePt t="24891" x="2741613" y="6081713"/>
          <p14:tracePt t="24907" x="2752725" y="6118225"/>
          <p14:tracePt t="24924" x="2752725" y="6153150"/>
          <p14:tracePt t="24925" x="2752725" y="6165850"/>
          <p14:tracePt t="24957" x="2752725" y="6176963"/>
          <p14:tracePt t="24974" x="2752725" y="6200775"/>
          <p14:tracePt t="24990" x="2752725" y="6211888"/>
          <p14:tracePt t="25008" x="2752725" y="6235700"/>
          <p14:tracePt t="25023" x="2752725" y="6248400"/>
          <p14:tracePt t="25041" x="2752725" y="6283325"/>
          <p14:tracePt t="25057" x="2752725" y="6307138"/>
          <p14:tracePt t="25073" x="2752725" y="6318250"/>
          <p14:tracePt t="25091" x="2741613" y="6342063"/>
          <p14:tracePt t="25108" x="2693988" y="6376988"/>
          <p14:tracePt t="25123" x="2611438" y="6413500"/>
          <p14:tracePt t="25126" x="2551113" y="6448425"/>
          <p14:tracePt t="25141" x="2457450" y="6483350"/>
          <p14:tracePt t="25158" x="2362200" y="6530975"/>
          <p14:tracePt t="25160" x="2316163" y="6543675"/>
          <p14:tracePt t="25174" x="2255838" y="6554788"/>
          <p14:tracePt t="25176" x="2197100" y="6565900"/>
          <p14:tracePt t="25191" x="2090738" y="6578600"/>
          <p14:tracePt t="25207" x="2008188" y="6578600"/>
          <p14:tracePt t="25224" x="1890713" y="6565900"/>
          <p14:tracePt t="25240" x="1808163" y="6565900"/>
          <p14:tracePt t="25257" x="1701800" y="6543675"/>
          <p14:tracePt t="25273" x="1619250" y="6543675"/>
          <p14:tracePt t="25291" x="1558925" y="6530975"/>
          <p14:tracePt t="25308" x="1489075" y="6507163"/>
          <p14:tracePt t="25323" x="1452563" y="6483350"/>
          <p14:tracePt t="25346" x="1417638" y="6461125"/>
          <p14:tracePt t="25357" x="1406525" y="6448425"/>
          <p14:tracePt t="25362" x="1406525" y="6424613"/>
          <p14:tracePt t="25374" x="1406525" y="6413500"/>
          <p14:tracePt t="25376" x="1406525" y="6400800"/>
          <p14:tracePt t="25390" x="1428750" y="6365875"/>
          <p14:tracePt t="25407" x="1476375" y="6342063"/>
          <p14:tracePt t="25424" x="1689100" y="6270625"/>
          <p14:tracePt t="25440" x="1866900" y="6224588"/>
          <p14:tracePt t="25458" x="1997075" y="6176963"/>
          <p14:tracePt t="25460" x="2079625" y="6165850"/>
          <p14:tracePt t="25473" x="2114550" y="6142038"/>
          <p14:tracePt t="25474" x="2149475" y="6142038"/>
          <p14:tracePt t="25490" x="2233613" y="6129338"/>
          <p14:tracePt t="25506" x="2292350" y="6129338"/>
          <p14:tracePt t="25508" x="2316163" y="6129338"/>
          <p14:tracePt t="25523" x="2386013" y="6129338"/>
          <p14:tracePt t="25540" x="2468563" y="6153150"/>
          <p14:tracePt t="25544" x="2492375" y="6165850"/>
          <p14:tracePt t="25558" x="2574925" y="6188075"/>
          <p14:tracePt t="25575" x="2635250" y="6211888"/>
          <p14:tracePt t="25578" x="2657475" y="6224588"/>
          <p14:tracePt t="25590" x="2705100" y="6235700"/>
          <p14:tracePt t="25607" x="2728913" y="6259513"/>
          <p14:tracePt t="25624" x="2741613" y="6270625"/>
          <p14:tracePt t="25625" x="2752725" y="6283325"/>
          <p14:tracePt t="25640" x="2763838" y="6294438"/>
          <p14:tracePt t="25659" x="2763838" y="6318250"/>
          <p14:tracePt t="25661" x="2752725" y="6330950"/>
          <p14:tracePt t="25673" x="2728913" y="6354763"/>
          <p14:tracePt t="25675" x="2705100" y="6365875"/>
          <p14:tracePt t="25690" x="2611438" y="6413500"/>
          <p14:tracePt t="25708" x="2481263" y="6461125"/>
          <p14:tracePt t="25710" x="2422525" y="6496050"/>
          <p14:tracePt t="25724" x="2279650" y="6530975"/>
          <p14:tracePt t="25740" x="2197100" y="6565900"/>
          <p14:tracePt t="25757" x="2114550" y="6578600"/>
          <p14:tracePt t="25758" x="2079625" y="6589713"/>
          <p14:tracePt t="25772" x="2020888" y="6602413"/>
          <p14:tracePt t="25789" x="1949450" y="6602413"/>
          <p14:tracePt t="25808" x="1890713" y="6602413"/>
          <p14:tracePt t="25824" x="1843088" y="6602413"/>
          <p14:tracePt t="25841" x="1819275" y="6602413"/>
          <p14:tracePt t="26261" x="1878013" y="6602413"/>
          <p14:tracePt t="26279" x="1960563" y="6602413"/>
          <p14:tracePt t="26296" x="2043113" y="6602413"/>
          <p14:tracePt t="26314" x="2185988" y="6602413"/>
          <p14:tracePt t="26331" x="2422525" y="6602413"/>
          <p14:tracePt t="26348" x="3354388" y="6602413"/>
          <p14:tracePt t="26363" x="4418013" y="6626225"/>
          <p14:tracePt t="26382" x="5611813" y="6708775"/>
          <p14:tracePt t="26397" x="6143625" y="6767513"/>
          <p14:tracePt t="26413" x="6497638" y="6802438"/>
          <p14:tracePt t="26431" x="6769100" y="6838950"/>
          <p14:tracePt t="26447" x="6840538" y="6838950"/>
          <p14:tracePt t="26464" x="6888163" y="6838950"/>
          <p14:tracePt t="26465" x="6910388" y="6838950"/>
          <p14:tracePt t="26481" x="6934200" y="6815138"/>
          <p14:tracePt t="26497" x="6946900" y="6778625"/>
          <p14:tracePt t="26855" x="7088188" y="6778625"/>
          <p14:tracePt t="26870" x="7489825" y="6778625"/>
          <p14:tracePt t="26900" x="8329613" y="6778625"/>
          <p14:tracePt t="26905" x="8564563" y="6778625"/>
          <p14:tracePt t="26934" x="9226550" y="6791325"/>
          <p14:tracePt t="26951" x="9474200" y="6826250"/>
          <p14:tracePt t="26954" x="9580563" y="6838950"/>
          <p14:tracePt t="26968" x="9734550" y="6884988"/>
          <p14:tracePt t="26985" x="9864725" y="6921500"/>
          <p14:tracePt t="27001" x="9994900" y="6945313"/>
          <p14:tracePt t="27020" x="10042525" y="6945313"/>
          <p14:tracePt t="27022" x="10077450" y="6945313"/>
          <p14:tracePt t="27033" x="10088563" y="6945313"/>
          <p14:tracePt t="27035" x="10112375" y="6945313"/>
          <p14:tracePt t="27052" x="10148888" y="6921500"/>
          <p14:tracePt t="27067" x="10160000" y="6908800"/>
          <p14:tracePt t="27416" x="10255250" y="6873875"/>
          <p14:tracePt t="27435" x="10372725" y="6850063"/>
          <p14:tracePt t="27453" x="10502900" y="6826250"/>
          <p14:tracePt t="27471" x="10585450" y="6826250"/>
          <p14:tracePt t="27472" x="10644188" y="6826250"/>
          <p14:tracePt t="27487" x="10739438" y="6826250"/>
          <p14:tracePt t="27503" x="10821988" y="6826250"/>
          <p14:tracePt t="27521" x="10915650" y="6826250"/>
          <p14:tracePt t="27522" x="10952163" y="6826250"/>
          <p14:tracePt t="27535" x="11010900" y="6826250"/>
          <p14:tracePt t="27553" x="11058525" y="6826250"/>
          <p14:tracePt t="27572" x="11128375" y="6826250"/>
          <p14:tracePt t="27586" x="11176000" y="6815138"/>
          <p14:tracePt t="27603" x="11234738" y="6802438"/>
          <p14:tracePt t="27605" x="11258550" y="6802438"/>
          <p14:tracePt t="27619" x="11329988" y="6802438"/>
          <p14:tracePt t="27637" x="11423650" y="6802438"/>
          <p14:tracePt t="27639" x="11460163" y="6802438"/>
          <p14:tracePt t="27653" x="11542713" y="6802438"/>
          <p14:tracePt t="27670" x="11612563" y="6802438"/>
          <p14:tracePt t="27687" x="11660188" y="6791325"/>
          <p14:tracePt t="27689" x="11684000" y="6778625"/>
          <p14:tracePt t="27704" x="11731625" y="6767513"/>
          <p14:tracePt t="27720" x="11766550" y="6756400"/>
          <p14:tracePt t="27736" x="11837988" y="6743700"/>
          <p14:tracePt t="27753" x="11885613" y="6732588"/>
          <p14:tracePt t="27771" x="11920538" y="6732588"/>
          <p14:tracePt t="27773" x="11944350" y="6732588"/>
          <p14:tracePt t="27786" x="11990388" y="6732588"/>
          <p14:tracePt t="27801" x="12050713" y="6732588"/>
          <p14:tracePt t="27819" x="12096750" y="6732588"/>
          <p14:tracePt t="27820" x="12120563" y="6732588"/>
          <p14:tracePt t="27834" x="12157075" y="6732588"/>
          <p14:tracePt t="27851" x="12168188" y="6732588"/>
          <p14:tracePt t="27869" x="12215813" y="6732588"/>
          <p14:tracePt t="27885" x="12239625" y="6732588"/>
          <p14:tracePt t="27919" x="12250738" y="6732588"/>
          <p14:tracePt t="27951" x="12287250" y="6732588"/>
          <p14:tracePt t="27969" x="12309475" y="6732588"/>
          <p14:tracePt t="27985" x="12322175" y="6732588"/>
          <p14:tracePt t="27985" x="12333288" y="6732588"/>
          <p14:tracePt t="28002" x="12345988" y="6732588"/>
          <p14:tracePt t="28018" x="12369800" y="6732588"/>
          <p14:tracePt t="28038" x="12393613" y="6732588"/>
          <p14:tracePt t="28051" x="12404725" y="6732588"/>
          <p14:tracePt t="28068" x="12415838" y="6732588"/>
          <p14:tracePt t="28085" x="12428538" y="6732588"/>
          <p14:tracePt t="28102" x="12439650" y="6732588"/>
          <p14:tracePt t="28119" x="12452350" y="6732588"/>
          <p14:tracePt t="28151" x="12476163" y="6732588"/>
          <p14:tracePt t="28168" x="12511088" y="6732588"/>
          <p14:tracePt t="28185" x="12522200" y="6732588"/>
          <p14:tracePt t="28202" x="12558713" y="6732588"/>
          <p14:tracePt t="28219" x="12593638" y="6732588"/>
          <p14:tracePt t="28236" x="12628563" y="6732588"/>
          <p14:tracePt t="28252" x="12652375" y="6732588"/>
          <p14:tracePt t="28270" x="12688888" y="6743700"/>
          <p14:tracePt t="28273" x="12700000" y="6743700"/>
          <p14:tracePt t="28303" x="12747625" y="6743700"/>
          <p14:tracePt t="28320" x="12782550" y="6743700"/>
          <p14:tracePt t="28337" x="12830175" y="6743700"/>
          <p14:tracePt t="28341" x="12841288" y="6743700"/>
          <p14:tracePt t="28353" x="12865100" y="6743700"/>
          <p14:tracePt t="28356" x="12888913" y="6743700"/>
          <p14:tracePt t="28371" x="12912725" y="6743700"/>
          <p14:tracePt t="28388" x="12960350" y="6743700"/>
          <p14:tracePt t="28390" x="12971463" y="6743700"/>
          <p14:tracePt t="28402" x="12984163" y="6743700"/>
          <p14:tracePt t="28403" x="12995275" y="6743700"/>
          <p14:tracePt t="28980" x="13019088" y="6719888"/>
          <p14:tracePt t="29000" x="13030200" y="6672263"/>
          <p14:tracePt t="29017" x="13042900" y="6650038"/>
          <p14:tracePt t="29034" x="13054013" y="6626225"/>
          <p14:tracePt t="29036" x="13054013" y="6613525"/>
          <p14:tracePt t="29050" x="13066713" y="6589713"/>
          <p14:tracePt t="29067" x="13077825" y="6578600"/>
          <p14:tracePt t="29084" x="13090525" y="6554788"/>
          <p14:tracePt t="29101" x="13101638" y="6530975"/>
          <p14:tracePt t="29119" x="13101638" y="6519863"/>
          <p14:tracePt t="29134" x="13101638" y="6507163"/>
          <p14:tracePt t="29276" x="13101638" y="6496050"/>
          <p14:tracePt t="29292" x="13101638" y="6472238"/>
          <p14:tracePt t="29316" x="13101638" y="6461125"/>
          <p14:tracePt t="29334" x="13101638" y="6437313"/>
          <p14:tracePt t="29350" x="13101638" y="6424613"/>
          <p14:tracePt t="29368" x="13101638" y="6413500"/>
          <p14:tracePt t="29401" x="13101638" y="6389688"/>
          <p14:tracePt t="29433" x="13101638" y="6376988"/>
          <p14:tracePt t="29466" x="13112750" y="6365875"/>
          <p14:tracePt t="29482" x="13112750" y="6354763"/>
          <p14:tracePt t="29499" x="13125450" y="6330950"/>
          <p14:tracePt t="29532" x="13136563" y="6330950"/>
          <p14:tracePt t="29549" x="13149263" y="6330950"/>
          <p14:tracePt t="29566" x="13160375" y="6330950"/>
          <p14:tracePt t="29599" x="13173075" y="6330950"/>
          <p14:tracePt t="29616" x="13184188" y="6342063"/>
          <p14:tracePt t="29632" x="13196888" y="6354763"/>
          <p14:tracePt t="29649" x="13196888" y="6365875"/>
          <p14:tracePt t="29666" x="13196888" y="6389688"/>
          <p14:tracePt t="29682" x="13196888" y="6413500"/>
          <p14:tracePt t="29699" x="13196888" y="6437313"/>
          <p14:tracePt t="29716" x="13173075" y="6483350"/>
          <p14:tracePt t="29732" x="13160375" y="6507163"/>
          <p14:tracePt t="29750" x="13149263" y="6543675"/>
          <p14:tracePt t="29766" x="13136563" y="6578600"/>
          <p14:tracePt t="29782" x="13125450" y="6602413"/>
          <p14:tracePt t="29799" x="13112750" y="6637338"/>
          <p14:tracePt t="29816" x="13112750" y="6672263"/>
          <p14:tracePt t="29832" x="13101638" y="6696075"/>
          <p14:tracePt t="29849" x="13090525" y="6719888"/>
          <p14:tracePt t="29866" x="13090525" y="6732588"/>
          <p14:tracePt t="29867" x="13090525" y="6743700"/>
          <p14:tracePt t="29882" x="13090525" y="6756400"/>
          <p14:tracePt t="29933" x="13090525" y="6767513"/>
          <p14:tracePt t="29964" x="13090525" y="6778625"/>
          <p14:tracePt t="29983" x="13090525" y="6791325"/>
          <p14:tracePt t="30877" x="13101638" y="6778625"/>
          <p14:tracePt t="30882" x="13136563" y="6756400"/>
          <p14:tracePt t="30894" x="13160375" y="6732588"/>
          <p14:tracePt t="30929" x="13242925" y="6637338"/>
          <p14:tracePt t="30945" x="13266738" y="6589713"/>
          <p14:tracePt t="30962" x="13290550" y="6578600"/>
          <p14:tracePt t="30979" x="13303250" y="6565900"/>
          <p14:tracePt t="30982" x="13314363" y="6554788"/>
          <p14:tracePt t="31002" x="13325475" y="6554788"/>
          <p14:tracePt t="31015" x="13338175" y="6554788"/>
          <p14:tracePt t="31086" x="13338175" y="6543675"/>
          <p14:tracePt t="31099" x="13338175" y="6530975"/>
          <p14:tracePt t="31112" x="13338175" y="6519863"/>
          <p14:tracePt t="31251" x="13338175" y="6507163"/>
          <p14:tracePt t="31278" x="13338175" y="6496050"/>
          <p14:tracePt t="31304" x="13338175" y="6472238"/>
          <p14:tracePt t="31319" x="13349288" y="6461125"/>
          <p14:tracePt t="31335" x="13385800" y="6424613"/>
          <p14:tracePt t="31353" x="13409613" y="6413500"/>
          <p14:tracePt t="31357" x="13420725" y="6413500"/>
          <p14:tracePt t="31369" x="13455650" y="6400800"/>
          <p14:tracePt t="31371" x="13455650" y="6389688"/>
          <p14:tracePt t="31385" x="13492163" y="6365875"/>
          <p14:tracePt t="31403" x="13514388" y="6342063"/>
          <p14:tracePt t="31419" x="13538200" y="6342063"/>
          <p14:tracePt t="31436" x="13538200" y="6330950"/>
          <p14:tracePt t="31453" x="13538200" y="6318250"/>
          <p14:tracePt t="31471" x="13538200" y="6307138"/>
          <p14:tracePt t="31486" x="13538200" y="6283325"/>
          <p14:tracePt t="31503" x="13562013" y="6270625"/>
          <p14:tracePt t="31519" x="13585825" y="6259513"/>
          <p14:tracePt t="31535" x="13644563" y="6211888"/>
          <p14:tracePt t="31552" x="13681075" y="6188075"/>
        </p14:tracePtLst>
      </p14:laserTraceLst>
    </p:ext>
    <p:ext uri="{E180D4A7-C9FB-4DFB-919C-405C955672EB}">
      <p14:showEvtLst xmlns:p14="http://schemas.microsoft.com/office/powerpoint/2010/main">
        <p14:playEvt time="369" objId="2"/>
        <p14:stopEvt time="30456" objId="2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F7D9BEF-FB0A-8266-C45E-8F24385F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269D0244-E99D-D445-83D0-98F54673583B}"/>
              </a:ext>
            </a:extLst>
          </p:cNvPr>
          <p:cNvGrpSpPr/>
          <p:nvPr/>
        </p:nvGrpSpPr>
        <p:grpSpPr>
          <a:xfrm>
            <a:off x="438651" y="1628521"/>
            <a:ext cx="12820150" cy="5944379"/>
            <a:chOff x="591053" y="2050493"/>
            <a:chExt cx="12820150" cy="5944379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A2B63062-D541-8E1D-A2E6-0919D792ED26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5944379"/>
              <a:chOff x="616863" y="2825214"/>
              <a:chExt cx="8637608" cy="5944379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E9C93E38-988B-B801-1674-DE76547645C6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5547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Model Ideation: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/>
                  <a:t>입력 시퀀스를 </a:t>
                </a:r>
                <a:r>
                  <a:rPr lang="ko-KR" altLang="en-US" b="1" dirty="0">
                    <a:highlight>
                      <a:srgbClr val="FFFF00"/>
                    </a:highlight>
                  </a:rPr>
                  <a:t>하나의 고정된 크기의 벡터로 변환 </a:t>
                </a:r>
                <a:endParaRPr lang="en-US" altLang="ko-KR" b="1" dirty="0">
                  <a:highlight>
                    <a:srgbClr val="FFFF00"/>
                  </a:highlight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/>
                  <a:t>변환된 벡터를 기반으로 출력 시퀀스를 생성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수식 표현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/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특징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입력과 출력의 길이가 다를 수 있음</a:t>
                </a:r>
                <a:r>
                  <a:rPr lang="en-US" altLang="ko-KR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(T vs T’)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어떠한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Encoding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과정을 거쳐 만들어진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Context vector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토대로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output Decoding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과정에서 단어를 출력할 때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각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step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 앞선 정보를 활용하여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 단어가 등장할 확률을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고려하여 출력함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/>
                  <a:t>문장 끝을 구별하기 위해 </a:t>
                </a:r>
                <a:r>
                  <a:rPr lang="ko-KR" altLang="en-US" b="1" dirty="0"/>
                  <a:t>특수 토큰 </a:t>
                </a:r>
                <a:r>
                  <a:rPr lang="en-US" altLang="ko-KR" b="1" dirty="0"/>
                  <a:t>&lt;EOS&gt; (End-of-Sentence)</a:t>
                </a:r>
                <a:r>
                  <a:rPr lang="ko-KR" altLang="en-US" dirty="0"/>
                  <a:t> 를 추가함</a:t>
                </a:r>
                <a:endParaRPr lang="en-US" altLang="ko-KR" dirty="0"/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b="1" dirty="0"/>
                  <a:t>Cf) &lt;SOS&gt; (Start-of-Sentence)</a:t>
                </a: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A1661CA2-5DEC-C506-959B-080543C503A5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2.2. LSTM based Encoder-Decoder Architecture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highlight>
                    <a:srgbClr val="C5D5E9"/>
                  </a:highligh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AE22F9DA-B037-142E-59BF-98EE33126A27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="" xmlns:a16="http://schemas.microsoft.com/office/drawing/2014/main" id="{46CA320F-1613-755C-AF50-81621B697834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슬라이드 번호 개체 틀 17">
            <a:extLst>
              <a:ext uri="{FF2B5EF4-FFF2-40B4-BE49-F238E27FC236}">
                <a16:creationId xmlns="" xmlns:a16="http://schemas.microsoft.com/office/drawing/2014/main" id="{86D5FFA6-67E8-65D3-E62E-58068008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60898A2-7A23-E7F6-67F1-D98601E02CBB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004">
            <a:extLst>
              <a:ext uri="{FF2B5EF4-FFF2-40B4-BE49-F238E27FC236}">
                <a16:creationId xmlns="" xmlns:a16="http://schemas.microsoft.com/office/drawing/2014/main" id="{655C0F5B-871C-5BC5-7809-AF4ED1E6490C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5" name="Object 14">
              <a:extLst>
                <a:ext uri="{FF2B5EF4-FFF2-40B4-BE49-F238E27FC236}">
                  <a16:creationId xmlns="" xmlns:a16="http://schemas.microsoft.com/office/drawing/2014/main" id="{CE9B2FAA-DC48-EEE0-19F0-B40DFEAD7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48FE7D9-9410-25F4-BFA4-04BFAD94DD6C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4" name="Object 76">
            <a:extLst>
              <a:ext uri="{FF2B5EF4-FFF2-40B4-BE49-F238E27FC236}">
                <a16:creationId xmlns="" xmlns:a16="http://schemas.microsoft.com/office/drawing/2014/main" id="{BCD70752-36DF-62E5-EDEE-5A00E7298F89}"/>
              </a:ext>
            </a:extLst>
          </p:cNvPr>
          <p:cNvSpPr txBox="1"/>
          <p:nvPr/>
        </p:nvSpPr>
        <p:spPr>
          <a:xfrm>
            <a:off x="446495" y="266700"/>
            <a:ext cx="132695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Model Architecture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53469B49-15B1-EE11-1039-F58D6FE80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23081"/>
            <a:ext cx="6468378" cy="9621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65B19007-2CFF-DAC4-44CE-152DFA9AA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36" y="7371037"/>
            <a:ext cx="8452692" cy="21092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79868A9-EC0A-FC2D-0EB6-D7BB7A2D7657}"/>
              </a:ext>
            </a:extLst>
          </p:cNvPr>
          <p:cNvSpPr txBox="1"/>
          <p:nvPr/>
        </p:nvSpPr>
        <p:spPr>
          <a:xfrm>
            <a:off x="3400817" y="4793411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학습 수식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153A700D-C171-D200-639D-B3810CE4428F}"/>
              </a:ext>
            </a:extLst>
          </p:cNvPr>
          <p:cNvCxnSpPr>
            <a:stCxn id="14" idx="0"/>
            <a:endCxn id="14" idx="2"/>
          </p:cNvCxnSpPr>
          <p:nvPr/>
        </p:nvCxnSpPr>
        <p:spPr>
          <a:xfrm>
            <a:off x="5142582" y="7371037"/>
            <a:ext cx="0" cy="210929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3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37"/>
    </mc:Choice>
    <mc:Fallback xmlns="">
      <p:transition spd="slow" advTm="53437"/>
    </mc:Fallback>
  </mc:AlternateContent>
  <p:extLst>
    <p:ext uri="{3A86A75C-4F4B-4683-9AE1-C65F6400EC91}">
      <p14:laserTraceLst xmlns:p14="http://schemas.microsoft.com/office/powerpoint/2010/main">
        <p14:tracePtLst>
          <p14:tracePt t="749" x="12415838" y="4275138"/>
          <p14:tracePt t="776" x="11223625" y="4133850"/>
          <p14:tracePt t="793" x="10891838" y="4075113"/>
          <p14:tracePt t="797" x="10763250" y="4038600"/>
          <p14:tracePt t="811" x="10633075" y="3992563"/>
          <p14:tracePt t="843" x="10514013" y="3944938"/>
          <p14:tracePt t="847" x="10502900" y="3944938"/>
          <p14:tracePt t="876" x="10479088" y="3944938"/>
          <p14:tracePt t="893" x="10479088" y="3956050"/>
          <p14:tracePt t="1220" x="9686925" y="3873500"/>
          <p14:tracePt t="1244" x="8707438" y="3756025"/>
          <p14:tracePt t="1264" x="7856538" y="3649663"/>
          <p14:tracePt t="1278" x="7300913" y="3590925"/>
          <p14:tracePt t="1294" x="6805613" y="3567113"/>
          <p14:tracePt t="1311" x="6367463" y="3530600"/>
          <p14:tracePt t="1329" x="6202363" y="3530600"/>
          <p14:tracePt t="1344" x="6096000" y="3530600"/>
          <p14:tracePt t="1346" x="6072188" y="3530600"/>
          <p14:tracePt t="1361" x="6013450" y="3543300"/>
          <p14:tracePt t="1377" x="5978525" y="3554413"/>
          <p14:tracePt t="1748" x="5705475" y="3554413"/>
          <p14:tracePt t="1764" x="5516563" y="3554413"/>
          <p14:tracePt t="1791" x="5056188" y="3554413"/>
          <p14:tracePt t="1808" x="4832350" y="3530600"/>
          <p14:tracePt t="1825" x="4595813" y="3530600"/>
          <p14:tracePt t="1842" x="4430713" y="3530600"/>
          <p14:tracePt t="1859" x="4205288" y="3519488"/>
          <p14:tracePt t="1876" x="4098925" y="3519488"/>
          <p14:tracePt t="1893" x="3992563" y="3508375"/>
          <p14:tracePt t="1895" x="3946525" y="3508375"/>
          <p14:tracePt t="1910" x="3862388" y="3508375"/>
          <p14:tracePt t="1927" x="3768725" y="3508375"/>
          <p14:tracePt t="1942" x="3697288" y="3508375"/>
          <p14:tracePt t="1946" x="3638550" y="3508375"/>
          <p14:tracePt t="1959" x="3567113" y="3508375"/>
          <p14:tracePt t="1977" x="3508375" y="3508375"/>
          <p14:tracePt t="1979" x="3484563" y="3508375"/>
          <p14:tracePt t="1992" x="3460750" y="3508375"/>
          <p14:tracePt t="1994" x="3449638" y="3508375"/>
          <p14:tracePt t="2009" x="3402013" y="3508375"/>
          <p14:tracePt t="2026" x="3378200" y="3495675"/>
          <p14:tracePt t="2044" x="3354388" y="3484563"/>
          <p14:tracePt t="2060" x="3332163" y="3484563"/>
          <p14:tracePt t="2077" x="3319463" y="3484563"/>
          <p14:tracePt t="2109" x="3308350" y="3484563"/>
          <p14:tracePt t="2217" x="3308350" y="3471863"/>
          <p14:tracePt t="2248" x="3308350" y="3448050"/>
          <p14:tracePt t="2264" x="3308350" y="3436938"/>
          <p14:tracePt t="2292" x="3308350" y="3425825"/>
          <p14:tracePt t="2309" x="3332163" y="3425825"/>
          <p14:tracePt t="2316" x="3343275" y="3425825"/>
          <p14:tracePt t="2319" x="3354388" y="3425825"/>
          <p14:tracePt t="2342" x="3390900" y="3425825"/>
          <p14:tracePt t="2361" x="3438525" y="3425825"/>
          <p14:tracePt t="2377" x="3460750" y="3425825"/>
          <p14:tracePt t="2393" x="3484563" y="3425825"/>
          <p14:tracePt t="2395" x="3497263" y="3425825"/>
          <p14:tracePt t="2409" x="3521075" y="3425825"/>
          <p14:tracePt t="2426" x="3532188" y="3425825"/>
          <p14:tracePt t="2444" x="3556000" y="3425825"/>
          <p14:tracePt t="2460" x="3579813" y="3425825"/>
          <p14:tracePt t="2477" x="3614738" y="3436938"/>
          <p14:tracePt t="2494" x="3651250" y="3448050"/>
          <p14:tracePt t="2509" x="3673475" y="3460750"/>
          <p14:tracePt t="2527" x="3697288" y="3460750"/>
          <p14:tracePt t="2542" x="3721100" y="3460750"/>
          <p14:tracePt t="2560" x="3733800" y="3460750"/>
          <p14:tracePt t="2561" x="3744913" y="3460750"/>
          <p14:tracePt t="2595" x="3768725" y="3460750"/>
          <p14:tracePt t="2597" x="3779838" y="3460750"/>
          <p14:tracePt t="2610" x="3792538" y="3460750"/>
          <p14:tracePt t="2627" x="3816350" y="3460750"/>
          <p14:tracePt t="2642" x="3827463" y="3460750"/>
          <p14:tracePt t="2660" x="3862388" y="3460750"/>
          <p14:tracePt t="2676" x="3886200" y="3471863"/>
          <p14:tracePt t="2694" x="3910013" y="3484563"/>
          <p14:tracePt t="2710" x="3933825" y="3495675"/>
          <p14:tracePt t="2727" x="3946525" y="3508375"/>
          <p14:tracePt t="2729" x="3957638" y="3508375"/>
          <p14:tracePt t="2743" x="3968750" y="3508375"/>
          <p14:tracePt t="2775" x="3992563" y="3508375"/>
          <p14:tracePt t="2792" x="4005263" y="3495675"/>
          <p14:tracePt t="2810" x="4029075" y="3495675"/>
          <p14:tracePt t="2844" x="4064000" y="3495675"/>
          <p14:tracePt t="2861" x="4087813" y="3508375"/>
          <p14:tracePt t="2876" x="4098925" y="3519488"/>
          <p14:tracePt t="2910" x="4111625" y="3519488"/>
          <p14:tracePt t="3046" x="4111625" y="3508375"/>
          <p14:tracePt t="3062" x="4111625" y="3495675"/>
          <p14:tracePt t="3092" x="4111625" y="3484563"/>
          <p14:tracePt t="3124" x="4111625" y="3471863"/>
          <p14:tracePt t="3248" x="4098925" y="3460750"/>
          <p14:tracePt t="3389" x="4087813" y="3448050"/>
          <p14:tracePt t="3408" x="4075113" y="3436938"/>
          <p14:tracePt t="3426" x="4052888" y="3413125"/>
          <p14:tracePt t="3443" x="4029075" y="3402013"/>
          <p14:tracePt t="3460" x="4016375" y="3378200"/>
          <p14:tracePt t="3477" x="3992563" y="3365500"/>
          <p14:tracePt t="3478" x="3981450" y="3354388"/>
          <p14:tracePt t="3509" x="3968750" y="3341688"/>
          <p14:tracePt t="3529" x="3957638" y="3341688"/>
          <p14:tracePt t="3542" x="3946525" y="3330575"/>
          <p14:tracePt t="3575" x="3922713" y="3306763"/>
          <p14:tracePt t="3591" x="3910013" y="3295650"/>
          <p14:tracePt t="3625" x="3898900" y="3271838"/>
          <p14:tracePt t="3643" x="3886200" y="3271838"/>
          <p14:tracePt t="3660" x="3886200" y="3248025"/>
          <p14:tracePt t="3679" x="3862388" y="3224213"/>
          <p14:tracePt t="3693" x="3862388" y="3213100"/>
          <p14:tracePt t="3710" x="3862388" y="3200400"/>
          <p14:tracePt t="3728" x="3862388" y="3189288"/>
          <p14:tracePt t="3743" x="3862388" y="3176588"/>
          <p14:tracePt t="3760" x="3862388" y="3165475"/>
          <p14:tracePt t="3777" x="3862388" y="3152775"/>
          <p14:tracePt t="3905" x="3875088" y="3165475"/>
          <p14:tracePt t="3926" x="3886200" y="3176588"/>
          <p14:tracePt t="3943" x="3898900" y="3189288"/>
          <p14:tracePt t="4062" x="3910013" y="3200400"/>
          <p14:tracePt t="4077" x="3910013" y="3213100"/>
          <p14:tracePt t="4264" x="3910013" y="3200400"/>
          <p14:tracePt t="4296" x="3910013" y="3189288"/>
          <p14:tracePt t="4315" x="3922713" y="3152775"/>
          <p14:tracePt t="4333" x="3933825" y="3130550"/>
          <p14:tracePt t="4349" x="3968750" y="3130550"/>
          <p14:tracePt t="4366" x="4040188" y="3082925"/>
          <p14:tracePt t="4383" x="4098925" y="3035300"/>
          <p14:tracePt t="4399" x="4159250" y="3011488"/>
          <p14:tracePt t="4401" x="4205288" y="2987675"/>
          <p14:tracePt t="4416" x="4265613" y="2963863"/>
          <p14:tracePt t="4432" x="4335463" y="2928938"/>
          <p14:tracePt t="4450" x="4418013" y="2881313"/>
          <p14:tracePt t="4469" x="4465638" y="2870200"/>
          <p14:tracePt t="4471" x="4489450" y="2857500"/>
          <p14:tracePt t="4482" x="4513263" y="2857500"/>
          <p14:tracePt t="4485" x="4524375" y="2857500"/>
          <p14:tracePt t="4499" x="4560888" y="2857500"/>
          <p14:tracePt t="4518" x="4630738" y="2857500"/>
          <p14:tracePt t="4519" x="4654550" y="2857500"/>
          <p14:tracePt t="4533" x="4725988" y="2846388"/>
          <p14:tracePt t="4550" x="4784725" y="2835275"/>
          <p14:tracePt t="4566" x="4856163" y="2822575"/>
          <p14:tracePt t="4568" x="4891088" y="2811463"/>
          <p14:tracePt t="4583" x="4938713" y="2798763"/>
          <p14:tracePt t="4599" x="4984750" y="2787650"/>
          <p14:tracePt t="4619" x="5045075" y="2751138"/>
          <p14:tracePt t="4632" x="5080000" y="2740025"/>
          <p14:tracePt t="4649" x="5138738" y="2716213"/>
          <p14:tracePt t="4650" x="5162550" y="2705100"/>
          <p14:tracePt t="4667" x="5210175" y="2681288"/>
          <p14:tracePt t="4683" x="5257800" y="2681288"/>
          <p14:tracePt t="4700" x="5340350" y="2668588"/>
          <p14:tracePt t="4717" x="5399088" y="2668588"/>
          <p14:tracePt t="4734" x="5457825" y="2681288"/>
          <p14:tracePt t="4736" x="5505450" y="2692400"/>
          <p14:tracePt t="4749" x="5576888" y="2716213"/>
          <p14:tracePt t="4768" x="5611813" y="2751138"/>
          <p14:tracePt t="5217" x="5646738" y="2751138"/>
          <p14:tracePt t="5232" x="5683250" y="2751138"/>
          <p14:tracePt t="5262" x="5718175" y="2740025"/>
          <p14:tracePt t="5279" x="5741988" y="2740025"/>
          <p14:tracePt t="5297" x="5765800" y="2740025"/>
          <p14:tracePt t="5389" x="5776913" y="2740025"/>
          <p14:tracePt t="5421" x="5776913" y="2751138"/>
          <p14:tracePt t="5936" x="5776913" y="2763838"/>
          <p14:tracePt t="5951" x="5776913" y="2774950"/>
          <p14:tracePt t="5982" x="5753100" y="2798763"/>
          <p14:tracePt t="6000" x="5741988" y="2811463"/>
          <p14:tracePt t="6014" x="5741988" y="2822575"/>
          <p14:tracePt t="6094" x="5741988" y="2835275"/>
          <p14:tracePt t="6248" x="5753100" y="2835275"/>
          <p14:tracePt t="6266" x="5776913" y="2835275"/>
          <p14:tracePt t="6301" x="5894388" y="2835275"/>
          <p14:tracePt t="6320" x="5965825" y="2835275"/>
          <p14:tracePt t="6333" x="6013450" y="2846388"/>
          <p14:tracePt t="6350" x="6072188" y="2857500"/>
          <p14:tracePt t="6352" x="6084888" y="2857500"/>
          <p14:tracePt t="6368" x="6130925" y="2870200"/>
          <p14:tracePt t="6382" x="6154738" y="2870200"/>
          <p14:tracePt t="6400" x="6213475" y="2870200"/>
          <p14:tracePt t="6417" x="6261100" y="2870200"/>
          <p14:tracePt t="6434" x="6308725" y="2870200"/>
          <p14:tracePt t="6436" x="6319838" y="2870200"/>
          <p14:tracePt t="6450" x="6391275" y="2870200"/>
          <p14:tracePt t="6467" x="6462713" y="2870200"/>
          <p14:tracePt t="6485" x="6580188" y="2870200"/>
          <p14:tracePt t="6501" x="6662738" y="2870200"/>
          <p14:tracePt t="6519" x="6792913" y="2870200"/>
          <p14:tracePt t="6536" x="6875463" y="2870200"/>
          <p14:tracePt t="6551" x="6934200" y="2870200"/>
          <p14:tracePt t="6567" x="6970713" y="2870200"/>
          <p14:tracePt t="6584" x="7005638" y="2870200"/>
          <p14:tracePt t="6601" x="7016750" y="2870200"/>
          <p14:tracePt t="6603" x="7029450" y="2870200"/>
          <p14:tracePt t="6634" x="7040563" y="2870200"/>
          <p14:tracePt t="6651" x="7064375" y="2870200"/>
          <p14:tracePt t="6684" x="7064375" y="2857500"/>
          <p14:tracePt t="6701" x="7064375" y="2846388"/>
          <p14:tracePt t="6858" x="7064375" y="2835275"/>
          <p14:tracePt t="6873" x="7064375" y="2822575"/>
          <p14:tracePt t="7311" x="7229475" y="2822575"/>
          <p14:tracePt t="7312" x="7348538" y="2811463"/>
          <p14:tracePt t="7328" x="7524750" y="2787650"/>
          <p14:tracePt t="7363" x="7821613" y="2774950"/>
          <p14:tracePt t="7380" x="7891463" y="2774950"/>
          <p14:tracePt t="7382" x="7926388" y="2774950"/>
          <p14:tracePt t="7396" x="8010525" y="2774950"/>
          <p14:tracePt t="7412" x="8080375" y="2763838"/>
          <p14:tracePt t="7430" x="8199438" y="2751138"/>
          <p14:tracePt t="7447" x="8269288" y="2740025"/>
          <p14:tracePt t="7463" x="8351838" y="2728913"/>
          <p14:tracePt t="7466" x="8388350" y="2728913"/>
          <p14:tracePt t="7479" x="8447088" y="2716213"/>
          <p14:tracePt t="7498" x="8505825" y="2705100"/>
          <p14:tracePt t="7499" x="8529638" y="2692400"/>
          <p14:tracePt t="7515" x="8577263" y="2692400"/>
          <p14:tracePt t="7547" x="8683625" y="2692400"/>
          <p14:tracePt t="7550" x="8707438" y="2692400"/>
          <p14:tracePt t="7563" x="8742363" y="2692400"/>
          <p14:tracePt t="7580" x="8789988" y="2705100"/>
          <p14:tracePt t="7597" x="8824913" y="2705100"/>
          <p14:tracePt t="7613" x="8837613" y="2716213"/>
          <p14:tracePt t="7630" x="8859838" y="2728913"/>
          <p14:tracePt t="7646" x="8872538" y="2728913"/>
          <p14:tracePt t="7662" x="8883650" y="2728913"/>
          <p14:tracePt t="7679" x="8896350" y="2728913"/>
          <p14:tracePt t="7713" x="8907463" y="2728913"/>
          <p14:tracePt t="7747" x="8920163" y="2728913"/>
          <p14:tracePt t="7763" x="8931275" y="2728913"/>
          <p14:tracePt t="7798" x="8942388" y="2728913"/>
          <p14:tracePt t="7952" x="8966200" y="2716213"/>
          <p14:tracePt t="7999" x="8978900" y="2716213"/>
          <p14:tracePt t="8295" x="8978900" y="2728913"/>
          <p14:tracePt t="8388" x="8978900" y="2740025"/>
          <p14:tracePt t="8404" x="8978900" y="2751138"/>
          <p14:tracePt t="8431" x="8966200" y="2774950"/>
          <p14:tracePt t="8448" x="8955088" y="2774950"/>
          <p14:tracePt t="8465" x="8920163" y="2798763"/>
          <p14:tracePt t="8481" x="8920163" y="2811463"/>
          <p14:tracePt t="8498" x="8907463" y="2835275"/>
          <p14:tracePt t="8515" x="8907463" y="2846388"/>
          <p14:tracePt t="8532" x="8896350" y="2846388"/>
          <p14:tracePt t="8533" x="8883650" y="2857500"/>
          <p14:tracePt t="8549" x="8872538" y="2870200"/>
          <p14:tracePt t="8565" x="8859838" y="2894013"/>
          <p14:tracePt t="8583" x="8848725" y="2928938"/>
          <p14:tracePt t="8600" x="8837613" y="2952750"/>
          <p14:tracePt t="8617" x="8837613" y="2987675"/>
          <p14:tracePt t="8633" x="8837613" y="3000375"/>
          <p14:tracePt t="8650" x="8837613" y="3024188"/>
          <p14:tracePt t="8667" x="8837613" y="3035300"/>
          <p14:tracePt t="8683" x="8837613" y="3046413"/>
          <p14:tracePt t="8699" x="8837613" y="3059113"/>
          <p14:tracePt t="8717" x="8837613" y="3070225"/>
          <p14:tracePt t="8732" x="8837613" y="3082925"/>
          <p14:tracePt t="8752" x="8837613" y="3106738"/>
          <p14:tracePt t="8767" x="8848725" y="3130550"/>
          <p14:tracePt t="8783" x="8848725" y="3141663"/>
          <p14:tracePt t="8784" x="8859838" y="3141663"/>
          <p14:tracePt t="8800" x="8872538" y="3141663"/>
          <p14:tracePt t="8817" x="8883650" y="3152775"/>
          <p14:tracePt t="8820" x="8883650" y="3165475"/>
          <p14:tracePt t="8833" x="8896350" y="3165475"/>
          <p14:tracePt t="8984" x="8907463" y="3165475"/>
          <p14:tracePt t="9014" x="8907463" y="3152775"/>
          <p14:tracePt t="10218" x="8966200" y="3152775"/>
          <p14:tracePt t="10237" x="9037638" y="3189288"/>
          <p14:tracePt t="10271" x="9167813" y="3189288"/>
          <p14:tracePt t="10287" x="9215438" y="3189288"/>
          <p14:tracePt t="10304" x="9261475" y="3189288"/>
          <p14:tracePt t="10306" x="9297988" y="3200400"/>
          <p14:tracePt t="10320" x="9345613" y="3213100"/>
          <p14:tracePt t="10337" x="9391650" y="3224213"/>
          <p14:tracePt t="10341" x="9415463" y="3224213"/>
          <p14:tracePt t="10354" x="9474200" y="3235325"/>
          <p14:tracePt t="10371" x="9510713" y="3235325"/>
          <p14:tracePt t="10375" x="9534525" y="3235325"/>
          <p14:tracePt t="10387" x="9545638" y="3235325"/>
          <p14:tracePt t="10388" x="9569450" y="3235325"/>
          <p14:tracePt t="10420" x="9593263" y="3235325"/>
          <p14:tracePt t="10437" x="9617075" y="3235325"/>
          <p14:tracePt t="10454" x="9628188" y="3235325"/>
          <p14:tracePt t="10471" x="9640888" y="3235325"/>
          <p14:tracePt t="10827" x="9699625" y="3235325"/>
          <p14:tracePt t="10844" x="9805988" y="3235325"/>
          <p14:tracePt t="10874" x="10006013" y="3224213"/>
          <p14:tracePt t="10891" x="10088563" y="3224213"/>
          <p14:tracePt t="10909" x="10194925" y="3224213"/>
          <p14:tracePt t="10924" x="10290175" y="3224213"/>
          <p14:tracePt t="10940" x="10383838" y="3224213"/>
          <p14:tracePt t="10958" x="10514013" y="3235325"/>
          <p14:tracePt t="10974" x="10620375" y="3235325"/>
          <p14:tracePt t="10991" x="10726738" y="3248025"/>
          <p14:tracePt t="10992" x="10763250" y="3248025"/>
          <p14:tracePt t="11006" x="10798175" y="3259138"/>
          <p14:tracePt t="11006" x="10833100" y="3259138"/>
          <p14:tracePt t="11023" x="10915650" y="3271838"/>
          <p14:tracePt t="11041" x="10998200" y="3295650"/>
          <p14:tracePt t="11057" x="11045825" y="3306763"/>
          <p14:tracePt t="11075" x="11080750" y="3319463"/>
          <p14:tracePt t="11077" x="11093450" y="3330575"/>
          <p14:tracePt t="11858" x="11045825" y="3341688"/>
          <p14:tracePt t="11875" x="11022013" y="3354388"/>
          <p14:tracePt t="11909" x="10974388" y="3354388"/>
          <p14:tracePt t="11926" x="10963275" y="3354388"/>
          <p14:tracePt t="11959" x="10952163" y="3354388"/>
          <p14:tracePt t="11976" x="10939463" y="3354388"/>
          <p14:tracePt t="11992" x="10904538" y="3365500"/>
          <p14:tracePt t="12009" x="10891838" y="3365500"/>
          <p14:tracePt t="12025" x="10856913" y="3365500"/>
          <p14:tracePt t="12026" x="10845800" y="3365500"/>
          <p14:tracePt t="12042" x="10809288" y="3365500"/>
          <p14:tracePt t="12060" x="10798175" y="3378200"/>
          <p14:tracePt t="12078" x="10750550" y="3389313"/>
          <p14:tracePt t="12095" x="10739438" y="3402013"/>
          <p14:tracePt t="12098" x="10726738" y="3402013"/>
          <p14:tracePt t="12113" x="10702925" y="3402013"/>
          <p14:tracePt t="12127" x="10668000" y="3413125"/>
          <p14:tracePt t="12144" x="10633075" y="3425825"/>
          <p14:tracePt t="12146" x="10609263" y="3436938"/>
          <p14:tracePt t="12161" x="10561638" y="3448050"/>
          <p14:tracePt t="12177" x="10537825" y="3460750"/>
          <p14:tracePt t="12180" x="10514013" y="3460750"/>
          <p14:tracePt t="12193" x="10479088" y="3471863"/>
          <p14:tracePt t="12211" x="10455275" y="3471863"/>
          <p14:tracePt t="12215" x="10431463" y="3484563"/>
          <p14:tracePt t="12226" x="10420350" y="3484563"/>
          <p14:tracePt t="12245" x="10372725" y="3495675"/>
          <p14:tracePt t="12261" x="10348913" y="3508375"/>
          <p14:tracePt t="12265" x="10337800" y="3508375"/>
          <p14:tracePt t="12277" x="10313988" y="3519488"/>
          <p14:tracePt t="12293" x="10277475" y="3530600"/>
          <p14:tracePt t="12312" x="10255250" y="3530600"/>
          <p14:tracePt t="12316" x="10242550" y="3530600"/>
          <p14:tracePt t="12344" x="10218738" y="3543300"/>
          <p14:tracePt t="12363" x="10218738" y="3554413"/>
          <p14:tracePt t="12702" x="9958388" y="3554413"/>
          <p14:tracePt t="12719" x="9699625" y="3554413"/>
          <p14:tracePt t="12733" x="9486900" y="3554413"/>
          <p14:tracePt t="12750" x="9285288" y="3554413"/>
          <p14:tracePt t="12768" x="9167813" y="3554413"/>
          <p14:tracePt t="12784" x="9002713" y="3554413"/>
          <p14:tracePt t="12800" x="8907463" y="3554413"/>
          <p14:tracePt t="12817" x="8837613" y="3554413"/>
          <p14:tracePt t="12834" x="8731250" y="3543300"/>
          <p14:tracePt t="12851" x="8659813" y="3543300"/>
          <p14:tracePt t="12854" x="8636000" y="3543300"/>
          <p14:tracePt t="12868" x="8577263" y="3530600"/>
          <p14:tracePt t="12883" x="8518525" y="3530600"/>
          <p14:tracePt t="12901" x="8470900" y="3530600"/>
          <p14:tracePt t="12902" x="8434388" y="3530600"/>
          <p14:tracePt t="12918" x="8399463" y="3530600"/>
          <p14:tracePt t="12934" x="8351838" y="3530600"/>
          <p14:tracePt t="12950" x="8329613" y="3530600"/>
          <p14:tracePt t="12951" x="8316913" y="3530600"/>
          <p14:tracePt t="12966" x="8305800" y="3530600"/>
          <p14:tracePt t="12984" x="8281988" y="3530600"/>
          <p14:tracePt t="13001" x="8269288" y="3530600"/>
          <p14:tracePt t="13017" x="8258175" y="3530600"/>
          <p14:tracePt t="13049" x="8245475" y="3543300"/>
          <p14:tracePt t="13067" x="8234363" y="3543300"/>
          <p14:tracePt t="13083" x="8223250" y="3543300"/>
          <p14:tracePt t="13101" x="8210550" y="3543300"/>
          <p14:tracePt t="13118" x="8186738" y="3543300"/>
          <p14:tracePt t="13202" x="8175625" y="3543300"/>
          <p14:tracePt t="13219" x="8162925" y="3543300"/>
          <p14:tracePt t="13235" x="8139113" y="3543300"/>
          <p14:tracePt t="13237" x="8128000" y="3543300"/>
          <p14:tracePt t="13253" x="8116888" y="3543300"/>
          <p14:tracePt t="13268" x="8080375" y="3543300"/>
          <p14:tracePt t="13272" x="8069263" y="3543300"/>
          <p14:tracePt t="13283" x="8045450" y="3543300"/>
          <p14:tracePt t="13284" x="8032750" y="3543300"/>
          <p14:tracePt t="13301" x="8021638" y="3543300"/>
          <p14:tracePt t="13318" x="7997825" y="3543300"/>
          <p14:tracePt t="13335" x="7974013" y="3543300"/>
          <p14:tracePt t="13351" x="7950200" y="3554413"/>
          <p14:tracePt t="13369" x="7891463" y="3567113"/>
          <p14:tracePt t="13384" x="7843838" y="3590925"/>
          <p14:tracePt t="13400" x="7808913" y="3602038"/>
          <p14:tracePt t="13404" x="7785100" y="3614738"/>
          <p14:tracePt t="13416" x="7761288" y="3614738"/>
          <p14:tracePt t="13418" x="7761288" y="3625850"/>
          <p14:tracePt t="13434" x="7726363" y="3636963"/>
          <p14:tracePt t="13452" x="7702550" y="3636963"/>
          <p14:tracePt t="13455" x="7691438" y="3649663"/>
          <p14:tracePt t="13467" x="7667625" y="3649663"/>
          <p14:tracePt t="13470" x="7667625" y="3660775"/>
          <p14:tracePt t="13484" x="7643813" y="3660775"/>
          <p14:tracePt t="13502" x="7620000" y="3684588"/>
          <p14:tracePt t="13505" x="7620000" y="3697288"/>
          <p14:tracePt t="13873" x="7489825" y="3697288"/>
          <p14:tracePt t="13895" x="7265988" y="3732213"/>
          <p14:tracePt t="13912" x="7112000" y="3743325"/>
          <p14:tracePt t="13928" x="7005638" y="3743325"/>
          <p14:tracePt t="13944" x="6888163" y="3756025"/>
          <p14:tracePt t="13962" x="6699250" y="3767138"/>
          <p14:tracePt t="13979" x="6592888" y="3779838"/>
          <p14:tracePt t="13983" x="6545263" y="3779838"/>
          <p14:tracePt t="13995" x="6508750" y="3790950"/>
          <p14:tracePt t="13996" x="6462713" y="3790950"/>
          <p14:tracePt t="14011" x="6402388" y="3803650"/>
          <p14:tracePt t="14029" x="6343650" y="3803650"/>
          <p14:tracePt t="14031" x="6308725" y="3803650"/>
          <p14:tracePt t="14046" x="6261100" y="3803650"/>
          <p14:tracePt t="14062" x="6213475" y="3803650"/>
          <p14:tracePt t="14078" x="6178550" y="3803650"/>
          <p14:tracePt t="14078" x="6167438" y="3803650"/>
          <p14:tracePt t="14094" x="6130925" y="3803650"/>
          <p14:tracePt t="14111" x="6107113" y="3803650"/>
          <p14:tracePt t="14129" x="6072188" y="3803650"/>
          <p14:tracePt t="14146" x="6037263" y="3803650"/>
          <p14:tracePt t="14150" x="6024563" y="3803650"/>
          <p14:tracePt t="14162" x="6013450" y="3803650"/>
          <p14:tracePt t="14163" x="6000750" y="3803650"/>
          <p14:tracePt t="14178" x="6000750" y="3814763"/>
          <p14:tracePt t="14197" x="5978525" y="3814763"/>
          <p14:tracePt t="14199" x="5965825" y="3814763"/>
          <p14:tracePt t="14215" x="5942013" y="3825875"/>
          <p14:tracePt t="14229" x="5918200" y="3825875"/>
          <p14:tracePt t="14234" x="5907088" y="3838575"/>
          <p14:tracePt t="14244" x="5894388" y="3838575"/>
          <p14:tracePt t="14246" x="5883275" y="3849688"/>
          <p14:tracePt t="14263" x="5859463" y="3862388"/>
          <p14:tracePt t="14296" x="5835650" y="3862388"/>
          <p14:tracePt t="14312" x="5824538" y="3862388"/>
          <p14:tracePt t="14329" x="5811838" y="3862388"/>
          <p14:tracePt t="14498" x="5800725" y="3862388"/>
          <p14:tracePt t="14516" x="5789613" y="3862388"/>
          <p14:tracePt t="14607" x="5789613" y="3886200"/>
          <p14:tracePt t="14624" x="5776913" y="3886200"/>
          <p14:tracePt t="14651" x="5776913" y="3910013"/>
          <p14:tracePt t="14667" x="5776913" y="3921125"/>
          <p14:tracePt t="14684" x="5765800" y="3921125"/>
          <p14:tracePt t="14700" x="5765800" y="3932238"/>
          <p14:tracePt t="14718" x="5765800" y="3944938"/>
          <p14:tracePt t="14751" x="5765800" y="3956050"/>
          <p14:tracePt t="14768" x="5765800" y="3968750"/>
          <p14:tracePt t="14784" x="5765800" y="3979863"/>
          <p14:tracePt t="14801" x="5765800" y="3992563"/>
          <p14:tracePt t="14842" x="5765800" y="4003675"/>
          <p14:tracePt t="14890" x="5765800" y="4016375"/>
          <p14:tracePt t="14904" x="5765800" y="4027488"/>
          <p14:tracePt t="14934" x="5776913" y="4051300"/>
          <p14:tracePt t="14950" x="5776913" y="4062413"/>
          <p14:tracePt t="14983" x="5776913" y="4075113"/>
          <p14:tracePt t="15017" x="5789613" y="4075113"/>
          <p14:tracePt t="15092" x="5800725" y="4075113"/>
          <p14:tracePt t="15124" x="5800725" y="4086225"/>
          <p14:tracePt t="15139" x="5811838" y="4098925"/>
          <p14:tracePt t="15166" x="5811838" y="4110038"/>
          <p14:tracePt t="15183" x="5811838" y="4133850"/>
          <p14:tracePt t="15375" x="5811838" y="4144963"/>
          <p14:tracePt t="15396" x="5811838" y="4157663"/>
          <p14:tracePt t="15414" x="5811838" y="4168775"/>
          <p14:tracePt t="15467" x="5811838" y="4181475"/>
          <p14:tracePt t="15499" x="5811838" y="4192588"/>
          <p14:tracePt t="16420" x="5824538" y="4205288"/>
          <p14:tracePt t="16438" x="5824538" y="4227513"/>
          <p14:tracePt t="16473" x="5824538" y="4251325"/>
          <p14:tracePt t="16476" x="5824538" y="4264025"/>
          <p14:tracePt t="16489" x="5835650" y="4275138"/>
          <p14:tracePt t="16524" x="5848350" y="4287838"/>
          <p14:tracePt t="16541" x="5848350" y="4298950"/>
          <p14:tracePt t="16557" x="5848350" y="4322763"/>
          <p14:tracePt t="16559" x="5848350" y="4333875"/>
          <p14:tracePt t="16572" x="5859463" y="4357688"/>
          <p14:tracePt t="16589" x="5859463" y="4381500"/>
          <p14:tracePt t="16608" x="5883275" y="4452938"/>
          <p14:tracePt t="16623" x="5883275" y="4500563"/>
          <p14:tracePt t="16638" x="5883275" y="4559300"/>
          <p14:tracePt t="16656" x="5883275" y="4618038"/>
          <p14:tracePt t="16672" x="5883275" y="4641850"/>
          <p14:tracePt t="16690" x="5883275" y="4676775"/>
          <p14:tracePt t="16707" x="5883275" y="4700588"/>
          <p14:tracePt t="16723" x="5883275" y="4724400"/>
          <p14:tracePt t="16725" x="5883275" y="4748213"/>
          <p14:tracePt t="16740" x="5883275" y="4772025"/>
          <p14:tracePt t="16756" x="5883275" y="4783138"/>
          <p14:tracePt t="16773" x="5883275" y="4818063"/>
          <p14:tracePt t="16807" x="5883275" y="4841875"/>
          <p14:tracePt t="17748" x="5883275" y="4854575"/>
          <p14:tracePt t="17766" x="5883275" y="4900613"/>
          <p14:tracePt t="17800" x="5883275" y="4984750"/>
          <p14:tracePt t="17817" x="5883275" y="5019675"/>
          <p14:tracePt t="17834" x="5883275" y="5043488"/>
          <p14:tracePt t="17835" x="5883275" y="5054600"/>
          <p14:tracePt t="17850" x="5883275" y="5067300"/>
          <p14:tracePt t="17867" x="5883275" y="5091113"/>
          <p14:tracePt t="17882" x="5883275" y="5113338"/>
          <p14:tracePt t="17899" x="5883275" y="5126038"/>
          <p14:tracePt t="17917" x="5883275" y="5149850"/>
          <p14:tracePt t="17918" x="5883275" y="5160963"/>
          <p14:tracePt t="17933" x="5883275" y="5184775"/>
          <p14:tracePt t="17951" x="5883275" y="5195888"/>
          <p14:tracePt t="17955" x="5883275" y="5208588"/>
          <p14:tracePt t="17984" x="5883275" y="5232400"/>
          <p14:tracePt t="18202" x="5883275" y="5219700"/>
          <p14:tracePt t="18312" x="5883275" y="5208588"/>
          <p14:tracePt t="18374" x="5883275" y="5195888"/>
          <p14:tracePt t="18983" x="5883275" y="5184775"/>
          <p14:tracePt t="18999" x="5907088" y="5173663"/>
          <p14:tracePt t="19017" x="5965825" y="5149850"/>
          <p14:tracePt t="19034" x="5989638" y="5137150"/>
          <p14:tracePt t="19051" x="6000750" y="5137150"/>
          <p14:tracePt t="20857" x="6061075" y="5137150"/>
          <p14:tracePt t="20875" x="6191250" y="5126038"/>
          <p14:tracePt t="20876" x="6249988" y="5126038"/>
          <p14:tracePt t="20910" x="6486525" y="5102225"/>
          <p14:tracePt t="20912" x="6532563" y="5091113"/>
          <p14:tracePt t="20927" x="6638925" y="5067300"/>
          <p14:tracePt t="20943" x="6710363" y="5067300"/>
          <p14:tracePt t="20960" x="6816725" y="5043488"/>
          <p14:tracePt t="20975" x="6875463" y="5043488"/>
          <p14:tracePt t="20993" x="6958013" y="5043488"/>
          <p14:tracePt t="20995" x="6994525" y="5043488"/>
          <p14:tracePt t="21009" x="7064375" y="5043488"/>
          <p14:tracePt t="21028" x="7146925" y="5043488"/>
          <p14:tracePt t="21029" x="7194550" y="5043488"/>
          <p14:tracePt t="21043" x="7277100" y="5043488"/>
          <p14:tracePt t="21060" x="7348538" y="5043488"/>
          <p14:tracePt t="21076" x="7407275" y="5043488"/>
          <p14:tracePt t="21077" x="7442200" y="5043488"/>
          <p14:tracePt t="21092" x="7489825" y="5043488"/>
          <p14:tracePt t="21109" x="7537450" y="5043488"/>
          <p14:tracePt t="21129" x="7596188" y="5030788"/>
          <p14:tracePt t="21143" x="7620000" y="5019675"/>
          <p14:tracePt t="21160" x="7678738" y="4995863"/>
          <p14:tracePt t="21162" x="7702550" y="4984750"/>
          <p14:tracePt t="21179" x="7761288" y="4948238"/>
          <p14:tracePt t="21194" x="7821613" y="4937125"/>
          <p14:tracePt t="21210" x="7939088" y="4913313"/>
          <p14:tracePt t="21226" x="7986713" y="4913313"/>
          <p14:tracePt t="21243" x="8032750" y="4913313"/>
          <p14:tracePt t="21245" x="8056563" y="4913313"/>
          <p14:tracePt t="21258" x="8069263" y="4913313"/>
          <p14:tracePt t="21276" x="8104188" y="4913313"/>
          <p14:tracePt t="21292" x="8139113" y="4913313"/>
          <p14:tracePt t="21329" x="8151813" y="4913313"/>
          <p14:tracePt t="21360" x="8162925" y="4913313"/>
          <p14:tracePt t="21378" x="8186738" y="4913313"/>
          <p14:tracePt t="21393" x="8199438" y="4913313"/>
          <p14:tracePt t="21399" x="8210550" y="4913313"/>
          <p14:tracePt t="21427" x="8245475" y="4900613"/>
          <p14:tracePt t="21443" x="8269288" y="4889500"/>
          <p14:tracePt t="21460" x="8281988" y="4889500"/>
          <p14:tracePt t="21477" x="8305800" y="4889500"/>
          <p14:tracePt t="21493" x="8316913" y="4889500"/>
          <p14:tracePt t="21905" x="8612188" y="4889500"/>
          <p14:tracePt t="21922" x="8777288" y="4889500"/>
          <p14:tracePt t="21956" x="9191625" y="4889500"/>
          <p14:tracePt t="21972" x="9391650" y="4889500"/>
          <p14:tracePt t="21989" x="9521825" y="4889500"/>
          <p14:tracePt t="22006" x="9640888" y="4889500"/>
          <p14:tracePt t="22023" x="9793288" y="4889500"/>
          <p14:tracePt t="22039" x="9899650" y="4889500"/>
          <p14:tracePt t="22056" x="9982200" y="4889500"/>
          <p14:tracePt t="22057" x="10018713" y="4889500"/>
          <p14:tracePt t="22072" x="10101263" y="4889500"/>
          <p14:tracePt t="22090" x="10160000" y="4889500"/>
          <p14:tracePt t="22091" x="10194925" y="4889500"/>
          <p14:tracePt t="22107" x="10242550" y="4889500"/>
          <p14:tracePt t="22124" x="10290175" y="4889500"/>
          <p14:tracePt t="22127" x="10313988" y="4900613"/>
          <p14:tracePt t="22157" x="10361613" y="4900613"/>
          <p14:tracePt t="22174" x="10407650" y="4900613"/>
          <p14:tracePt t="22190" x="10431463" y="4900613"/>
          <p14:tracePt t="22207" x="10455275" y="4900613"/>
          <p14:tracePt t="22210" x="10466388" y="4900613"/>
          <p14:tracePt t="22223" x="10490200" y="4900613"/>
          <p14:tracePt t="22241" x="10502900" y="4900613"/>
          <p14:tracePt t="22640" x="10880725" y="4865688"/>
          <p14:tracePt t="22657" x="11058525" y="4830763"/>
          <p14:tracePt t="22692" x="11306175" y="4795838"/>
          <p14:tracePt t="22709" x="11377613" y="4783138"/>
          <p14:tracePt t="22726" x="11399838" y="4783138"/>
          <p14:tracePt t="22743" x="11412538" y="4783138"/>
          <p14:tracePt t="22746" x="11423650" y="4783138"/>
          <p14:tracePt t="22758" x="11436350" y="4783138"/>
          <p14:tracePt t="22776" x="11447463" y="4783138"/>
          <p14:tracePt t="22779" x="11460163" y="4783138"/>
          <p14:tracePt t="22935" x="11447463" y="4783138"/>
          <p14:tracePt t="22951" x="11436350" y="4783138"/>
          <p14:tracePt t="22974" x="11423650" y="4783138"/>
          <p14:tracePt t="23008" x="11412538" y="4783138"/>
          <p14:tracePt t="23025" x="11364913" y="4783138"/>
          <p14:tracePt t="23042" x="11176000" y="4795838"/>
          <p14:tracePt t="23059" x="10821988" y="4830763"/>
          <p14:tracePt t="23076" x="10301288" y="4878388"/>
          <p14:tracePt t="23077" x="9912350" y="4878388"/>
          <p14:tracePt t="23092" x="9297988" y="4924425"/>
          <p14:tracePt t="23108" x="8766175" y="4960938"/>
          <p14:tracePt t="23126" x="8245475" y="5030788"/>
          <p14:tracePt t="23142" x="7997825" y="5067300"/>
          <p14:tracePt t="23159" x="7797800" y="5113338"/>
          <p14:tracePt t="23161" x="7726363" y="5137150"/>
          <p14:tracePt t="23176" x="7608888" y="5160963"/>
          <p14:tracePt t="23192" x="7548563" y="5173663"/>
          <p14:tracePt t="23209" x="7489825" y="5184775"/>
          <p14:tracePt t="23226" x="7454900" y="5195888"/>
          <p14:tracePt t="23561" x="7088188" y="5219700"/>
          <p14:tracePt t="23576" x="6521450" y="5232400"/>
          <p14:tracePt t="23606" x="5835650" y="5232400"/>
          <p14:tracePt t="23623" x="5529263" y="5232400"/>
          <p14:tracePt t="23639" x="5186363" y="5208588"/>
          <p14:tracePt t="23656" x="4997450" y="5219700"/>
          <p14:tracePt t="23672" x="4819650" y="5232400"/>
          <p14:tracePt t="23673" x="4749800" y="5232400"/>
          <p14:tracePt t="23689" x="4630738" y="5256213"/>
          <p14:tracePt t="23706" x="4548188" y="5267325"/>
          <p14:tracePt t="23723" x="4430713" y="5326063"/>
          <p14:tracePt t="23739" x="4370388" y="5362575"/>
          <p14:tracePt t="23756" x="4335463" y="5397500"/>
          <p14:tracePt t="23758" x="4335463" y="5421313"/>
          <p14:tracePt t="23772" x="4324350" y="5445125"/>
          <p14:tracePt t="24076" x="4087813" y="5445125"/>
          <p14:tracePt t="24077" x="3968750" y="5445125"/>
          <p14:tracePt t="24093" x="3792538" y="5432425"/>
          <p14:tracePt t="24126" x="3544888" y="5421313"/>
          <p14:tracePt t="24142" x="3484563" y="5421313"/>
          <p14:tracePt t="24160" x="3425825" y="5421313"/>
          <p14:tracePt t="24175" x="3390900" y="5421313"/>
          <p14:tracePt t="24194" x="3367088" y="5421313"/>
          <p14:tracePt t="24195" x="3354388" y="5421313"/>
          <p14:tracePt t="24208" x="3332163" y="5421313"/>
          <p14:tracePt t="24225" x="3319463" y="5421313"/>
          <p14:tracePt t="24242" x="3308350" y="5421313"/>
          <p14:tracePt t="24259" x="3295650" y="5421313"/>
          <p14:tracePt t="24292" x="3284538" y="5421313"/>
          <p14:tracePt t="24309" x="3271838" y="5408613"/>
          <p14:tracePt t="24326" x="3260725" y="5397500"/>
          <p14:tracePt t="24342" x="3249613" y="5386388"/>
          <p14:tracePt t="24358" x="3236913" y="5386388"/>
          <p14:tracePt t="24592" x="3236913" y="5373688"/>
          <p14:tracePt t="24608" x="3236913" y="5362575"/>
          <p14:tracePt t="24635" x="3236913" y="5349875"/>
          <p14:tracePt t="24764" x="3249613" y="5362575"/>
          <p14:tracePt t="24782" x="3249613" y="5373688"/>
          <p14:tracePt t="24802" x="3260725" y="5373688"/>
          <p14:tracePt t="24858" x="3271838" y="5373688"/>
          <p14:tracePt t="24890" x="3284538" y="5373688"/>
          <p14:tracePt t="24921" x="3308350" y="5373688"/>
          <p14:tracePt t="24937" x="3332163" y="5386388"/>
          <p14:tracePt t="24952" x="3354388" y="5397500"/>
          <p14:tracePt t="24968" x="3367088" y="5408613"/>
          <p14:tracePt t="24988" x="3390900" y="5421313"/>
          <p14:tracePt t="25003" x="3414713" y="5421313"/>
          <p14:tracePt t="25019" x="3425825" y="5421313"/>
          <p14:tracePt t="25021" x="3438525" y="5421313"/>
          <p14:tracePt t="25035" x="3460750" y="5408613"/>
          <p14:tracePt t="25051" x="3497263" y="5397500"/>
          <p14:tracePt t="25069" x="3508375" y="5397500"/>
          <p14:tracePt t="25070" x="3532188" y="5397500"/>
          <p14:tracePt t="25084" x="3567113" y="5397500"/>
          <p14:tracePt t="25102" x="3590925" y="5397500"/>
          <p14:tracePt t="25119" x="3627438" y="5386388"/>
          <p14:tracePt t="25135" x="3651250" y="5373688"/>
          <p14:tracePt t="25152" x="3673475" y="5373688"/>
          <p14:tracePt t="25168" x="3686175" y="5362575"/>
          <p14:tracePt t="25186" x="3697288" y="5362575"/>
          <p14:tracePt t="25203" x="3721100" y="5362575"/>
          <p14:tracePt t="25218" x="3744913" y="5362575"/>
          <p14:tracePt t="25236" x="3779838" y="5373688"/>
          <p14:tracePt t="25251" x="3803650" y="5373688"/>
          <p14:tracePt t="25268" x="3827463" y="5386388"/>
          <p14:tracePt t="25284" x="3840163" y="5408613"/>
          <p14:tracePt t="25302" x="3862388" y="5408613"/>
          <p14:tracePt t="25319" x="3875088" y="5408613"/>
          <p14:tracePt t="25335" x="3886200" y="5408613"/>
          <p14:tracePt t="25367" x="3898900" y="5408613"/>
          <p14:tracePt t="25385" x="3910013" y="5408613"/>
          <p14:tracePt t="25402" x="3957638" y="5408613"/>
          <p14:tracePt t="25418" x="3992563" y="5408613"/>
          <p14:tracePt t="25435" x="4029075" y="5408613"/>
          <p14:tracePt t="25452" x="4064000" y="5421313"/>
          <p14:tracePt t="25469" x="4087813" y="5421313"/>
          <p14:tracePt t="25485" x="4098925" y="5421313"/>
          <p14:tracePt t="25501" x="4122738" y="5421313"/>
          <p14:tracePt t="25518" x="4135438" y="5421313"/>
          <p14:tracePt t="25551" x="4159250" y="5421313"/>
          <p14:tracePt t="25592" x="4170363" y="5421313"/>
          <p14:tracePt t="25618" x="4170363" y="5432425"/>
          <p14:tracePt t="25920" x="4181475" y="5432425"/>
          <p14:tracePt t="25935" x="4194175" y="5432425"/>
          <p14:tracePt t="25960" x="4217988" y="5445125"/>
          <p14:tracePt t="25979" x="4229100" y="5468938"/>
          <p14:tracePt t="25995" x="4229100" y="5480050"/>
          <p14:tracePt t="26012" x="4241800" y="5491163"/>
          <p14:tracePt t="26061" x="4252913" y="5491163"/>
          <p14:tracePt t="26077" x="4265613" y="5491163"/>
          <p14:tracePt t="26093" x="4276725" y="5491163"/>
          <p14:tracePt t="26111" x="4300538" y="5503863"/>
          <p14:tracePt t="26128" x="4324350" y="5503863"/>
          <p14:tracePt t="26147" x="4348163" y="5514975"/>
          <p14:tracePt t="26149" x="4359275" y="5527675"/>
          <p14:tracePt t="26179" x="4370388" y="5538788"/>
          <p14:tracePt t="26195" x="4383088" y="5551488"/>
          <p14:tracePt t="26212" x="4394200" y="5562600"/>
          <p14:tracePt t="26229" x="4418013" y="5575300"/>
          <p14:tracePt t="26244" x="4441825" y="5586413"/>
          <p14:tracePt t="26261" x="4465638" y="5597525"/>
          <p14:tracePt t="26265" x="4489450" y="5610225"/>
          <p14:tracePt t="26278" x="4513263" y="5621338"/>
          <p14:tracePt t="26294" x="4537075" y="5634038"/>
          <p14:tracePt t="26312" x="4560888" y="5645150"/>
          <p14:tracePt t="26329" x="4583113" y="5657850"/>
          <p14:tracePt t="26346" x="4595813" y="5668963"/>
          <p14:tracePt t="26363" x="4606925" y="5668963"/>
          <p14:tracePt t="26436" x="4606925" y="5657850"/>
          <p14:tracePt t="28109" x="4619625" y="5657850"/>
          <p14:tracePt t="28127" x="4654550" y="5657850"/>
          <p14:tracePt t="28160" x="4760913" y="5657850"/>
          <p14:tracePt t="28178" x="4832350" y="5657850"/>
          <p14:tracePt t="28180" x="4856163" y="5657850"/>
          <p14:tracePt t="28194" x="4914900" y="5668963"/>
          <p14:tracePt t="28212" x="4962525" y="5668963"/>
          <p14:tracePt t="28228" x="4984750" y="5668963"/>
          <p14:tracePt t="28229" x="4997450" y="5668963"/>
          <p14:tracePt t="28244" x="5032375" y="5668963"/>
          <p14:tracePt t="28262" x="5045075" y="5668963"/>
          <p14:tracePt t="28264" x="5056188" y="5668963"/>
          <p14:tracePt t="28295" x="5068888" y="5668963"/>
          <p14:tracePt t="28311" x="5080000" y="5668963"/>
          <p14:tracePt t="28344" x="5103813" y="5668963"/>
          <p14:tracePt t="28362" x="5114925" y="5668963"/>
          <p14:tracePt t="28378" x="5127625" y="5681663"/>
          <p14:tracePt t="28395" x="5138738" y="5692775"/>
          <p14:tracePt t="28398" x="5151438" y="5692775"/>
          <p14:tracePt t="28411" x="5175250" y="5692775"/>
          <p14:tracePt t="28428" x="5186363" y="5703888"/>
          <p14:tracePt t="28430" x="5197475" y="5716588"/>
          <p14:tracePt t="28460" x="5210175" y="5727700"/>
          <p14:tracePt t="28479" x="5221288" y="5727700"/>
          <p14:tracePt t="28494" x="5233988" y="5727700"/>
          <p14:tracePt t="28511" x="5245100" y="5727700"/>
          <p14:tracePt t="28528" x="5257800" y="5727700"/>
          <p14:tracePt t="28577" x="5268913" y="5727700"/>
          <p14:tracePt t="28608" x="5268913" y="5740400"/>
          <p14:tracePt t="28628" x="5268913" y="5751513"/>
          <p14:tracePt t="29608" x="5303838" y="5751513"/>
          <p14:tracePt t="29626" x="5457825" y="5775325"/>
          <p14:tracePt t="29643" x="5646738" y="5810250"/>
          <p14:tracePt t="29644" x="5776913" y="5822950"/>
          <p14:tracePt t="29660" x="6096000" y="5892800"/>
          <p14:tracePt t="29677" x="6391275" y="5988050"/>
          <p14:tracePt t="29693" x="6710363" y="6081713"/>
          <p14:tracePt t="29709" x="6840538" y="6105525"/>
          <p14:tracePt t="29729" x="7029450" y="6153150"/>
          <p14:tracePt t="29744" x="7123113" y="6165850"/>
          <p14:tracePt t="29760" x="7183438" y="6176963"/>
          <p14:tracePt t="29777" x="7289800" y="6176963"/>
          <p14:tracePt t="29794" x="7324725" y="6176963"/>
          <p14:tracePt t="29811" x="7383463" y="6176963"/>
          <p14:tracePt t="29812" x="7407275" y="6176963"/>
          <p14:tracePt t="29827" x="7442200" y="6176963"/>
          <p14:tracePt t="29843" x="7478713" y="6165850"/>
          <p14:tracePt t="29860" x="7513638" y="6142038"/>
          <p14:tracePt t="30202" x="7691438" y="6142038"/>
          <p14:tracePt t="30218" x="8199438" y="6105525"/>
          <p14:tracePt t="30236" x="9085263" y="6081713"/>
          <p14:tracePt t="30253" x="9747250" y="6035675"/>
          <p14:tracePt t="30270" x="10444163" y="6035675"/>
          <p14:tracePt t="30288" x="10785475" y="6046788"/>
          <p14:tracePt t="30303" x="11045825" y="6059488"/>
          <p14:tracePt t="30305" x="11141075" y="6081713"/>
          <p14:tracePt t="30319" x="11317288" y="6094413"/>
          <p14:tracePt t="30336" x="11495088" y="6105525"/>
          <p14:tracePt t="30353" x="11649075" y="6105525"/>
          <p14:tracePt t="30370" x="11707813" y="6105525"/>
          <p14:tracePt t="30387" x="11755438" y="6105525"/>
          <p14:tracePt t="30390" x="11779250" y="6105525"/>
          <p14:tracePt t="30403" x="11801475" y="6105525"/>
          <p14:tracePt t="30420" x="11814175" y="6105525"/>
          <p14:tracePt t="30717" x="11872913" y="6105525"/>
          <p14:tracePt t="30733" x="11990388" y="6094413"/>
          <p14:tracePt t="30763" x="12287250" y="6070600"/>
          <p14:tracePt t="30780" x="12393613" y="6070600"/>
          <p14:tracePt t="30797" x="12522200" y="6070600"/>
          <p14:tracePt t="30813" x="12582525" y="6070600"/>
          <p14:tracePt t="30830" x="12641263" y="6070600"/>
          <p14:tracePt t="30847" x="12723813" y="6070600"/>
          <p14:tracePt t="30863" x="12771438" y="6070600"/>
          <p14:tracePt t="30879" x="12806363" y="6070600"/>
          <p14:tracePt t="30900" x="12865100" y="6070600"/>
          <p14:tracePt t="30912" x="12901613" y="6070600"/>
          <p14:tracePt t="30930" x="12936538" y="6070600"/>
          <p14:tracePt t="30947" x="12960350" y="6070600"/>
          <p14:tracePt t="30963" x="12971463" y="6070600"/>
          <p14:tracePt t="30966" x="12984163" y="6070600"/>
          <p14:tracePt t="30980" x="12995275" y="6070600"/>
          <p14:tracePt t="30997" x="13006388" y="6070600"/>
          <p14:tracePt t="30999" x="13019088" y="6070600"/>
          <p14:tracePt t="31029" x="13042900" y="6070600"/>
          <p14:tracePt t="31049" x="13054013" y="6070600"/>
          <p14:tracePt t="31063" x="13066713" y="6070600"/>
          <p14:tracePt t="31097" x="13090525" y="6070600"/>
          <p14:tracePt t="31130" x="13090525" y="6081713"/>
          <p14:tracePt t="32140" x="13077825" y="6081713"/>
          <p14:tracePt t="32157" x="13066713" y="6105525"/>
          <p14:tracePt t="32159" x="13066713" y="6118225"/>
          <p14:tracePt t="32191" x="13042900" y="6142038"/>
          <p14:tracePt t="32207" x="13042900" y="6153150"/>
          <p14:tracePt t="32250" x="13042900" y="6165850"/>
          <p14:tracePt t="32275" x="13042900" y="6188075"/>
          <p14:tracePt t="32309" x="13042900" y="6211888"/>
          <p14:tracePt t="32325" x="13042900" y="6224588"/>
          <p14:tracePt t="32359" x="13030200" y="6235700"/>
          <p14:tracePt t="32375" x="13019088" y="6248400"/>
          <p14:tracePt t="32393" x="13019088" y="6259513"/>
          <p14:tracePt t="32410" x="13019088" y="6270625"/>
          <p14:tracePt t="32424" x="13006388" y="6283325"/>
          <p14:tracePt t="32459" x="12995275" y="6307138"/>
          <p14:tracePt t="32475" x="12995275" y="6318250"/>
          <p14:tracePt t="32492" x="12995275" y="6330950"/>
          <p14:tracePt t="32546" x="12984163" y="6330950"/>
          <p14:tracePt t="32563" x="12960350" y="6354763"/>
          <p14:tracePt t="32593" x="12936538" y="6376988"/>
          <p14:tracePt t="32610" x="12912725" y="6400800"/>
          <p14:tracePt t="32612" x="12901613" y="6413500"/>
          <p14:tracePt t="32626" x="12865100" y="6437313"/>
          <p14:tracePt t="32643" x="12806363" y="6437313"/>
          <p14:tracePt t="32646" x="12771438" y="6461125"/>
          <p14:tracePt t="32659" x="12676188" y="6472238"/>
          <p14:tracePt t="32678" x="12569825" y="6472238"/>
          <p14:tracePt t="32693" x="12439650" y="6483350"/>
          <p14:tracePt t="32695" x="12345988" y="6483350"/>
          <p14:tracePt t="32709" x="12038013" y="6507163"/>
          <p14:tracePt t="32725" x="11530013" y="6519863"/>
          <p14:tracePt t="32743" x="10337800" y="6602413"/>
          <p14:tracePt t="32759" x="9675813" y="6637338"/>
          <p14:tracePt t="32776" x="9167813" y="6661150"/>
          <p14:tracePt t="32779" x="8931275" y="6684963"/>
          <p14:tracePt t="32793" x="8564563" y="6743700"/>
          <p14:tracePt t="32809" x="8305800" y="6778625"/>
          <p14:tracePt t="32812" x="8199438" y="6791325"/>
          <p14:tracePt t="32825" x="8104188" y="6802438"/>
          <p14:tracePt t="32827" x="7997825" y="6826250"/>
          <p14:tracePt t="32842" x="7880350" y="6838950"/>
          <p14:tracePt t="32859" x="7785100" y="6850063"/>
          <p14:tracePt t="32864" x="7750175" y="6850063"/>
          <p14:tracePt t="32876" x="7691438" y="6850063"/>
          <p14:tracePt t="32895" x="7643813" y="6850063"/>
          <p14:tracePt t="32896" x="7631113" y="6850063"/>
          <p14:tracePt t="32910" x="7596188" y="6838950"/>
          <p14:tracePt t="32925" x="7572375" y="6826250"/>
          <p14:tracePt t="32943" x="7561263" y="6815138"/>
          <p14:tracePt t="32959" x="7548563" y="6815138"/>
          <p14:tracePt t="32960" x="7537450" y="6815138"/>
          <p14:tracePt t="32975" x="7513638" y="6815138"/>
          <p14:tracePt t="32992" x="7489825" y="6815138"/>
          <p14:tracePt t="33008" x="7478713" y="6815138"/>
          <p14:tracePt t="33026" x="7442200" y="6815138"/>
          <p14:tracePt t="33029" x="7418388" y="6815138"/>
          <p14:tracePt t="33036" x="7396163" y="6815138"/>
          <p14:tracePt t="33060" x="7313613" y="6838950"/>
          <p14:tracePt t="33075" x="7265988" y="6838950"/>
          <p14:tracePt t="33076" x="7242175" y="6838950"/>
          <p14:tracePt t="33093" x="7218363" y="6838950"/>
          <p14:tracePt t="33109" x="7183438" y="6850063"/>
          <p14:tracePt t="33112" x="7170738" y="6850063"/>
          <p14:tracePt t="33125" x="7146925" y="6861175"/>
          <p14:tracePt t="33144" x="7135813" y="6873875"/>
          <p14:tracePt t="33147" x="7123113" y="6884988"/>
          <p14:tracePt t="33175" x="7100888" y="6897688"/>
          <p14:tracePt t="33208" x="7100888" y="6921500"/>
          <p14:tracePt t="33226" x="7100888" y="6932613"/>
          <p14:tracePt t="33243" x="7100888" y="6945313"/>
          <p14:tracePt t="33343" x="7100888" y="6956425"/>
          <p14:tracePt t="33359" x="7088188" y="6967538"/>
          <p14:tracePt t="33376" x="7053263" y="6980238"/>
          <p14:tracePt t="33392" x="6981825" y="7015163"/>
          <p14:tracePt t="33408" x="6792913" y="7051675"/>
          <p14:tracePt t="33425" x="6627813" y="7073900"/>
          <p14:tracePt t="33442" x="6497638" y="7073900"/>
          <p14:tracePt t="33445" x="6426200" y="7062788"/>
          <p14:tracePt t="33458" x="6297613" y="7062788"/>
          <p14:tracePt t="33474" x="6178550" y="7038975"/>
          <p14:tracePt t="33492" x="6037263" y="7015163"/>
          <p14:tracePt t="33508" x="5965825" y="7015163"/>
          <p14:tracePt t="33527" x="5894388" y="7004050"/>
          <p14:tracePt t="33528" x="5848350" y="6980238"/>
          <p14:tracePt t="33542" x="5800725" y="6980238"/>
          <p14:tracePt t="33558" x="5765800" y="6967538"/>
          <p14:tracePt t="33575" x="5729288" y="6956425"/>
          <p14:tracePt t="33575" x="5718175" y="6956425"/>
          <p14:tracePt t="33592" x="5694363" y="6932613"/>
          <p14:tracePt t="33610" x="5670550" y="6897688"/>
          <p14:tracePt t="33626" x="5670550" y="6873875"/>
          <p14:tracePt t="33642" x="5683250" y="6838950"/>
          <p14:tracePt t="33659" x="5718175" y="6802438"/>
          <p14:tracePt t="33661" x="5729288" y="6791325"/>
          <p14:tracePt t="33676" x="5789613" y="6743700"/>
          <p14:tracePt t="33693" x="5835650" y="6708775"/>
          <p14:tracePt t="33696" x="5872163" y="6696075"/>
          <p14:tracePt t="33710" x="5965825" y="6650038"/>
          <p14:tracePt t="33725" x="6061075" y="6626225"/>
          <p14:tracePt t="33743" x="6213475" y="6578600"/>
          <p14:tracePt t="33759" x="6319838" y="6565900"/>
          <p14:tracePt t="33775" x="6426200" y="6565900"/>
          <p14:tracePt t="33794" x="6556375" y="6554788"/>
          <p14:tracePt t="33810" x="6651625" y="6543675"/>
          <p14:tracePt t="33826" x="6781800" y="6519863"/>
          <p14:tracePt t="33827" x="6827838" y="6496050"/>
          <p14:tracePt t="33842" x="6970713" y="6472238"/>
          <p14:tracePt t="33858" x="7053263" y="6461125"/>
          <p14:tracePt t="33876" x="7146925" y="6461125"/>
          <p14:tracePt t="33893" x="7170738" y="6461125"/>
          <p14:tracePt t="33909" x="7194550" y="6483350"/>
          <p14:tracePt t="33926" x="7207250" y="6507163"/>
          <p14:tracePt t="33941" x="7207250" y="6543675"/>
          <p14:tracePt t="33957" x="7207250" y="6589713"/>
          <p14:tracePt t="33974" x="7183438" y="6661150"/>
          <p14:tracePt t="33990" x="7146925" y="6719888"/>
          <p14:tracePt t="34007" x="7123113" y="6778625"/>
          <p14:tracePt t="34024" x="7112000" y="6815138"/>
          <p14:tracePt t="34042" x="7088188" y="6838950"/>
          <p14:tracePt t="34059" x="7077075" y="6861175"/>
          <p14:tracePt t="34076" x="7040563" y="6884988"/>
          <p14:tracePt t="34077" x="7029450" y="6897688"/>
          <p14:tracePt t="34093" x="6970713" y="6921500"/>
          <p14:tracePt t="34127" x="6816725" y="6956425"/>
          <p14:tracePt t="34142" x="6781800" y="6956425"/>
          <p14:tracePt t="34159" x="6745288" y="6956425"/>
          <p14:tracePt t="34161" x="6721475" y="6956425"/>
          <p14:tracePt t="34193" x="6710363" y="6980238"/>
          <p14:tracePt t="35359" x="6675438" y="6980238"/>
          <p14:tracePt t="35377" x="6604000" y="6991350"/>
          <p14:tracePt t="35412" x="6486525" y="7004050"/>
          <p14:tracePt t="35428" x="6473825" y="7004050"/>
          <p14:tracePt t="35445" x="6438900" y="7004050"/>
          <p14:tracePt t="35460" x="6415088" y="7004050"/>
          <p14:tracePt t="35495" x="6402388" y="7004050"/>
          <p14:tracePt t="35530" x="6402388" y="7015163"/>
          <p14:tracePt t="35559" x="6391275" y="7015163"/>
          <p14:tracePt t="35578" x="6391275" y="7027863"/>
          <p14:tracePt t="35610" x="6380163" y="7038975"/>
          <p14:tracePt t="35626" x="6367463" y="7062788"/>
          <p14:tracePt t="35643" x="6356350" y="7073900"/>
          <p14:tracePt t="35660" x="6343650" y="7097713"/>
          <p14:tracePt t="35676" x="6343650" y="7121525"/>
          <p14:tracePt t="35709" x="6343650" y="7134225"/>
          <p14:tracePt t="35764" x="6343650" y="7145338"/>
          <p14:tracePt t="35781" x="6343650" y="7156450"/>
          <p14:tracePt t="35809" x="6343650" y="7180263"/>
          <p14:tracePt t="35826" x="6367463" y="7192963"/>
          <p14:tracePt t="35843" x="6402388" y="7216775"/>
          <p14:tracePt t="35862" x="6415088" y="7227888"/>
          <p14:tracePt t="35864" x="6426200" y="7227888"/>
          <p14:tracePt t="35878" x="6450013" y="7227888"/>
          <p14:tracePt t="35894" x="6450013" y="7240588"/>
          <p14:tracePt t="35911" x="6473825" y="7240588"/>
          <p14:tracePt t="35945" x="6508750" y="7240588"/>
          <p14:tracePt t="35964" x="6545263" y="7262813"/>
          <p14:tracePt t="35977" x="6569075" y="7262813"/>
          <p14:tracePt t="35995" x="6615113" y="7286625"/>
          <p14:tracePt t="36012" x="6638925" y="7286625"/>
          <p14:tracePt t="36028" x="6651625" y="7299325"/>
          <p14:tracePt t="36045" x="6675438" y="7310438"/>
          <p14:tracePt t="36078" x="6686550" y="7310438"/>
          <p14:tracePt t="36096" x="6699250" y="7310438"/>
          <p14:tracePt t="38404" x="6710363" y="7323138"/>
          <p14:tracePt t="38423" x="6721475" y="7323138"/>
          <p14:tracePt t="38457" x="6757988" y="7346950"/>
          <p14:tracePt t="38474" x="6781800" y="7358063"/>
          <p14:tracePt t="38516" x="6792913" y="7358063"/>
          <p14:tracePt t="38540" x="6840538" y="7358063"/>
          <p14:tracePt t="38557" x="6910388" y="7358063"/>
          <p14:tracePt t="38560" x="6970713" y="7358063"/>
          <p14:tracePt t="38566" x="7053263" y="7358063"/>
          <p14:tracePt t="38573" x="7194550" y="7358063"/>
          <p14:tracePt t="38590" x="7548563" y="7346950"/>
          <p14:tracePt t="38596" x="7715250" y="7346950"/>
          <p14:tracePt t="38606" x="7891463" y="7358063"/>
          <p14:tracePt t="38624" x="8340725" y="7392988"/>
          <p14:tracePt t="38640" x="8777288" y="7440613"/>
          <p14:tracePt t="38657" x="9048750" y="7499350"/>
          <p14:tracePt t="38674" x="9261475" y="7535863"/>
          <p14:tracePt t="38676" x="9391650" y="7546975"/>
          <p14:tracePt t="38689" x="9569450" y="7581900"/>
          <p14:tracePt t="38706" x="9675813" y="7605713"/>
          <p14:tracePt t="38723" x="9769475" y="7642225"/>
          <p14:tracePt t="38739" x="9793288" y="7642225"/>
          <p14:tracePt t="38757" x="9829800" y="7642225"/>
          <p14:tracePt t="38758" x="9840913" y="7642225"/>
          <p14:tracePt t="38790" x="9853613" y="7618413"/>
          <p14:tracePt t="38808" x="9864725" y="7594600"/>
          <p14:tracePt t="39185" x="9888538" y="7594600"/>
          <p14:tracePt t="39202" x="9958388" y="7594600"/>
          <p14:tracePt t="39220" x="9994900" y="7605713"/>
          <p14:tracePt t="39234" x="10042525" y="7618413"/>
          <p14:tracePt t="39251" x="10088563" y="7653338"/>
          <p14:tracePt t="39266" x="10125075" y="7677150"/>
          <p14:tracePt t="39283" x="10171113" y="7688263"/>
          <p14:tracePt t="39301" x="10242550" y="7724775"/>
          <p14:tracePt t="39317" x="10290175" y="7735888"/>
          <p14:tracePt t="39335" x="10372725" y="7747000"/>
          <p14:tracePt t="39351" x="10420350" y="7747000"/>
          <p14:tracePt t="39368" x="10466388" y="7747000"/>
          <p14:tracePt t="39370" x="10490200" y="7747000"/>
          <p14:tracePt t="39386" x="10537825" y="7747000"/>
          <p14:tracePt t="39401" x="10596563" y="7747000"/>
          <p14:tracePt t="39421" x="10668000" y="7747000"/>
          <p14:tracePt t="39435" x="10715625" y="7747000"/>
          <p14:tracePt t="39452" x="10774363" y="7747000"/>
          <p14:tracePt t="39455" x="10798175" y="7747000"/>
          <p14:tracePt t="39470" x="10845800" y="7747000"/>
          <p14:tracePt t="39486" x="10904538" y="7747000"/>
          <p14:tracePt t="39488" x="10915650" y="7747000"/>
          <p14:tracePt t="39502" x="10939463" y="7759700"/>
          <p14:tracePt t="39518" x="10974388" y="7759700"/>
          <p14:tracePt t="39536" x="10998200" y="7759700"/>
          <p14:tracePt t="39551" x="11010900" y="7759700"/>
          <p14:tracePt t="39584" x="11022013" y="7759700"/>
          <p14:tracePt t="39587" x="11034713" y="7759700"/>
          <p14:tracePt t="39602" x="11045825" y="7759700"/>
          <p14:tracePt t="39619" x="11058525" y="7770813"/>
          <p14:tracePt t="39636" x="11069638" y="7783513"/>
          <p14:tracePt t="39653" x="11080750" y="7794625"/>
          <p14:tracePt t="39655" x="11080750" y="7807325"/>
          <p14:tracePt t="39685" x="11093450" y="7807325"/>
          <p14:tracePt t="39703" x="11093450" y="7831138"/>
          <p14:tracePt t="39781" x="11104563" y="7842250"/>
          <p14:tracePt t="39800" x="11117263" y="7853363"/>
          <p14:tracePt t="39820" x="11128375" y="7866063"/>
          <p14:tracePt t="39835" x="11141075" y="7866063"/>
          <p14:tracePt t="39850" x="11152188" y="7866063"/>
          <p14:tracePt t="39885" x="11176000" y="7866063"/>
          <p14:tracePt t="39902" x="11187113" y="7877175"/>
          <p14:tracePt t="39905" x="11199813" y="7877175"/>
          <p14:tracePt t="39934" x="11210925" y="7889875"/>
          <p14:tracePt t="39951" x="11223625" y="7900988"/>
          <p14:tracePt t="40046" x="11223625" y="7913688"/>
          <p14:tracePt t="41295" x="11141075" y="7913688"/>
          <p14:tracePt t="41313" x="10833100" y="7913688"/>
          <p14:tracePt t="41349" x="10407650" y="7889875"/>
          <p14:tracePt t="41366" x="10266363" y="7889875"/>
          <p14:tracePt t="41381" x="10171113" y="7889875"/>
          <p14:tracePt t="41383" x="10136188" y="7877175"/>
          <p14:tracePt t="41398" x="10053638" y="7877175"/>
          <p14:tracePt t="41414" x="10029825" y="7866063"/>
          <p14:tracePt t="41432" x="9971088" y="7842250"/>
          <p14:tracePt t="41448" x="9936163" y="7831138"/>
          <p14:tracePt t="41464" x="9912350" y="7807325"/>
          <p14:tracePt t="41482" x="9899650" y="7747000"/>
          <p14:tracePt t="41498" x="9899650" y="7724775"/>
          <p14:tracePt t="41515" x="9912350" y="7688263"/>
          <p14:tracePt t="41517" x="9923463" y="7677150"/>
          <p14:tracePt t="41531" x="9958388" y="7642225"/>
          <p14:tracePt t="41550" x="10053638" y="7605713"/>
          <p14:tracePt t="41565" x="10160000" y="7581900"/>
          <p14:tracePt t="41581" x="10290175" y="7558088"/>
          <p14:tracePt t="41597" x="10444163" y="7546975"/>
          <p14:tracePt t="41614" x="10644188" y="7546975"/>
          <p14:tracePt t="41631" x="10750550" y="7546975"/>
          <p14:tracePt t="41649" x="10856913" y="7570788"/>
          <p14:tracePt t="41665" x="10928350" y="7581900"/>
          <p14:tracePt t="41682" x="10963275" y="7605713"/>
          <p14:tracePt t="41699" x="10998200" y="7629525"/>
          <p14:tracePt t="41715" x="11010900" y="7653338"/>
          <p14:tracePt t="41731" x="11022013" y="7677150"/>
          <p14:tracePt t="41733" x="11034713" y="7677150"/>
          <p14:tracePt t="41749" x="11034713" y="7712075"/>
          <p14:tracePt t="41764" x="11034713" y="7735888"/>
          <p14:tracePt t="41765" x="11034713" y="7747000"/>
          <p14:tracePt t="41781" x="11034713" y="7759700"/>
          <p14:tracePt t="41800" x="11010900" y="7783513"/>
          <p14:tracePt t="41814" x="10963275" y="7807325"/>
          <p14:tracePt t="41832" x="10904538" y="7831138"/>
          <p14:tracePt t="41836" x="10856913" y="7831138"/>
          <p14:tracePt t="41848" x="10798175" y="7842250"/>
          <p14:tracePt t="41865" x="10726738" y="7853363"/>
          <p14:tracePt t="41882" x="10596563" y="7866063"/>
          <p14:tracePt t="41885" x="10526713" y="7866063"/>
          <p14:tracePt t="41898" x="10325100" y="7866063"/>
          <p14:tracePt t="41915" x="10136188" y="7866063"/>
          <p14:tracePt t="41932" x="9888538" y="7889875"/>
          <p14:tracePt t="41947" x="9699625" y="7900988"/>
          <p14:tracePt t="41965" x="9510713" y="7900988"/>
          <p14:tracePt t="41982" x="9239250" y="7900988"/>
          <p14:tracePt t="41999" x="9096375" y="7900988"/>
          <p14:tracePt t="42016" x="8907463" y="7889875"/>
          <p14:tracePt t="42033" x="8801100" y="7889875"/>
          <p14:tracePt t="42037" x="8753475" y="7877175"/>
          <p14:tracePt t="42048" x="8707438" y="7877175"/>
          <p14:tracePt t="42051" x="8670925" y="7877175"/>
          <p14:tracePt t="42064" x="8601075" y="7877175"/>
          <p14:tracePt t="42083" x="8553450" y="7866063"/>
          <p14:tracePt t="42087" x="8529638" y="7866063"/>
          <p14:tracePt t="42098" x="8482013" y="7866063"/>
          <p14:tracePt t="42114" x="8447088" y="7853363"/>
          <p14:tracePt t="42135" x="8423275" y="7853363"/>
          <p14:tracePt t="42149" x="8412163" y="7853363"/>
          <p14:tracePt t="42165" x="8399463" y="7853363"/>
          <p14:tracePt t="42183" x="8388350" y="7853363"/>
          <p14:tracePt t="42199" x="8375650" y="7853363"/>
          <p14:tracePt t="42232" x="8364538" y="7853363"/>
          <p14:tracePt t="42248" x="8364538" y="7866063"/>
          <p14:tracePt t="42264" x="8351838" y="7877175"/>
          <p14:tracePt t="42545" x="7891463" y="7877175"/>
          <p14:tracePt t="42565" x="6899275" y="7900988"/>
          <p14:tracePt t="42582" x="6380163" y="7924800"/>
          <p14:tracePt t="42599" x="5859463" y="7959725"/>
          <p14:tracePt t="42616" x="5622925" y="7972425"/>
          <p14:tracePt t="42633" x="5351463" y="7996238"/>
          <p14:tracePt t="42650" x="5186363" y="7996238"/>
          <p14:tracePt t="42667" x="5056188" y="8007350"/>
          <p14:tracePt t="42669" x="4984750" y="8020050"/>
          <p14:tracePt t="42684" x="4878388" y="8020050"/>
          <p14:tracePt t="42701" x="4784725" y="8020050"/>
          <p14:tracePt t="42705" x="4749800" y="8020050"/>
          <p14:tracePt t="42717" x="4654550" y="8020050"/>
          <p14:tracePt t="42734" x="4560888" y="8020050"/>
          <p14:tracePt t="42751" x="4430713" y="8020050"/>
          <p14:tracePt t="42767" x="4370388" y="8020050"/>
          <p14:tracePt t="42782" x="4324350" y="8020050"/>
          <p14:tracePt t="42800" x="4287838" y="8020050"/>
          <p14:tracePt t="42816" x="4265613" y="8020050"/>
          <p14:tracePt t="42834" x="4241800" y="8020050"/>
          <p14:tracePt t="42866" x="4229100" y="8031163"/>
          <p14:tracePt t="42885" x="4217988" y="8031163"/>
          <p14:tracePt t="42952" x="4241800" y="8031163"/>
          <p14:tracePt t="42969" x="4324350" y="8042275"/>
          <p14:tracePt t="42983" x="4406900" y="8042275"/>
          <p14:tracePt t="43000" x="4500563" y="8042275"/>
          <p14:tracePt t="43003" x="4537075" y="8054975"/>
          <p14:tracePt t="43019" x="4619625" y="8054975"/>
          <p14:tracePt t="43033" x="4689475" y="8054975"/>
          <p14:tracePt t="43050" x="4808538" y="8054975"/>
          <p14:tracePt t="43067" x="4878388" y="8054975"/>
          <p14:tracePt t="43083" x="4984750" y="8054975"/>
          <p14:tracePt t="43100" x="5127625" y="8054975"/>
          <p14:tracePt t="43117" x="5210175" y="8054975"/>
          <p14:tracePt t="43134" x="5316538" y="8054975"/>
          <p14:tracePt t="43150" x="5399088" y="8054975"/>
          <p14:tracePt t="43168" x="5540375" y="8042275"/>
          <p14:tracePt t="43183" x="5729288" y="8031163"/>
          <p14:tracePt t="43199" x="5918200" y="8031163"/>
          <p14:tracePt t="43217" x="6213475" y="8007350"/>
          <p14:tracePt t="43233" x="6391275" y="7983538"/>
          <p14:tracePt t="43250" x="6569075" y="7959725"/>
          <p14:tracePt t="43253" x="6615113" y="7948613"/>
          <p14:tracePt t="43267" x="6745288" y="7948613"/>
          <p14:tracePt t="43282" x="6851650" y="7935913"/>
          <p14:tracePt t="43300" x="6923088" y="7935913"/>
          <p14:tracePt t="43300" x="6970713" y="7935913"/>
          <p14:tracePt t="43318" x="7040563" y="7935913"/>
          <p14:tracePt t="43333" x="7088188" y="7935913"/>
          <p14:tracePt t="43349" x="7159625" y="7935913"/>
          <p14:tracePt t="43366" x="7207250" y="7948613"/>
          <p14:tracePt t="43383" x="7277100" y="7972425"/>
          <p14:tracePt t="43400" x="7289800" y="7972425"/>
          <p14:tracePt t="43417" x="7313613" y="7972425"/>
          <p14:tracePt t="43418" x="7324725" y="7972425"/>
          <p14:tracePt t="43433" x="7359650" y="7972425"/>
          <p14:tracePt t="43449" x="7372350" y="7972425"/>
          <p14:tracePt t="43875" x="7194550" y="7972425"/>
          <p14:tracePt t="43893" x="6923088" y="7972425"/>
          <p14:tracePt t="43928" x="6532563" y="7972425"/>
          <p14:tracePt t="43944" x="6343650" y="7972425"/>
          <p14:tracePt t="43963" x="5942013" y="8007350"/>
          <p14:tracePt t="43979" x="5564188" y="8007350"/>
          <p14:tracePt t="43995" x="5056188" y="8066088"/>
          <p14:tracePt t="44011" x="4819650" y="8102600"/>
          <p14:tracePt t="44027" x="4595813" y="8113713"/>
          <p14:tracePt t="44044" x="4276725" y="8185150"/>
          <p14:tracePt t="44060" x="4075113" y="8220075"/>
          <p14:tracePt t="44078" x="3922713" y="8255000"/>
          <p14:tracePt t="44080" x="3862388" y="8267700"/>
          <p14:tracePt t="44093" x="3757613" y="8278813"/>
          <p14:tracePt t="44110" x="3686175" y="8291513"/>
          <p14:tracePt t="44130" x="3590925" y="8302625"/>
          <p14:tracePt t="44144" x="3556000" y="8315325"/>
          <p14:tracePt t="44161" x="3521075" y="8326438"/>
          <p14:tracePt t="44163" x="3497263" y="8326438"/>
          <p14:tracePt t="44179" x="3473450" y="8326438"/>
          <p14:tracePt t="44194" x="3460750" y="8337550"/>
          <p14:tracePt t="44210" x="3449638" y="8361363"/>
          <p14:tracePt t="44227" x="3438525" y="8361363"/>
          <p14:tracePt t="44244" x="3425825" y="8374063"/>
          <p14:tracePt t="44260" x="3414713" y="8374063"/>
          <p14:tracePt t="44342" x="3414713" y="8385175"/>
          <p14:tracePt t="44360" x="3414713" y="8397875"/>
          <p14:tracePt t="44377" x="3425825" y="8408988"/>
          <p14:tracePt t="44393" x="3438525" y="8421688"/>
          <p14:tracePt t="44411" x="3460750" y="8443913"/>
          <p14:tracePt t="44428" x="3473450" y="8443913"/>
          <p14:tracePt t="44444" x="3497263" y="8456613"/>
          <p14:tracePt t="44461" x="3544888" y="8467725"/>
          <p14:tracePt t="44476" x="3579813" y="8480425"/>
          <p14:tracePt t="44493" x="3614738" y="8491538"/>
          <p14:tracePt t="44509" x="3662363" y="8491538"/>
          <p14:tracePt t="44527" x="3686175" y="8491538"/>
          <p14:tracePt t="44544" x="3709988" y="8491538"/>
          <p14:tracePt t="44561" x="3733800" y="8491538"/>
          <p14:tracePt t="44578" x="3779838" y="8491538"/>
          <p14:tracePt t="44594" x="3792538" y="8504238"/>
          <p14:tracePt t="44611" x="3816350" y="8504238"/>
          <p14:tracePt t="44628" x="3840163" y="8526463"/>
          <p14:tracePt t="44644" x="3862388" y="8526463"/>
          <p14:tracePt t="44678" x="3875088" y="8526463"/>
          <p14:tracePt t="44693" x="3886200" y="8526463"/>
          <p14:tracePt t="45139" x="3933825" y="8526463"/>
          <p14:tracePt t="45157" x="3981450" y="8515350"/>
          <p14:tracePt t="45191" x="4016375" y="8491538"/>
          <p14:tracePt t="45207" x="4029075" y="8467725"/>
          <p14:tracePt t="45210" x="4029075" y="8456613"/>
          <p14:tracePt t="45242" x="4052888" y="8421688"/>
          <p14:tracePt t="45259" x="4052888" y="8385175"/>
          <p14:tracePt t="45276" x="4052888" y="8374063"/>
          <p14:tracePt t="45291" x="4052888" y="8361363"/>
          <p14:tracePt t="45308" x="4064000" y="8350250"/>
          <p14:tracePt t="45358" x="4075113" y="8350250"/>
          <p14:tracePt t="45375" x="4087813" y="8350250"/>
          <p14:tracePt t="45377" x="4098925" y="8350250"/>
          <p14:tracePt t="45392" x="4122738" y="8350250"/>
          <p14:tracePt t="45410" x="4135438" y="8350250"/>
          <p14:tracePt t="45413" x="4146550" y="8350250"/>
          <p14:tracePt t="45425" x="4170363" y="8350250"/>
          <p14:tracePt t="45442" x="4181475" y="8350250"/>
          <p14:tracePt t="45458" x="4194175" y="8350250"/>
          <p14:tracePt t="45461" x="4205288" y="8350250"/>
          <p14:tracePt t="45474" x="4217988" y="8350250"/>
          <p14:tracePt t="45493" x="4229100" y="8350250"/>
          <p14:tracePt t="45496" x="4241800" y="8350250"/>
          <p14:tracePt t="45509" x="4252913" y="8350250"/>
          <p14:tracePt t="45542" x="4265613" y="8350250"/>
          <p14:tracePt t="45559" x="4276725" y="8350250"/>
          <p14:tracePt t="45576" x="4287838" y="8350250"/>
          <p14:tracePt t="45592" x="4300538" y="8350250"/>
          <p14:tracePt t="45609" x="4311650" y="8350250"/>
          <p14:tracePt t="45626" x="4324350" y="8374063"/>
          <p14:tracePt t="45657" x="4335463" y="8374063"/>
          <p14:tracePt t="45674" x="4359275" y="8385175"/>
          <p14:tracePt t="45675" x="4370388" y="8397875"/>
          <p14:tracePt t="45691" x="4383088" y="8397875"/>
          <p14:tracePt t="45708" x="4394200" y="8397875"/>
          <p14:tracePt t="45712" x="4406900" y="8397875"/>
          <p14:tracePt t="45724" x="4418013" y="8397875"/>
          <p14:tracePt t="45740" x="4430713" y="8397875"/>
          <p14:tracePt t="45758" x="4454525" y="8397875"/>
          <p14:tracePt t="45791" x="4465638" y="8397875"/>
          <p14:tracePt t="45807" x="4513263" y="8397875"/>
          <p14:tracePt t="45823" x="4537075" y="8397875"/>
          <p14:tracePt t="45841" x="4572000" y="8397875"/>
          <p14:tracePt t="45858" x="4595813" y="8397875"/>
          <p14:tracePt t="45874" x="4619625" y="8397875"/>
          <p14:tracePt t="45891" x="4654550" y="8397875"/>
          <p14:tracePt t="45907" x="4713288" y="8408988"/>
          <p14:tracePt t="45923" x="4938713" y="8432800"/>
          <p14:tracePt t="45924" x="5103813" y="8432800"/>
          <p14:tracePt t="45940" x="5457825" y="8443913"/>
          <p14:tracePt t="45957" x="5741988" y="8467725"/>
          <p14:tracePt t="45975" x="6048375" y="8467725"/>
          <p14:tracePt t="45992" x="6202363" y="8467725"/>
          <p14:tracePt t="45995" x="6249988" y="8467725"/>
          <p14:tracePt t="46010" x="6343650" y="8467725"/>
          <p14:tracePt t="46024" x="6415088" y="8467725"/>
          <p14:tracePt t="46042" x="6462713" y="8456613"/>
          <p14:tracePt t="46044" x="6508750" y="8443913"/>
          <p14:tracePt t="46058" x="6569075" y="8432800"/>
          <p14:tracePt t="46074" x="6615113" y="8408988"/>
          <p14:tracePt t="46090" x="6638925" y="8408988"/>
          <p14:tracePt t="46389" x="6757988" y="8385175"/>
          <p14:tracePt t="46405" x="6875463" y="8374063"/>
          <p14:tracePt t="46430" x="6946900" y="8350250"/>
          <p14:tracePt t="46447" x="7005638" y="8337550"/>
          <p14:tracePt t="46463" x="7053263" y="8326438"/>
          <p14:tracePt t="46479" x="7100888" y="8315325"/>
          <p14:tracePt t="46481" x="7123113" y="8302625"/>
          <p14:tracePt t="46495" x="7183438" y="8302625"/>
          <p14:tracePt t="46512" x="7218363" y="8302625"/>
          <p14:tracePt t="46529" x="7253288" y="8302625"/>
          <p14:tracePt t="46545" x="7265988" y="8302625"/>
          <p14:tracePt t="46562" x="7289800" y="8302625"/>
          <p14:tracePt t="46580" x="7300913" y="8302625"/>
          <p14:tracePt t="46639" x="7313613" y="8302625"/>
          <p14:tracePt t="46655" x="7324725" y="8302625"/>
          <p14:tracePt t="46680" x="7335838" y="8302625"/>
          <p14:tracePt t="46696" x="7359650" y="8302625"/>
          <p14:tracePt t="46730" x="7372350" y="8302625"/>
          <p14:tracePt t="46747" x="7396163" y="8291513"/>
          <p14:tracePt t="46764" x="7407275" y="8291513"/>
          <p14:tracePt t="46797" x="7431088" y="8267700"/>
          <p14:tracePt t="46873" x="7442200" y="8267700"/>
          <p14:tracePt t="46983" x="7454900" y="8267700"/>
          <p14:tracePt t="47046" x="7466013" y="8267700"/>
          <p14:tracePt t="47154" x="7466013" y="8278813"/>
          <p14:tracePt t="47280" x="7466013" y="8255000"/>
          <p14:tracePt t="47420" x="7478713" y="8255000"/>
          <p14:tracePt t="47435" x="7502525" y="8267700"/>
          <p14:tracePt t="47461" x="7524750" y="8278813"/>
          <p14:tracePt t="47479" x="7537450" y="8278813"/>
          <p14:tracePt t="47497" x="7548563" y="8278813"/>
          <p14:tracePt t="47513" x="7561263" y="8278813"/>
          <p14:tracePt t="47530" x="7572375" y="8278813"/>
          <p14:tracePt t="47563" x="7631113" y="8278813"/>
          <p14:tracePt t="47564" x="7691438" y="8278813"/>
          <p14:tracePt t="47579" x="7750175" y="8291513"/>
          <p14:tracePt t="47596" x="7797800" y="8291513"/>
          <p14:tracePt t="47613" x="7832725" y="8291513"/>
          <p14:tracePt t="47629" x="7843838" y="8291513"/>
          <p14:tracePt t="47647" x="7867650" y="8291513"/>
          <p14:tracePt t="47679" x="7891463" y="8291513"/>
          <p14:tracePt t="47749" x="7904163" y="8291513"/>
          <p14:tracePt t="47764" x="7950200" y="8291513"/>
          <p14:tracePt t="47796" x="8093075" y="8267700"/>
          <p14:tracePt t="47812" x="8199438" y="8267700"/>
          <p14:tracePt t="47813" x="8245475" y="8267700"/>
          <p14:tracePt t="47828" x="8412163" y="8267700"/>
          <p14:tracePt t="47846" x="8540750" y="8267700"/>
          <p14:tracePt t="47863" x="8707438" y="8267700"/>
          <p14:tracePt t="47879" x="8777288" y="8267700"/>
          <p14:tracePt t="47896" x="8859838" y="8267700"/>
          <p14:tracePt t="47898" x="8896350" y="8267700"/>
          <p14:tracePt t="47911" x="8978900" y="8255000"/>
          <p14:tracePt t="47928" x="9048750" y="8231188"/>
          <p14:tracePt t="47946" x="9155113" y="8220075"/>
          <p14:tracePt t="47963" x="9202738" y="8208963"/>
          <p14:tracePt t="47980" x="9239250" y="8196263"/>
          <p14:tracePt t="47981" x="9261475" y="8196263"/>
          <p14:tracePt t="47995" x="9297988" y="8185150"/>
          <p14:tracePt t="48013" x="9332913" y="8185150"/>
          <p14:tracePt t="48017" x="9345613" y="8185150"/>
          <p14:tracePt t="48030" x="9367838" y="8185150"/>
          <p14:tracePt t="48046" x="9415463" y="8185150"/>
          <p14:tracePt t="48064" x="9450388" y="8185150"/>
          <p14:tracePt t="48452" x="9628188" y="8172450"/>
          <p14:tracePt t="48469" x="9758363" y="8148638"/>
          <p14:tracePt t="48504" x="10255250" y="8102600"/>
          <p14:tracePt t="48522" x="10490200" y="8102600"/>
          <p14:tracePt t="48538" x="10656888" y="8102600"/>
          <p14:tracePt t="48554" x="10809288" y="8102600"/>
          <p14:tracePt t="48571" x="10974388" y="8113713"/>
          <p14:tracePt t="48587" x="11058525" y="8126413"/>
          <p14:tracePt t="48603" x="11117263" y="8126413"/>
          <p14:tracePt t="48620" x="11152188" y="8126413"/>
          <p14:tracePt t="48637" x="11187113" y="8126413"/>
          <p14:tracePt t="48654" x="11210925" y="8126413"/>
          <p14:tracePt t="48671" x="11223625" y="8126413"/>
          <p14:tracePt t="48688" x="11223625" y="8137525"/>
          <p14:tracePt t="48704" x="11247438" y="8148638"/>
          <p14:tracePt t="48720" x="11258550" y="8161338"/>
          <p14:tracePt t="48738" x="11282363" y="8161338"/>
          <p14:tracePt t="48754" x="11306175" y="8161338"/>
          <p14:tracePt t="48772" x="11341100" y="8161338"/>
          <p14:tracePt t="48773" x="11364913" y="8161338"/>
          <p14:tracePt t="48788" x="11412538" y="8161338"/>
          <p14:tracePt t="48804" x="11447463" y="8161338"/>
          <p14:tracePt t="48821" x="11495088" y="8161338"/>
          <p14:tracePt t="48838" x="11530013" y="8161338"/>
          <p14:tracePt t="48853" x="11542713" y="8161338"/>
          <p14:tracePt t="48870" x="11588750" y="8172450"/>
          <p14:tracePt t="48889" x="11601450" y="8185150"/>
          <p14:tracePt t="48905" x="11636375" y="8185150"/>
          <p14:tracePt t="48936" x="11672888" y="8208963"/>
          <p14:tracePt t="48953" x="11684000" y="8231188"/>
          <p14:tracePt t="48971" x="11695113" y="8243888"/>
          <p14:tracePt t="48974" x="11707813" y="8243888"/>
          <p14:tracePt t="48989" x="11718925" y="8243888"/>
          <p14:tracePt t="49061" x="11718925" y="8255000"/>
          <p14:tracePt t="49076" x="11718925" y="8267700"/>
          <p14:tracePt t="49104" x="11731625" y="8291513"/>
          <p14:tracePt t="49121" x="11742738" y="8315325"/>
          <p14:tracePt t="49154" x="11742738" y="8326438"/>
          <p14:tracePt t="49172" x="11742738" y="8337550"/>
          <p14:tracePt t="49234" x="11755438" y="8337550"/>
          <p14:tracePt t="49357" x="11766550" y="8337550"/>
          <p14:tracePt t="49404" x="11779250" y="8337550"/>
          <p14:tracePt t="49421" x="11790363" y="8337550"/>
          <p14:tracePt t="49437" x="11801475" y="8337550"/>
          <p14:tracePt t="49437" x="11801475" y="8326438"/>
          <p14:tracePt t="49453" x="11814175" y="8326438"/>
          <p14:tracePt t="49487" x="11825288" y="8326438"/>
          <p14:tracePt t="49503" x="11837988" y="8326438"/>
          <p14:tracePt t="49520" x="11849100" y="8326438"/>
          <p14:tracePt t="49537" x="11861800" y="8326438"/>
          <p14:tracePt t="51308" x="11885613" y="8315325"/>
          <p14:tracePt t="51319" x="11907838" y="8291513"/>
          <p14:tracePt t="51320" x="11931650" y="8267700"/>
          <p14:tracePt t="51326" x="11968163" y="8231188"/>
          <p14:tracePt t="51360" x="12096750" y="8066088"/>
          <p14:tracePt t="51376" x="12192000" y="7924800"/>
          <p14:tracePt t="51394" x="12263438" y="7853363"/>
          <p14:tracePt t="51411" x="12393613" y="7688263"/>
          <p14:tracePt t="51428" x="12558713" y="7570788"/>
          <p14:tracePt t="51445" x="12747625" y="7429500"/>
          <p14:tracePt t="51447" x="12877800" y="7334250"/>
          <p14:tracePt t="51461" x="13184188" y="7110413"/>
          <p14:tracePt t="51477" x="13538200" y="6850063"/>
          <p14:tracePt t="51480" x="13692188" y="6756400"/>
        </p14:tracePtLst>
      </p14:laserTraceLst>
    </p:ext>
    <p:ext uri="{E180D4A7-C9FB-4DFB-919C-405C955672EB}">
      <p14:showEvtLst xmlns:p14="http://schemas.microsoft.com/office/powerpoint/2010/main">
        <p14:playEvt time="358" objId="3"/>
        <p14:stopEvt time="50505" objId="3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6E7F36-0038-D976-4AD0-F9D5D272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7CD748F2-7F0A-A3D7-837C-8C4F16B8B6EB}"/>
              </a:ext>
            </a:extLst>
          </p:cNvPr>
          <p:cNvGrpSpPr/>
          <p:nvPr/>
        </p:nvGrpSpPr>
        <p:grpSpPr>
          <a:xfrm>
            <a:off x="438651" y="1628521"/>
            <a:ext cx="12820150" cy="4461088"/>
            <a:chOff x="591053" y="2050493"/>
            <a:chExt cx="12820150" cy="4461088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A07E009A-1FA5-D7E9-7AAA-DE76DA5D2C1A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4461088"/>
              <a:chOff x="616863" y="2825214"/>
              <a:chExt cx="8637608" cy="4461088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EFC77AF1-1844-F9F6-38AB-38BB33F0B103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4064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Decoder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분리한 독립적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사용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인코더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</a:t>
                </a:r>
                <a:r>
                  <a:rPr lang="ko-KR" altLang="en-US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디코더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</a:t>
                </a:r>
                <a:r>
                  <a:rPr lang="ko-KR" altLang="en-US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별도로 사용하여 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모델의 파라미터 수를 증가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시키면서도 연산 비용은 크게 증가하지 않음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다양한 </a:t>
                </a:r>
                <a:r>
                  <a:rPr lang="ko-KR" altLang="en-US" b="1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언어쌍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(Language Pairs)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동시에 학습가능</a:t>
                </a:r>
                <a:endParaRPr lang="en-US" altLang="ko-KR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00150" lvl="2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통해 도출된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context vector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가지고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Decoder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 다른 언어를 적용할 수 있음</a:t>
                </a:r>
                <a:endParaRPr lang="en-US" altLang="ko-KR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Deep LSTM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사용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4layer</a:t>
                </a:r>
                <a:r>
                  <a:rPr lang="ko-KR" altLang="en-US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사용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b="1" dirty="0">
                    <a:highlight>
                      <a:srgbClr val="FFFF00"/>
                    </a:highlight>
                  </a:rPr>
                  <a:t>입력 문장의 단어 순서를 뒤집는 기법 </a:t>
                </a:r>
                <a:r>
                  <a:rPr lang="ko-KR" altLang="en-US" sz="2000" dirty="0"/>
                  <a:t>적용</a:t>
                </a:r>
                <a:endParaRPr lang="en-US" altLang="ko-KR" sz="2000" dirty="0"/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장기 의존성 문제를 해결할 수 있는 하나의 방안으로 제안 및 적용함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언어적 특징을 이용한 방향성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A10DD5D8-994D-92D6-785B-60D24B9533AC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2.3. Specific Characteristics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highlight>
                    <a:srgbClr val="C5D5E9"/>
                  </a:highligh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3EBD7C26-F317-4DC6-7280-123493537DAE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="" xmlns:a16="http://schemas.microsoft.com/office/drawing/2014/main" id="{6C030F4F-0E8F-5544-F4C1-F1EFEC710C13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슬라이드 번호 개체 틀 17">
            <a:extLst>
              <a:ext uri="{FF2B5EF4-FFF2-40B4-BE49-F238E27FC236}">
                <a16:creationId xmlns="" xmlns:a16="http://schemas.microsoft.com/office/drawing/2014/main" id="{5643552B-5271-1A2A-0A93-72152FA1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8371D8F1-7E65-37A1-E3E6-8F608D40F5AE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1004">
            <a:extLst>
              <a:ext uri="{FF2B5EF4-FFF2-40B4-BE49-F238E27FC236}">
                <a16:creationId xmlns="" xmlns:a16="http://schemas.microsoft.com/office/drawing/2014/main" id="{D090B4A6-966C-E2E9-FDE4-39AAF128F6FF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14" name="Object 14">
              <a:extLst>
                <a:ext uri="{FF2B5EF4-FFF2-40B4-BE49-F238E27FC236}">
                  <a16:creationId xmlns="" xmlns:a16="http://schemas.microsoft.com/office/drawing/2014/main" id="{C01CEC17-4BCE-A079-5713-4CF7EE013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18196CA-24CF-D093-937A-765A6C4B30C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4" name="Object 76">
            <a:extLst>
              <a:ext uri="{FF2B5EF4-FFF2-40B4-BE49-F238E27FC236}">
                <a16:creationId xmlns="" xmlns:a16="http://schemas.microsoft.com/office/drawing/2014/main" id="{CE08E9C7-E31B-B5C5-10BB-FE3C5F5B55AB}"/>
              </a:ext>
            </a:extLst>
          </p:cNvPr>
          <p:cNvSpPr txBox="1"/>
          <p:nvPr/>
        </p:nvSpPr>
        <p:spPr>
          <a:xfrm>
            <a:off x="446495" y="266700"/>
            <a:ext cx="132695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Model Architecture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="" xmlns:a16="http://schemas.microsoft.com/office/drawing/2014/main" id="{5E85AFDA-EF1B-8AA7-3924-CD07AD83D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149" y="6247844"/>
            <a:ext cx="9525606" cy="27557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71E1FEC4-89A6-11F4-DE46-9104C079F44A}"/>
              </a:ext>
            </a:extLst>
          </p:cNvPr>
          <p:cNvSpPr txBox="1"/>
          <p:nvPr/>
        </p:nvSpPr>
        <p:spPr>
          <a:xfrm>
            <a:off x="6095129" y="9060752"/>
            <a:ext cx="691436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Seq2Seq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구조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9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37"/>
    </mc:Choice>
    <mc:Fallback xmlns="">
      <p:transition spd="slow" advTm="53437"/>
    </mc:Fallback>
  </mc:AlternateContent>
  <p:extLst>
    <p:ext uri="{3A86A75C-4F4B-4683-9AE1-C65F6400EC91}">
      <p14:laserTraceLst xmlns:p14="http://schemas.microsoft.com/office/powerpoint/2010/main">
        <p14:tracePtLst>
          <p14:tracePt t="749" x="12415838" y="4275138"/>
          <p14:tracePt t="776" x="11223625" y="4133850"/>
          <p14:tracePt t="793" x="10891838" y="4075113"/>
          <p14:tracePt t="797" x="10763250" y="4038600"/>
          <p14:tracePt t="811" x="10633075" y="3992563"/>
          <p14:tracePt t="843" x="10514013" y="3944938"/>
          <p14:tracePt t="847" x="10502900" y="3944938"/>
          <p14:tracePt t="876" x="10479088" y="3944938"/>
          <p14:tracePt t="893" x="10479088" y="3956050"/>
          <p14:tracePt t="1220" x="9686925" y="3873500"/>
          <p14:tracePt t="1244" x="8707438" y="3756025"/>
          <p14:tracePt t="1264" x="7856538" y="3649663"/>
          <p14:tracePt t="1278" x="7300913" y="3590925"/>
          <p14:tracePt t="1294" x="6805613" y="3567113"/>
          <p14:tracePt t="1311" x="6367463" y="3530600"/>
          <p14:tracePt t="1329" x="6202363" y="3530600"/>
          <p14:tracePt t="1344" x="6096000" y="3530600"/>
          <p14:tracePt t="1346" x="6072188" y="3530600"/>
          <p14:tracePt t="1361" x="6013450" y="3543300"/>
          <p14:tracePt t="1377" x="5978525" y="3554413"/>
          <p14:tracePt t="1748" x="5705475" y="3554413"/>
          <p14:tracePt t="1764" x="5516563" y="3554413"/>
          <p14:tracePt t="1791" x="5056188" y="3554413"/>
          <p14:tracePt t="1808" x="4832350" y="3530600"/>
          <p14:tracePt t="1825" x="4595813" y="3530600"/>
          <p14:tracePt t="1842" x="4430713" y="3530600"/>
          <p14:tracePt t="1859" x="4205288" y="3519488"/>
          <p14:tracePt t="1876" x="4098925" y="3519488"/>
          <p14:tracePt t="1893" x="3992563" y="3508375"/>
          <p14:tracePt t="1895" x="3946525" y="3508375"/>
          <p14:tracePt t="1910" x="3862388" y="3508375"/>
          <p14:tracePt t="1927" x="3768725" y="3508375"/>
          <p14:tracePt t="1942" x="3697288" y="3508375"/>
          <p14:tracePt t="1946" x="3638550" y="3508375"/>
          <p14:tracePt t="1959" x="3567113" y="3508375"/>
          <p14:tracePt t="1977" x="3508375" y="3508375"/>
          <p14:tracePt t="1979" x="3484563" y="3508375"/>
          <p14:tracePt t="1992" x="3460750" y="3508375"/>
          <p14:tracePt t="1994" x="3449638" y="3508375"/>
          <p14:tracePt t="2009" x="3402013" y="3508375"/>
          <p14:tracePt t="2026" x="3378200" y="3495675"/>
          <p14:tracePt t="2044" x="3354388" y="3484563"/>
          <p14:tracePt t="2060" x="3332163" y="3484563"/>
          <p14:tracePt t="2077" x="3319463" y="3484563"/>
          <p14:tracePt t="2109" x="3308350" y="3484563"/>
          <p14:tracePt t="2217" x="3308350" y="3471863"/>
          <p14:tracePt t="2248" x="3308350" y="3448050"/>
          <p14:tracePt t="2264" x="3308350" y="3436938"/>
          <p14:tracePt t="2292" x="3308350" y="3425825"/>
          <p14:tracePt t="2309" x="3332163" y="3425825"/>
          <p14:tracePt t="2316" x="3343275" y="3425825"/>
          <p14:tracePt t="2319" x="3354388" y="3425825"/>
          <p14:tracePt t="2342" x="3390900" y="3425825"/>
          <p14:tracePt t="2361" x="3438525" y="3425825"/>
          <p14:tracePt t="2377" x="3460750" y="3425825"/>
          <p14:tracePt t="2393" x="3484563" y="3425825"/>
          <p14:tracePt t="2395" x="3497263" y="3425825"/>
          <p14:tracePt t="2409" x="3521075" y="3425825"/>
          <p14:tracePt t="2426" x="3532188" y="3425825"/>
          <p14:tracePt t="2444" x="3556000" y="3425825"/>
          <p14:tracePt t="2460" x="3579813" y="3425825"/>
          <p14:tracePt t="2477" x="3614738" y="3436938"/>
          <p14:tracePt t="2494" x="3651250" y="3448050"/>
          <p14:tracePt t="2509" x="3673475" y="3460750"/>
          <p14:tracePt t="2527" x="3697288" y="3460750"/>
          <p14:tracePt t="2542" x="3721100" y="3460750"/>
          <p14:tracePt t="2560" x="3733800" y="3460750"/>
          <p14:tracePt t="2561" x="3744913" y="3460750"/>
          <p14:tracePt t="2595" x="3768725" y="3460750"/>
          <p14:tracePt t="2597" x="3779838" y="3460750"/>
          <p14:tracePt t="2610" x="3792538" y="3460750"/>
          <p14:tracePt t="2627" x="3816350" y="3460750"/>
          <p14:tracePt t="2642" x="3827463" y="3460750"/>
          <p14:tracePt t="2660" x="3862388" y="3460750"/>
          <p14:tracePt t="2676" x="3886200" y="3471863"/>
          <p14:tracePt t="2694" x="3910013" y="3484563"/>
          <p14:tracePt t="2710" x="3933825" y="3495675"/>
          <p14:tracePt t="2727" x="3946525" y="3508375"/>
          <p14:tracePt t="2729" x="3957638" y="3508375"/>
          <p14:tracePt t="2743" x="3968750" y="3508375"/>
          <p14:tracePt t="2775" x="3992563" y="3508375"/>
          <p14:tracePt t="2792" x="4005263" y="3495675"/>
          <p14:tracePt t="2810" x="4029075" y="3495675"/>
          <p14:tracePt t="2844" x="4064000" y="3495675"/>
          <p14:tracePt t="2861" x="4087813" y="3508375"/>
          <p14:tracePt t="2876" x="4098925" y="3519488"/>
          <p14:tracePt t="2910" x="4111625" y="3519488"/>
          <p14:tracePt t="3046" x="4111625" y="3508375"/>
          <p14:tracePt t="3062" x="4111625" y="3495675"/>
          <p14:tracePt t="3092" x="4111625" y="3484563"/>
          <p14:tracePt t="3124" x="4111625" y="3471863"/>
          <p14:tracePt t="3248" x="4098925" y="3460750"/>
          <p14:tracePt t="3389" x="4087813" y="3448050"/>
          <p14:tracePt t="3408" x="4075113" y="3436938"/>
          <p14:tracePt t="3426" x="4052888" y="3413125"/>
          <p14:tracePt t="3443" x="4029075" y="3402013"/>
          <p14:tracePt t="3460" x="4016375" y="3378200"/>
          <p14:tracePt t="3477" x="3992563" y="3365500"/>
          <p14:tracePt t="3478" x="3981450" y="3354388"/>
          <p14:tracePt t="3509" x="3968750" y="3341688"/>
          <p14:tracePt t="3529" x="3957638" y="3341688"/>
          <p14:tracePt t="3542" x="3946525" y="3330575"/>
          <p14:tracePt t="3575" x="3922713" y="3306763"/>
          <p14:tracePt t="3591" x="3910013" y="3295650"/>
          <p14:tracePt t="3625" x="3898900" y="3271838"/>
          <p14:tracePt t="3643" x="3886200" y="3271838"/>
          <p14:tracePt t="3660" x="3886200" y="3248025"/>
          <p14:tracePt t="3679" x="3862388" y="3224213"/>
          <p14:tracePt t="3693" x="3862388" y="3213100"/>
          <p14:tracePt t="3710" x="3862388" y="3200400"/>
          <p14:tracePt t="3728" x="3862388" y="3189288"/>
          <p14:tracePt t="3743" x="3862388" y="3176588"/>
          <p14:tracePt t="3760" x="3862388" y="3165475"/>
          <p14:tracePt t="3777" x="3862388" y="3152775"/>
          <p14:tracePt t="3905" x="3875088" y="3165475"/>
          <p14:tracePt t="3926" x="3886200" y="3176588"/>
          <p14:tracePt t="3943" x="3898900" y="3189288"/>
          <p14:tracePt t="4062" x="3910013" y="3200400"/>
          <p14:tracePt t="4077" x="3910013" y="3213100"/>
          <p14:tracePt t="4264" x="3910013" y="3200400"/>
          <p14:tracePt t="4296" x="3910013" y="3189288"/>
          <p14:tracePt t="4315" x="3922713" y="3152775"/>
          <p14:tracePt t="4333" x="3933825" y="3130550"/>
          <p14:tracePt t="4349" x="3968750" y="3130550"/>
          <p14:tracePt t="4366" x="4040188" y="3082925"/>
          <p14:tracePt t="4383" x="4098925" y="3035300"/>
          <p14:tracePt t="4399" x="4159250" y="3011488"/>
          <p14:tracePt t="4401" x="4205288" y="2987675"/>
          <p14:tracePt t="4416" x="4265613" y="2963863"/>
          <p14:tracePt t="4432" x="4335463" y="2928938"/>
          <p14:tracePt t="4450" x="4418013" y="2881313"/>
          <p14:tracePt t="4469" x="4465638" y="2870200"/>
          <p14:tracePt t="4471" x="4489450" y="2857500"/>
          <p14:tracePt t="4482" x="4513263" y="2857500"/>
          <p14:tracePt t="4485" x="4524375" y="2857500"/>
          <p14:tracePt t="4499" x="4560888" y="2857500"/>
          <p14:tracePt t="4518" x="4630738" y="2857500"/>
          <p14:tracePt t="4519" x="4654550" y="2857500"/>
          <p14:tracePt t="4533" x="4725988" y="2846388"/>
          <p14:tracePt t="4550" x="4784725" y="2835275"/>
          <p14:tracePt t="4566" x="4856163" y="2822575"/>
          <p14:tracePt t="4568" x="4891088" y="2811463"/>
          <p14:tracePt t="4583" x="4938713" y="2798763"/>
          <p14:tracePt t="4599" x="4984750" y="2787650"/>
          <p14:tracePt t="4619" x="5045075" y="2751138"/>
          <p14:tracePt t="4632" x="5080000" y="2740025"/>
          <p14:tracePt t="4649" x="5138738" y="2716213"/>
          <p14:tracePt t="4650" x="5162550" y="2705100"/>
          <p14:tracePt t="4667" x="5210175" y="2681288"/>
          <p14:tracePt t="4683" x="5257800" y="2681288"/>
          <p14:tracePt t="4700" x="5340350" y="2668588"/>
          <p14:tracePt t="4717" x="5399088" y="2668588"/>
          <p14:tracePt t="4734" x="5457825" y="2681288"/>
          <p14:tracePt t="4736" x="5505450" y="2692400"/>
          <p14:tracePt t="4749" x="5576888" y="2716213"/>
          <p14:tracePt t="4768" x="5611813" y="2751138"/>
          <p14:tracePt t="5217" x="5646738" y="2751138"/>
          <p14:tracePt t="5232" x="5683250" y="2751138"/>
          <p14:tracePt t="5262" x="5718175" y="2740025"/>
          <p14:tracePt t="5279" x="5741988" y="2740025"/>
          <p14:tracePt t="5297" x="5765800" y="2740025"/>
          <p14:tracePt t="5389" x="5776913" y="2740025"/>
          <p14:tracePt t="5421" x="5776913" y="2751138"/>
          <p14:tracePt t="5936" x="5776913" y="2763838"/>
          <p14:tracePt t="5951" x="5776913" y="2774950"/>
          <p14:tracePt t="5982" x="5753100" y="2798763"/>
          <p14:tracePt t="6000" x="5741988" y="2811463"/>
          <p14:tracePt t="6014" x="5741988" y="2822575"/>
          <p14:tracePt t="6094" x="5741988" y="2835275"/>
          <p14:tracePt t="6248" x="5753100" y="2835275"/>
          <p14:tracePt t="6266" x="5776913" y="2835275"/>
          <p14:tracePt t="6301" x="5894388" y="2835275"/>
          <p14:tracePt t="6320" x="5965825" y="2835275"/>
          <p14:tracePt t="6333" x="6013450" y="2846388"/>
          <p14:tracePt t="6350" x="6072188" y="2857500"/>
          <p14:tracePt t="6352" x="6084888" y="2857500"/>
          <p14:tracePt t="6368" x="6130925" y="2870200"/>
          <p14:tracePt t="6382" x="6154738" y="2870200"/>
          <p14:tracePt t="6400" x="6213475" y="2870200"/>
          <p14:tracePt t="6417" x="6261100" y="2870200"/>
          <p14:tracePt t="6434" x="6308725" y="2870200"/>
          <p14:tracePt t="6436" x="6319838" y="2870200"/>
          <p14:tracePt t="6450" x="6391275" y="2870200"/>
          <p14:tracePt t="6467" x="6462713" y="2870200"/>
          <p14:tracePt t="6485" x="6580188" y="2870200"/>
          <p14:tracePt t="6501" x="6662738" y="2870200"/>
          <p14:tracePt t="6519" x="6792913" y="2870200"/>
          <p14:tracePt t="6536" x="6875463" y="2870200"/>
          <p14:tracePt t="6551" x="6934200" y="2870200"/>
          <p14:tracePt t="6567" x="6970713" y="2870200"/>
          <p14:tracePt t="6584" x="7005638" y="2870200"/>
          <p14:tracePt t="6601" x="7016750" y="2870200"/>
          <p14:tracePt t="6603" x="7029450" y="2870200"/>
          <p14:tracePt t="6634" x="7040563" y="2870200"/>
          <p14:tracePt t="6651" x="7064375" y="2870200"/>
          <p14:tracePt t="6684" x="7064375" y="2857500"/>
          <p14:tracePt t="6701" x="7064375" y="2846388"/>
          <p14:tracePt t="6858" x="7064375" y="2835275"/>
          <p14:tracePt t="6873" x="7064375" y="2822575"/>
          <p14:tracePt t="7311" x="7229475" y="2822575"/>
          <p14:tracePt t="7312" x="7348538" y="2811463"/>
          <p14:tracePt t="7328" x="7524750" y="2787650"/>
          <p14:tracePt t="7363" x="7821613" y="2774950"/>
          <p14:tracePt t="7380" x="7891463" y="2774950"/>
          <p14:tracePt t="7382" x="7926388" y="2774950"/>
          <p14:tracePt t="7396" x="8010525" y="2774950"/>
          <p14:tracePt t="7412" x="8080375" y="2763838"/>
          <p14:tracePt t="7430" x="8199438" y="2751138"/>
          <p14:tracePt t="7447" x="8269288" y="2740025"/>
          <p14:tracePt t="7463" x="8351838" y="2728913"/>
          <p14:tracePt t="7466" x="8388350" y="2728913"/>
          <p14:tracePt t="7479" x="8447088" y="2716213"/>
          <p14:tracePt t="7498" x="8505825" y="2705100"/>
          <p14:tracePt t="7499" x="8529638" y="2692400"/>
          <p14:tracePt t="7515" x="8577263" y="2692400"/>
          <p14:tracePt t="7547" x="8683625" y="2692400"/>
          <p14:tracePt t="7550" x="8707438" y="2692400"/>
          <p14:tracePt t="7563" x="8742363" y="2692400"/>
          <p14:tracePt t="7580" x="8789988" y="2705100"/>
          <p14:tracePt t="7597" x="8824913" y="2705100"/>
          <p14:tracePt t="7613" x="8837613" y="2716213"/>
          <p14:tracePt t="7630" x="8859838" y="2728913"/>
          <p14:tracePt t="7646" x="8872538" y="2728913"/>
          <p14:tracePt t="7662" x="8883650" y="2728913"/>
          <p14:tracePt t="7679" x="8896350" y="2728913"/>
          <p14:tracePt t="7713" x="8907463" y="2728913"/>
          <p14:tracePt t="7747" x="8920163" y="2728913"/>
          <p14:tracePt t="7763" x="8931275" y="2728913"/>
          <p14:tracePt t="7798" x="8942388" y="2728913"/>
          <p14:tracePt t="7952" x="8966200" y="2716213"/>
          <p14:tracePt t="7999" x="8978900" y="2716213"/>
          <p14:tracePt t="8295" x="8978900" y="2728913"/>
          <p14:tracePt t="8388" x="8978900" y="2740025"/>
          <p14:tracePt t="8404" x="8978900" y="2751138"/>
          <p14:tracePt t="8431" x="8966200" y="2774950"/>
          <p14:tracePt t="8448" x="8955088" y="2774950"/>
          <p14:tracePt t="8465" x="8920163" y="2798763"/>
          <p14:tracePt t="8481" x="8920163" y="2811463"/>
          <p14:tracePt t="8498" x="8907463" y="2835275"/>
          <p14:tracePt t="8515" x="8907463" y="2846388"/>
          <p14:tracePt t="8532" x="8896350" y="2846388"/>
          <p14:tracePt t="8533" x="8883650" y="2857500"/>
          <p14:tracePt t="8549" x="8872538" y="2870200"/>
          <p14:tracePt t="8565" x="8859838" y="2894013"/>
          <p14:tracePt t="8583" x="8848725" y="2928938"/>
          <p14:tracePt t="8600" x="8837613" y="2952750"/>
          <p14:tracePt t="8617" x="8837613" y="2987675"/>
          <p14:tracePt t="8633" x="8837613" y="3000375"/>
          <p14:tracePt t="8650" x="8837613" y="3024188"/>
          <p14:tracePt t="8667" x="8837613" y="3035300"/>
          <p14:tracePt t="8683" x="8837613" y="3046413"/>
          <p14:tracePt t="8699" x="8837613" y="3059113"/>
          <p14:tracePt t="8717" x="8837613" y="3070225"/>
          <p14:tracePt t="8732" x="8837613" y="3082925"/>
          <p14:tracePt t="8752" x="8837613" y="3106738"/>
          <p14:tracePt t="8767" x="8848725" y="3130550"/>
          <p14:tracePt t="8783" x="8848725" y="3141663"/>
          <p14:tracePt t="8784" x="8859838" y="3141663"/>
          <p14:tracePt t="8800" x="8872538" y="3141663"/>
          <p14:tracePt t="8817" x="8883650" y="3152775"/>
          <p14:tracePt t="8820" x="8883650" y="3165475"/>
          <p14:tracePt t="8833" x="8896350" y="3165475"/>
          <p14:tracePt t="8984" x="8907463" y="3165475"/>
          <p14:tracePt t="9014" x="8907463" y="3152775"/>
          <p14:tracePt t="10218" x="8966200" y="3152775"/>
          <p14:tracePt t="10237" x="9037638" y="3189288"/>
          <p14:tracePt t="10271" x="9167813" y="3189288"/>
          <p14:tracePt t="10287" x="9215438" y="3189288"/>
          <p14:tracePt t="10304" x="9261475" y="3189288"/>
          <p14:tracePt t="10306" x="9297988" y="3200400"/>
          <p14:tracePt t="10320" x="9345613" y="3213100"/>
          <p14:tracePt t="10337" x="9391650" y="3224213"/>
          <p14:tracePt t="10341" x="9415463" y="3224213"/>
          <p14:tracePt t="10354" x="9474200" y="3235325"/>
          <p14:tracePt t="10371" x="9510713" y="3235325"/>
          <p14:tracePt t="10375" x="9534525" y="3235325"/>
          <p14:tracePt t="10387" x="9545638" y="3235325"/>
          <p14:tracePt t="10388" x="9569450" y="3235325"/>
          <p14:tracePt t="10420" x="9593263" y="3235325"/>
          <p14:tracePt t="10437" x="9617075" y="3235325"/>
          <p14:tracePt t="10454" x="9628188" y="3235325"/>
          <p14:tracePt t="10471" x="9640888" y="3235325"/>
          <p14:tracePt t="10827" x="9699625" y="3235325"/>
          <p14:tracePt t="10844" x="9805988" y="3235325"/>
          <p14:tracePt t="10874" x="10006013" y="3224213"/>
          <p14:tracePt t="10891" x="10088563" y="3224213"/>
          <p14:tracePt t="10909" x="10194925" y="3224213"/>
          <p14:tracePt t="10924" x="10290175" y="3224213"/>
          <p14:tracePt t="10940" x="10383838" y="3224213"/>
          <p14:tracePt t="10958" x="10514013" y="3235325"/>
          <p14:tracePt t="10974" x="10620375" y="3235325"/>
          <p14:tracePt t="10991" x="10726738" y="3248025"/>
          <p14:tracePt t="10992" x="10763250" y="3248025"/>
          <p14:tracePt t="11006" x="10798175" y="3259138"/>
          <p14:tracePt t="11006" x="10833100" y="3259138"/>
          <p14:tracePt t="11023" x="10915650" y="3271838"/>
          <p14:tracePt t="11041" x="10998200" y="3295650"/>
          <p14:tracePt t="11057" x="11045825" y="3306763"/>
          <p14:tracePt t="11075" x="11080750" y="3319463"/>
          <p14:tracePt t="11077" x="11093450" y="3330575"/>
          <p14:tracePt t="11858" x="11045825" y="3341688"/>
          <p14:tracePt t="11875" x="11022013" y="3354388"/>
          <p14:tracePt t="11909" x="10974388" y="3354388"/>
          <p14:tracePt t="11926" x="10963275" y="3354388"/>
          <p14:tracePt t="11959" x="10952163" y="3354388"/>
          <p14:tracePt t="11976" x="10939463" y="3354388"/>
          <p14:tracePt t="11992" x="10904538" y="3365500"/>
          <p14:tracePt t="12009" x="10891838" y="3365500"/>
          <p14:tracePt t="12025" x="10856913" y="3365500"/>
          <p14:tracePt t="12026" x="10845800" y="3365500"/>
          <p14:tracePt t="12042" x="10809288" y="3365500"/>
          <p14:tracePt t="12060" x="10798175" y="3378200"/>
          <p14:tracePt t="12078" x="10750550" y="3389313"/>
          <p14:tracePt t="12095" x="10739438" y="3402013"/>
          <p14:tracePt t="12098" x="10726738" y="3402013"/>
          <p14:tracePt t="12113" x="10702925" y="3402013"/>
          <p14:tracePt t="12127" x="10668000" y="3413125"/>
          <p14:tracePt t="12144" x="10633075" y="3425825"/>
          <p14:tracePt t="12146" x="10609263" y="3436938"/>
          <p14:tracePt t="12161" x="10561638" y="3448050"/>
          <p14:tracePt t="12177" x="10537825" y="3460750"/>
          <p14:tracePt t="12180" x="10514013" y="3460750"/>
          <p14:tracePt t="12193" x="10479088" y="3471863"/>
          <p14:tracePt t="12211" x="10455275" y="3471863"/>
          <p14:tracePt t="12215" x="10431463" y="3484563"/>
          <p14:tracePt t="12226" x="10420350" y="3484563"/>
          <p14:tracePt t="12245" x="10372725" y="3495675"/>
          <p14:tracePt t="12261" x="10348913" y="3508375"/>
          <p14:tracePt t="12265" x="10337800" y="3508375"/>
          <p14:tracePt t="12277" x="10313988" y="3519488"/>
          <p14:tracePt t="12293" x="10277475" y="3530600"/>
          <p14:tracePt t="12312" x="10255250" y="3530600"/>
          <p14:tracePt t="12316" x="10242550" y="3530600"/>
          <p14:tracePt t="12344" x="10218738" y="3543300"/>
          <p14:tracePt t="12363" x="10218738" y="3554413"/>
          <p14:tracePt t="12702" x="9958388" y="3554413"/>
          <p14:tracePt t="12719" x="9699625" y="3554413"/>
          <p14:tracePt t="12733" x="9486900" y="3554413"/>
          <p14:tracePt t="12750" x="9285288" y="3554413"/>
          <p14:tracePt t="12768" x="9167813" y="3554413"/>
          <p14:tracePt t="12784" x="9002713" y="3554413"/>
          <p14:tracePt t="12800" x="8907463" y="3554413"/>
          <p14:tracePt t="12817" x="8837613" y="3554413"/>
          <p14:tracePt t="12834" x="8731250" y="3543300"/>
          <p14:tracePt t="12851" x="8659813" y="3543300"/>
          <p14:tracePt t="12854" x="8636000" y="3543300"/>
          <p14:tracePt t="12868" x="8577263" y="3530600"/>
          <p14:tracePt t="12883" x="8518525" y="3530600"/>
          <p14:tracePt t="12901" x="8470900" y="3530600"/>
          <p14:tracePt t="12902" x="8434388" y="3530600"/>
          <p14:tracePt t="12918" x="8399463" y="3530600"/>
          <p14:tracePt t="12934" x="8351838" y="3530600"/>
          <p14:tracePt t="12950" x="8329613" y="3530600"/>
          <p14:tracePt t="12951" x="8316913" y="3530600"/>
          <p14:tracePt t="12966" x="8305800" y="3530600"/>
          <p14:tracePt t="12984" x="8281988" y="3530600"/>
          <p14:tracePt t="13001" x="8269288" y="3530600"/>
          <p14:tracePt t="13017" x="8258175" y="3530600"/>
          <p14:tracePt t="13049" x="8245475" y="3543300"/>
          <p14:tracePt t="13067" x="8234363" y="3543300"/>
          <p14:tracePt t="13083" x="8223250" y="3543300"/>
          <p14:tracePt t="13101" x="8210550" y="3543300"/>
          <p14:tracePt t="13118" x="8186738" y="3543300"/>
          <p14:tracePt t="13202" x="8175625" y="3543300"/>
          <p14:tracePt t="13219" x="8162925" y="3543300"/>
          <p14:tracePt t="13235" x="8139113" y="3543300"/>
          <p14:tracePt t="13237" x="8128000" y="3543300"/>
          <p14:tracePt t="13253" x="8116888" y="3543300"/>
          <p14:tracePt t="13268" x="8080375" y="3543300"/>
          <p14:tracePt t="13272" x="8069263" y="3543300"/>
          <p14:tracePt t="13283" x="8045450" y="3543300"/>
          <p14:tracePt t="13284" x="8032750" y="3543300"/>
          <p14:tracePt t="13301" x="8021638" y="3543300"/>
          <p14:tracePt t="13318" x="7997825" y="3543300"/>
          <p14:tracePt t="13335" x="7974013" y="3543300"/>
          <p14:tracePt t="13351" x="7950200" y="3554413"/>
          <p14:tracePt t="13369" x="7891463" y="3567113"/>
          <p14:tracePt t="13384" x="7843838" y="3590925"/>
          <p14:tracePt t="13400" x="7808913" y="3602038"/>
          <p14:tracePt t="13404" x="7785100" y="3614738"/>
          <p14:tracePt t="13416" x="7761288" y="3614738"/>
          <p14:tracePt t="13418" x="7761288" y="3625850"/>
          <p14:tracePt t="13434" x="7726363" y="3636963"/>
          <p14:tracePt t="13452" x="7702550" y="3636963"/>
          <p14:tracePt t="13455" x="7691438" y="3649663"/>
          <p14:tracePt t="13467" x="7667625" y="3649663"/>
          <p14:tracePt t="13470" x="7667625" y="3660775"/>
          <p14:tracePt t="13484" x="7643813" y="3660775"/>
          <p14:tracePt t="13502" x="7620000" y="3684588"/>
          <p14:tracePt t="13505" x="7620000" y="3697288"/>
          <p14:tracePt t="13873" x="7489825" y="3697288"/>
          <p14:tracePt t="13895" x="7265988" y="3732213"/>
          <p14:tracePt t="13912" x="7112000" y="3743325"/>
          <p14:tracePt t="13928" x="7005638" y="3743325"/>
          <p14:tracePt t="13944" x="6888163" y="3756025"/>
          <p14:tracePt t="13962" x="6699250" y="3767138"/>
          <p14:tracePt t="13979" x="6592888" y="3779838"/>
          <p14:tracePt t="13983" x="6545263" y="3779838"/>
          <p14:tracePt t="13995" x="6508750" y="3790950"/>
          <p14:tracePt t="13996" x="6462713" y="3790950"/>
          <p14:tracePt t="14011" x="6402388" y="3803650"/>
          <p14:tracePt t="14029" x="6343650" y="3803650"/>
          <p14:tracePt t="14031" x="6308725" y="3803650"/>
          <p14:tracePt t="14046" x="6261100" y="3803650"/>
          <p14:tracePt t="14062" x="6213475" y="3803650"/>
          <p14:tracePt t="14078" x="6178550" y="3803650"/>
          <p14:tracePt t="14078" x="6167438" y="3803650"/>
          <p14:tracePt t="14094" x="6130925" y="3803650"/>
          <p14:tracePt t="14111" x="6107113" y="3803650"/>
          <p14:tracePt t="14129" x="6072188" y="3803650"/>
          <p14:tracePt t="14146" x="6037263" y="3803650"/>
          <p14:tracePt t="14150" x="6024563" y="3803650"/>
          <p14:tracePt t="14162" x="6013450" y="3803650"/>
          <p14:tracePt t="14163" x="6000750" y="3803650"/>
          <p14:tracePt t="14178" x="6000750" y="3814763"/>
          <p14:tracePt t="14197" x="5978525" y="3814763"/>
          <p14:tracePt t="14199" x="5965825" y="3814763"/>
          <p14:tracePt t="14215" x="5942013" y="3825875"/>
          <p14:tracePt t="14229" x="5918200" y="3825875"/>
          <p14:tracePt t="14234" x="5907088" y="3838575"/>
          <p14:tracePt t="14244" x="5894388" y="3838575"/>
          <p14:tracePt t="14246" x="5883275" y="3849688"/>
          <p14:tracePt t="14263" x="5859463" y="3862388"/>
          <p14:tracePt t="14296" x="5835650" y="3862388"/>
          <p14:tracePt t="14312" x="5824538" y="3862388"/>
          <p14:tracePt t="14329" x="5811838" y="3862388"/>
          <p14:tracePt t="14498" x="5800725" y="3862388"/>
          <p14:tracePt t="14516" x="5789613" y="3862388"/>
          <p14:tracePt t="14607" x="5789613" y="3886200"/>
          <p14:tracePt t="14624" x="5776913" y="3886200"/>
          <p14:tracePt t="14651" x="5776913" y="3910013"/>
          <p14:tracePt t="14667" x="5776913" y="3921125"/>
          <p14:tracePt t="14684" x="5765800" y="3921125"/>
          <p14:tracePt t="14700" x="5765800" y="3932238"/>
          <p14:tracePt t="14718" x="5765800" y="3944938"/>
          <p14:tracePt t="14751" x="5765800" y="3956050"/>
          <p14:tracePt t="14768" x="5765800" y="3968750"/>
          <p14:tracePt t="14784" x="5765800" y="3979863"/>
          <p14:tracePt t="14801" x="5765800" y="3992563"/>
          <p14:tracePt t="14842" x="5765800" y="4003675"/>
          <p14:tracePt t="14890" x="5765800" y="4016375"/>
          <p14:tracePt t="14904" x="5765800" y="4027488"/>
          <p14:tracePt t="14934" x="5776913" y="4051300"/>
          <p14:tracePt t="14950" x="5776913" y="4062413"/>
          <p14:tracePt t="14983" x="5776913" y="4075113"/>
          <p14:tracePt t="15017" x="5789613" y="4075113"/>
          <p14:tracePt t="15092" x="5800725" y="4075113"/>
          <p14:tracePt t="15124" x="5800725" y="4086225"/>
          <p14:tracePt t="15139" x="5811838" y="4098925"/>
          <p14:tracePt t="15166" x="5811838" y="4110038"/>
          <p14:tracePt t="15183" x="5811838" y="4133850"/>
          <p14:tracePt t="15375" x="5811838" y="4144963"/>
          <p14:tracePt t="15396" x="5811838" y="4157663"/>
          <p14:tracePt t="15414" x="5811838" y="4168775"/>
          <p14:tracePt t="15467" x="5811838" y="4181475"/>
          <p14:tracePt t="15499" x="5811838" y="4192588"/>
          <p14:tracePt t="16420" x="5824538" y="4205288"/>
          <p14:tracePt t="16438" x="5824538" y="4227513"/>
          <p14:tracePt t="16473" x="5824538" y="4251325"/>
          <p14:tracePt t="16476" x="5824538" y="4264025"/>
          <p14:tracePt t="16489" x="5835650" y="4275138"/>
          <p14:tracePt t="16524" x="5848350" y="4287838"/>
          <p14:tracePt t="16541" x="5848350" y="4298950"/>
          <p14:tracePt t="16557" x="5848350" y="4322763"/>
          <p14:tracePt t="16559" x="5848350" y="4333875"/>
          <p14:tracePt t="16572" x="5859463" y="4357688"/>
          <p14:tracePt t="16589" x="5859463" y="4381500"/>
          <p14:tracePt t="16608" x="5883275" y="4452938"/>
          <p14:tracePt t="16623" x="5883275" y="4500563"/>
          <p14:tracePt t="16638" x="5883275" y="4559300"/>
          <p14:tracePt t="16656" x="5883275" y="4618038"/>
          <p14:tracePt t="16672" x="5883275" y="4641850"/>
          <p14:tracePt t="16690" x="5883275" y="4676775"/>
          <p14:tracePt t="16707" x="5883275" y="4700588"/>
          <p14:tracePt t="16723" x="5883275" y="4724400"/>
          <p14:tracePt t="16725" x="5883275" y="4748213"/>
          <p14:tracePt t="16740" x="5883275" y="4772025"/>
          <p14:tracePt t="16756" x="5883275" y="4783138"/>
          <p14:tracePt t="16773" x="5883275" y="4818063"/>
          <p14:tracePt t="16807" x="5883275" y="4841875"/>
          <p14:tracePt t="17748" x="5883275" y="4854575"/>
          <p14:tracePt t="17766" x="5883275" y="4900613"/>
          <p14:tracePt t="17800" x="5883275" y="4984750"/>
          <p14:tracePt t="17817" x="5883275" y="5019675"/>
          <p14:tracePt t="17834" x="5883275" y="5043488"/>
          <p14:tracePt t="17835" x="5883275" y="5054600"/>
          <p14:tracePt t="17850" x="5883275" y="5067300"/>
          <p14:tracePt t="17867" x="5883275" y="5091113"/>
          <p14:tracePt t="17882" x="5883275" y="5113338"/>
          <p14:tracePt t="17899" x="5883275" y="5126038"/>
          <p14:tracePt t="17917" x="5883275" y="5149850"/>
          <p14:tracePt t="17918" x="5883275" y="5160963"/>
          <p14:tracePt t="17933" x="5883275" y="5184775"/>
          <p14:tracePt t="17951" x="5883275" y="5195888"/>
          <p14:tracePt t="17955" x="5883275" y="5208588"/>
          <p14:tracePt t="17984" x="5883275" y="5232400"/>
          <p14:tracePt t="18202" x="5883275" y="5219700"/>
          <p14:tracePt t="18312" x="5883275" y="5208588"/>
          <p14:tracePt t="18374" x="5883275" y="5195888"/>
          <p14:tracePt t="18983" x="5883275" y="5184775"/>
          <p14:tracePt t="18999" x="5907088" y="5173663"/>
          <p14:tracePt t="19017" x="5965825" y="5149850"/>
          <p14:tracePt t="19034" x="5989638" y="5137150"/>
          <p14:tracePt t="19051" x="6000750" y="5137150"/>
          <p14:tracePt t="20857" x="6061075" y="5137150"/>
          <p14:tracePt t="20875" x="6191250" y="5126038"/>
          <p14:tracePt t="20876" x="6249988" y="5126038"/>
          <p14:tracePt t="20910" x="6486525" y="5102225"/>
          <p14:tracePt t="20912" x="6532563" y="5091113"/>
          <p14:tracePt t="20927" x="6638925" y="5067300"/>
          <p14:tracePt t="20943" x="6710363" y="5067300"/>
          <p14:tracePt t="20960" x="6816725" y="5043488"/>
          <p14:tracePt t="20975" x="6875463" y="5043488"/>
          <p14:tracePt t="20993" x="6958013" y="5043488"/>
          <p14:tracePt t="20995" x="6994525" y="5043488"/>
          <p14:tracePt t="21009" x="7064375" y="5043488"/>
          <p14:tracePt t="21028" x="7146925" y="5043488"/>
          <p14:tracePt t="21029" x="7194550" y="5043488"/>
          <p14:tracePt t="21043" x="7277100" y="5043488"/>
          <p14:tracePt t="21060" x="7348538" y="5043488"/>
          <p14:tracePt t="21076" x="7407275" y="5043488"/>
          <p14:tracePt t="21077" x="7442200" y="5043488"/>
          <p14:tracePt t="21092" x="7489825" y="5043488"/>
          <p14:tracePt t="21109" x="7537450" y="5043488"/>
          <p14:tracePt t="21129" x="7596188" y="5030788"/>
          <p14:tracePt t="21143" x="7620000" y="5019675"/>
          <p14:tracePt t="21160" x="7678738" y="4995863"/>
          <p14:tracePt t="21162" x="7702550" y="4984750"/>
          <p14:tracePt t="21179" x="7761288" y="4948238"/>
          <p14:tracePt t="21194" x="7821613" y="4937125"/>
          <p14:tracePt t="21210" x="7939088" y="4913313"/>
          <p14:tracePt t="21226" x="7986713" y="4913313"/>
          <p14:tracePt t="21243" x="8032750" y="4913313"/>
          <p14:tracePt t="21245" x="8056563" y="4913313"/>
          <p14:tracePt t="21258" x="8069263" y="4913313"/>
          <p14:tracePt t="21276" x="8104188" y="4913313"/>
          <p14:tracePt t="21292" x="8139113" y="4913313"/>
          <p14:tracePt t="21329" x="8151813" y="4913313"/>
          <p14:tracePt t="21360" x="8162925" y="4913313"/>
          <p14:tracePt t="21378" x="8186738" y="4913313"/>
          <p14:tracePt t="21393" x="8199438" y="4913313"/>
          <p14:tracePt t="21399" x="8210550" y="4913313"/>
          <p14:tracePt t="21427" x="8245475" y="4900613"/>
          <p14:tracePt t="21443" x="8269288" y="4889500"/>
          <p14:tracePt t="21460" x="8281988" y="4889500"/>
          <p14:tracePt t="21477" x="8305800" y="4889500"/>
          <p14:tracePt t="21493" x="8316913" y="4889500"/>
          <p14:tracePt t="21905" x="8612188" y="4889500"/>
          <p14:tracePt t="21922" x="8777288" y="4889500"/>
          <p14:tracePt t="21956" x="9191625" y="4889500"/>
          <p14:tracePt t="21972" x="9391650" y="4889500"/>
          <p14:tracePt t="21989" x="9521825" y="4889500"/>
          <p14:tracePt t="22006" x="9640888" y="4889500"/>
          <p14:tracePt t="22023" x="9793288" y="4889500"/>
          <p14:tracePt t="22039" x="9899650" y="4889500"/>
          <p14:tracePt t="22056" x="9982200" y="4889500"/>
          <p14:tracePt t="22057" x="10018713" y="4889500"/>
          <p14:tracePt t="22072" x="10101263" y="4889500"/>
          <p14:tracePt t="22090" x="10160000" y="4889500"/>
          <p14:tracePt t="22091" x="10194925" y="4889500"/>
          <p14:tracePt t="22107" x="10242550" y="4889500"/>
          <p14:tracePt t="22124" x="10290175" y="4889500"/>
          <p14:tracePt t="22127" x="10313988" y="4900613"/>
          <p14:tracePt t="22157" x="10361613" y="4900613"/>
          <p14:tracePt t="22174" x="10407650" y="4900613"/>
          <p14:tracePt t="22190" x="10431463" y="4900613"/>
          <p14:tracePt t="22207" x="10455275" y="4900613"/>
          <p14:tracePt t="22210" x="10466388" y="4900613"/>
          <p14:tracePt t="22223" x="10490200" y="4900613"/>
          <p14:tracePt t="22241" x="10502900" y="4900613"/>
          <p14:tracePt t="22640" x="10880725" y="4865688"/>
          <p14:tracePt t="22657" x="11058525" y="4830763"/>
          <p14:tracePt t="22692" x="11306175" y="4795838"/>
          <p14:tracePt t="22709" x="11377613" y="4783138"/>
          <p14:tracePt t="22726" x="11399838" y="4783138"/>
          <p14:tracePt t="22743" x="11412538" y="4783138"/>
          <p14:tracePt t="22746" x="11423650" y="4783138"/>
          <p14:tracePt t="22758" x="11436350" y="4783138"/>
          <p14:tracePt t="22776" x="11447463" y="4783138"/>
          <p14:tracePt t="22779" x="11460163" y="4783138"/>
          <p14:tracePt t="22935" x="11447463" y="4783138"/>
          <p14:tracePt t="22951" x="11436350" y="4783138"/>
          <p14:tracePt t="22974" x="11423650" y="4783138"/>
          <p14:tracePt t="23008" x="11412538" y="4783138"/>
          <p14:tracePt t="23025" x="11364913" y="4783138"/>
          <p14:tracePt t="23042" x="11176000" y="4795838"/>
          <p14:tracePt t="23059" x="10821988" y="4830763"/>
          <p14:tracePt t="23076" x="10301288" y="4878388"/>
          <p14:tracePt t="23077" x="9912350" y="4878388"/>
          <p14:tracePt t="23092" x="9297988" y="4924425"/>
          <p14:tracePt t="23108" x="8766175" y="4960938"/>
          <p14:tracePt t="23126" x="8245475" y="5030788"/>
          <p14:tracePt t="23142" x="7997825" y="5067300"/>
          <p14:tracePt t="23159" x="7797800" y="5113338"/>
          <p14:tracePt t="23161" x="7726363" y="5137150"/>
          <p14:tracePt t="23176" x="7608888" y="5160963"/>
          <p14:tracePt t="23192" x="7548563" y="5173663"/>
          <p14:tracePt t="23209" x="7489825" y="5184775"/>
          <p14:tracePt t="23226" x="7454900" y="5195888"/>
          <p14:tracePt t="23561" x="7088188" y="5219700"/>
          <p14:tracePt t="23576" x="6521450" y="5232400"/>
          <p14:tracePt t="23606" x="5835650" y="5232400"/>
          <p14:tracePt t="23623" x="5529263" y="5232400"/>
          <p14:tracePt t="23639" x="5186363" y="5208588"/>
          <p14:tracePt t="23656" x="4997450" y="5219700"/>
          <p14:tracePt t="23672" x="4819650" y="5232400"/>
          <p14:tracePt t="23673" x="4749800" y="5232400"/>
          <p14:tracePt t="23689" x="4630738" y="5256213"/>
          <p14:tracePt t="23706" x="4548188" y="5267325"/>
          <p14:tracePt t="23723" x="4430713" y="5326063"/>
          <p14:tracePt t="23739" x="4370388" y="5362575"/>
          <p14:tracePt t="23756" x="4335463" y="5397500"/>
          <p14:tracePt t="23758" x="4335463" y="5421313"/>
          <p14:tracePt t="23772" x="4324350" y="5445125"/>
          <p14:tracePt t="24076" x="4087813" y="5445125"/>
          <p14:tracePt t="24077" x="3968750" y="5445125"/>
          <p14:tracePt t="24093" x="3792538" y="5432425"/>
          <p14:tracePt t="24126" x="3544888" y="5421313"/>
          <p14:tracePt t="24142" x="3484563" y="5421313"/>
          <p14:tracePt t="24160" x="3425825" y="5421313"/>
          <p14:tracePt t="24175" x="3390900" y="5421313"/>
          <p14:tracePt t="24194" x="3367088" y="5421313"/>
          <p14:tracePt t="24195" x="3354388" y="5421313"/>
          <p14:tracePt t="24208" x="3332163" y="5421313"/>
          <p14:tracePt t="24225" x="3319463" y="5421313"/>
          <p14:tracePt t="24242" x="3308350" y="5421313"/>
          <p14:tracePt t="24259" x="3295650" y="5421313"/>
          <p14:tracePt t="24292" x="3284538" y="5421313"/>
          <p14:tracePt t="24309" x="3271838" y="5408613"/>
          <p14:tracePt t="24326" x="3260725" y="5397500"/>
          <p14:tracePt t="24342" x="3249613" y="5386388"/>
          <p14:tracePt t="24358" x="3236913" y="5386388"/>
          <p14:tracePt t="24592" x="3236913" y="5373688"/>
          <p14:tracePt t="24608" x="3236913" y="5362575"/>
          <p14:tracePt t="24635" x="3236913" y="5349875"/>
          <p14:tracePt t="24764" x="3249613" y="5362575"/>
          <p14:tracePt t="24782" x="3249613" y="5373688"/>
          <p14:tracePt t="24802" x="3260725" y="5373688"/>
          <p14:tracePt t="24858" x="3271838" y="5373688"/>
          <p14:tracePt t="24890" x="3284538" y="5373688"/>
          <p14:tracePt t="24921" x="3308350" y="5373688"/>
          <p14:tracePt t="24937" x="3332163" y="5386388"/>
          <p14:tracePt t="24952" x="3354388" y="5397500"/>
          <p14:tracePt t="24968" x="3367088" y="5408613"/>
          <p14:tracePt t="24988" x="3390900" y="5421313"/>
          <p14:tracePt t="25003" x="3414713" y="5421313"/>
          <p14:tracePt t="25019" x="3425825" y="5421313"/>
          <p14:tracePt t="25021" x="3438525" y="5421313"/>
          <p14:tracePt t="25035" x="3460750" y="5408613"/>
          <p14:tracePt t="25051" x="3497263" y="5397500"/>
          <p14:tracePt t="25069" x="3508375" y="5397500"/>
          <p14:tracePt t="25070" x="3532188" y="5397500"/>
          <p14:tracePt t="25084" x="3567113" y="5397500"/>
          <p14:tracePt t="25102" x="3590925" y="5397500"/>
          <p14:tracePt t="25119" x="3627438" y="5386388"/>
          <p14:tracePt t="25135" x="3651250" y="5373688"/>
          <p14:tracePt t="25152" x="3673475" y="5373688"/>
          <p14:tracePt t="25168" x="3686175" y="5362575"/>
          <p14:tracePt t="25186" x="3697288" y="5362575"/>
          <p14:tracePt t="25203" x="3721100" y="5362575"/>
          <p14:tracePt t="25218" x="3744913" y="5362575"/>
          <p14:tracePt t="25236" x="3779838" y="5373688"/>
          <p14:tracePt t="25251" x="3803650" y="5373688"/>
          <p14:tracePt t="25268" x="3827463" y="5386388"/>
          <p14:tracePt t="25284" x="3840163" y="5408613"/>
          <p14:tracePt t="25302" x="3862388" y="5408613"/>
          <p14:tracePt t="25319" x="3875088" y="5408613"/>
          <p14:tracePt t="25335" x="3886200" y="5408613"/>
          <p14:tracePt t="25367" x="3898900" y="5408613"/>
          <p14:tracePt t="25385" x="3910013" y="5408613"/>
          <p14:tracePt t="25402" x="3957638" y="5408613"/>
          <p14:tracePt t="25418" x="3992563" y="5408613"/>
          <p14:tracePt t="25435" x="4029075" y="5408613"/>
          <p14:tracePt t="25452" x="4064000" y="5421313"/>
          <p14:tracePt t="25469" x="4087813" y="5421313"/>
          <p14:tracePt t="25485" x="4098925" y="5421313"/>
          <p14:tracePt t="25501" x="4122738" y="5421313"/>
          <p14:tracePt t="25518" x="4135438" y="5421313"/>
          <p14:tracePt t="25551" x="4159250" y="5421313"/>
          <p14:tracePt t="25592" x="4170363" y="5421313"/>
          <p14:tracePt t="25618" x="4170363" y="5432425"/>
          <p14:tracePt t="25920" x="4181475" y="5432425"/>
          <p14:tracePt t="25935" x="4194175" y="5432425"/>
          <p14:tracePt t="25960" x="4217988" y="5445125"/>
          <p14:tracePt t="25979" x="4229100" y="5468938"/>
          <p14:tracePt t="25995" x="4229100" y="5480050"/>
          <p14:tracePt t="26012" x="4241800" y="5491163"/>
          <p14:tracePt t="26061" x="4252913" y="5491163"/>
          <p14:tracePt t="26077" x="4265613" y="5491163"/>
          <p14:tracePt t="26093" x="4276725" y="5491163"/>
          <p14:tracePt t="26111" x="4300538" y="5503863"/>
          <p14:tracePt t="26128" x="4324350" y="5503863"/>
          <p14:tracePt t="26147" x="4348163" y="5514975"/>
          <p14:tracePt t="26149" x="4359275" y="5527675"/>
          <p14:tracePt t="26179" x="4370388" y="5538788"/>
          <p14:tracePt t="26195" x="4383088" y="5551488"/>
          <p14:tracePt t="26212" x="4394200" y="5562600"/>
          <p14:tracePt t="26229" x="4418013" y="5575300"/>
          <p14:tracePt t="26244" x="4441825" y="5586413"/>
          <p14:tracePt t="26261" x="4465638" y="5597525"/>
          <p14:tracePt t="26265" x="4489450" y="5610225"/>
          <p14:tracePt t="26278" x="4513263" y="5621338"/>
          <p14:tracePt t="26294" x="4537075" y="5634038"/>
          <p14:tracePt t="26312" x="4560888" y="5645150"/>
          <p14:tracePt t="26329" x="4583113" y="5657850"/>
          <p14:tracePt t="26346" x="4595813" y="5668963"/>
          <p14:tracePt t="26363" x="4606925" y="5668963"/>
          <p14:tracePt t="26436" x="4606925" y="5657850"/>
          <p14:tracePt t="28109" x="4619625" y="5657850"/>
          <p14:tracePt t="28127" x="4654550" y="5657850"/>
          <p14:tracePt t="28160" x="4760913" y="5657850"/>
          <p14:tracePt t="28178" x="4832350" y="5657850"/>
          <p14:tracePt t="28180" x="4856163" y="5657850"/>
          <p14:tracePt t="28194" x="4914900" y="5668963"/>
          <p14:tracePt t="28212" x="4962525" y="5668963"/>
          <p14:tracePt t="28228" x="4984750" y="5668963"/>
          <p14:tracePt t="28229" x="4997450" y="5668963"/>
          <p14:tracePt t="28244" x="5032375" y="5668963"/>
          <p14:tracePt t="28262" x="5045075" y="5668963"/>
          <p14:tracePt t="28264" x="5056188" y="5668963"/>
          <p14:tracePt t="28295" x="5068888" y="5668963"/>
          <p14:tracePt t="28311" x="5080000" y="5668963"/>
          <p14:tracePt t="28344" x="5103813" y="5668963"/>
          <p14:tracePt t="28362" x="5114925" y="5668963"/>
          <p14:tracePt t="28378" x="5127625" y="5681663"/>
          <p14:tracePt t="28395" x="5138738" y="5692775"/>
          <p14:tracePt t="28398" x="5151438" y="5692775"/>
          <p14:tracePt t="28411" x="5175250" y="5692775"/>
          <p14:tracePt t="28428" x="5186363" y="5703888"/>
          <p14:tracePt t="28430" x="5197475" y="5716588"/>
          <p14:tracePt t="28460" x="5210175" y="5727700"/>
          <p14:tracePt t="28479" x="5221288" y="5727700"/>
          <p14:tracePt t="28494" x="5233988" y="5727700"/>
          <p14:tracePt t="28511" x="5245100" y="5727700"/>
          <p14:tracePt t="28528" x="5257800" y="5727700"/>
          <p14:tracePt t="28577" x="5268913" y="5727700"/>
          <p14:tracePt t="28608" x="5268913" y="5740400"/>
          <p14:tracePt t="28628" x="5268913" y="5751513"/>
          <p14:tracePt t="29608" x="5303838" y="5751513"/>
          <p14:tracePt t="29626" x="5457825" y="5775325"/>
          <p14:tracePt t="29643" x="5646738" y="5810250"/>
          <p14:tracePt t="29644" x="5776913" y="5822950"/>
          <p14:tracePt t="29660" x="6096000" y="5892800"/>
          <p14:tracePt t="29677" x="6391275" y="5988050"/>
          <p14:tracePt t="29693" x="6710363" y="6081713"/>
          <p14:tracePt t="29709" x="6840538" y="6105525"/>
          <p14:tracePt t="29729" x="7029450" y="6153150"/>
          <p14:tracePt t="29744" x="7123113" y="6165850"/>
          <p14:tracePt t="29760" x="7183438" y="6176963"/>
          <p14:tracePt t="29777" x="7289800" y="6176963"/>
          <p14:tracePt t="29794" x="7324725" y="6176963"/>
          <p14:tracePt t="29811" x="7383463" y="6176963"/>
          <p14:tracePt t="29812" x="7407275" y="6176963"/>
          <p14:tracePt t="29827" x="7442200" y="6176963"/>
          <p14:tracePt t="29843" x="7478713" y="6165850"/>
          <p14:tracePt t="29860" x="7513638" y="6142038"/>
          <p14:tracePt t="30202" x="7691438" y="6142038"/>
          <p14:tracePt t="30218" x="8199438" y="6105525"/>
          <p14:tracePt t="30236" x="9085263" y="6081713"/>
          <p14:tracePt t="30253" x="9747250" y="6035675"/>
          <p14:tracePt t="30270" x="10444163" y="6035675"/>
          <p14:tracePt t="30288" x="10785475" y="6046788"/>
          <p14:tracePt t="30303" x="11045825" y="6059488"/>
          <p14:tracePt t="30305" x="11141075" y="6081713"/>
          <p14:tracePt t="30319" x="11317288" y="6094413"/>
          <p14:tracePt t="30336" x="11495088" y="6105525"/>
          <p14:tracePt t="30353" x="11649075" y="6105525"/>
          <p14:tracePt t="30370" x="11707813" y="6105525"/>
          <p14:tracePt t="30387" x="11755438" y="6105525"/>
          <p14:tracePt t="30390" x="11779250" y="6105525"/>
          <p14:tracePt t="30403" x="11801475" y="6105525"/>
          <p14:tracePt t="30420" x="11814175" y="6105525"/>
          <p14:tracePt t="30717" x="11872913" y="6105525"/>
          <p14:tracePt t="30733" x="11990388" y="6094413"/>
          <p14:tracePt t="30763" x="12287250" y="6070600"/>
          <p14:tracePt t="30780" x="12393613" y="6070600"/>
          <p14:tracePt t="30797" x="12522200" y="6070600"/>
          <p14:tracePt t="30813" x="12582525" y="6070600"/>
          <p14:tracePt t="30830" x="12641263" y="6070600"/>
          <p14:tracePt t="30847" x="12723813" y="6070600"/>
          <p14:tracePt t="30863" x="12771438" y="6070600"/>
          <p14:tracePt t="30879" x="12806363" y="6070600"/>
          <p14:tracePt t="30900" x="12865100" y="6070600"/>
          <p14:tracePt t="30912" x="12901613" y="6070600"/>
          <p14:tracePt t="30930" x="12936538" y="6070600"/>
          <p14:tracePt t="30947" x="12960350" y="6070600"/>
          <p14:tracePt t="30963" x="12971463" y="6070600"/>
          <p14:tracePt t="30966" x="12984163" y="6070600"/>
          <p14:tracePt t="30980" x="12995275" y="6070600"/>
          <p14:tracePt t="30997" x="13006388" y="6070600"/>
          <p14:tracePt t="30999" x="13019088" y="6070600"/>
          <p14:tracePt t="31029" x="13042900" y="6070600"/>
          <p14:tracePt t="31049" x="13054013" y="6070600"/>
          <p14:tracePt t="31063" x="13066713" y="6070600"/>
          <p14:tracePt t="31097" x="13090525" y="6070600"/>
          <p14:tracePt t="31130" x="13090525" y="6081713"/>
          <p14:tracePt t="32140" x="13077825" y="6081713"/>
          <p14:tracePt t="32157" x="13066713" y="6105525"/>
          <p14:tracePt t="32159" x="13066713" y="6118225"/>
          <p14:tracePt t="32191" x="13042900" y="6142038"/>
          <p14:tracePt t="32207" x="13042900" y="6153150"/>
          <p14:tracePt t="32250" x="13042900" y="6165850"/>
          <p14:tracePt t="32275" x="13042900" y="6188075"/>
          <p14:tracePt t="32309" x="13042900" y="6211888"/>
          <p14:tracePt t="32325" x="13042900" y="6224588"/>
          <p14:tracePt t="32359" x="13030200" y="6235700"/>
          <p14:tracePt t="32375" x="13019088" y="6248400"/>
          <p14:tracePt t="32393" x="13019088" y="6259513"/>
          <p14:tracePt t="32410" x="13019088" y="6270625"/>
          <p14:tracePt t="32424" x="13006388" y="6283325"/>
          <p14:tracePt t="32459" x="12995275" y="6307138"/>
          <p14:tracePt t="32475" x="12995275" y="6318250"/>
          <p14:tracePt t="32492" x="12995275" y="6330950"/>
          <p14:tracePt t="32546" x="12984163" y="6330950"/>
          <p14:tracePt t="32563" x="12960350" y="6354763"/>
          <p14:tracePt t="32593" x="12936538" y="6376988"/>
          <p14:tracePt t="32610" x="12912725" y="6400800"/>
          <p14:tracePt t="32612" x="12901613" y="6413500"/>
          <p14:tracePt t="32626" x="12865100" y="6437313"/>
          <p14:tracePt t="32643" x="12806363" y="6437313"/>
          <p14:tracePt t="32646" x="12771438" y="6461125"/>
          <p14:tracePt t="32659" x="12676188" y="6472238"/>
          <p14:tracePt t="32678" x="12569825" y="6472238"/>
          <p14:tracePt t="32693" x="12439650" y="6483350"/>
          <p14:tracePt t="32695" x="12345988" y="6483350"/>
          <p14:tracePt t="32709" x="12038013" y="6507163"/>
          <p14:tracePt t="32725" x="11530013" y="6519863"/>
          <p14:tracePt t="32743" x="10337800" y="6602413"/>
          <p14:tracePt t="32759" x="9675813" y="6637338"/>
          <p14:tracePt t="32776" x="9167813" y="6661150"/>
          <p14:tracePt t="32779" x="8931275" y="6684963"/>
          <p14:tracePt t="32793" x="8564563" y="6743700"/>
          <p14:tracePt t="32809" x="8305800" y="6778625"/>
          <p14:tracePt t="32812" x="8199438" y="6791325"/>
          <p14:tracePt t="32825" x="8104188" y="6802438"/>
          <p14:tracePt t="32827" x="7997825" y="6826250"/>
          <p14:tracePt t="32842" x="7880350" y="6838950"/>
          <p14:tracePt t="32859" x="7785100" y="6850063"/>
          <p14:tracePt t="32864" x="7750175" y="6850063"/>
          <p14:tracePt t="32876" x="7691438" y="6850063"/>
          <p14:tracePt t="32895" x="7643813" y="6850063"/>
          <p14:tracePt t="32896" x="7631113" y="6850063"/>
          <p14:tracePt t="32910" x="7596188" y="6838950"/>
          <p14:tracePt t="32925" x="7572375" y="6826250"/>
          <p14:tracePt t="32943" x="7561263" y="6815138"/>
          <p14:tracePt t="32959" x="7548563" y="6815138"/>
          <p14:tracePt t="32960" x="7537450" y="6815138"/>
          <p14:tracePt t="32975" x="7513638" y="6815138"/>
          <p14:tracePt t="32992" x="7489825" y="6815138"/>
          <p14:tracePt t="33008" x="7478713" y="6815138"/>
          <p14:tracePt t="33026" x="7442200" y="6815138"/>
          <p14:tracePt t="33029" x="7418388" y="6815138"/>
          <p14:tracePt t="33036" x="7396163" y="6815138"/>
          <p14:tracePt t="33060" x="7313613" y="6838950"/>
          <p14:tracePt t="33075" x="7265988" y="6838950"/>
          <p14:tracePt t="33076" x="7242175" y="6838950"/>
          <p14:tracePt t="33093" x="7218363" y="6838950"/>
          <p14:tracePt t="33109" x="7183438" y="6850063"/>
          <p14:tracePt t="33112" x="7170738" y="6850063"/>
          <p14:tracePt t="33125" x="7146925" y="6861175"/>
          <p14:tracePt t="33144" x="7135813" y="6873875"/>
          <p14:tracePt t="33147" x="7123113" y="6884988"/>
          <p14:tracePt t="33175" x="7100888" y="6897688"/>
          <p14:tracePt t="33208" x="7100888" y="6921500"/>
          <p14:tracePt t="33226" x="7100888" y="6932613"/>
          <p14:tracePt t="33243" x="7100888" y="6945313"/>
          <p14:tracePt t="33343" x="7100888" y="6956425"/>
          <p14:tracePt t="33359" x="7088188" y="6967538"/>
          <p14:tracePt t="33376" x="7053263" y="6980238"/>
          <p14:tracePt t="33392" x="6981825" y="7015163"/>
          <p14:tracePt t="33408" x="6792913" y="7051675"/>
          <p14:tracePt t="33425" x="6627813" y="7073900"/>
          <p14:tracePt t="33442" x="6497638" y="7073900"/>
          <p14:tracePt t="33445" x="6426200" y="7062788"/>
          <p14:tracePt t="33458" x="6297613" y="7062788"/>
          <p14:tracePt t="33474" x="6178550" y="7038975"/>
          <p14:tracePt t="33492" x="6037263" y="7015163"/>
          <p14:tracePt t="33508" x="5965825" y="7015163"/>
          <p14:tracePt t="33527" x="5894388" y="7004050"/>
          <p14:tracePt t="33528" x="5848350" y="6980238"/>
          <p14:tracePt t="33542" x="5800725" y="6980238"/>
          <p14:tracePt t="33558" x="5765800" y="6967538"/>
          <p14:tracePt t="33575" x="5729288" y="6956425"/>
          <p14:tracePt t="33575" x="5718175" y="6956425"/>
          <p14:tracePt t="33592" x="5694363" y="6932613"/>
          <p14:tracePt t="33610" x="5670550" y="6897688"/>
          <p14:tracePt t="33626" x="5670550" y="6873875"/>
          <p14:tracePt t="33642" x="5683250" y="6838950"/>
          <p14:tracePt t="33659" x="5718175" y="6802438"/>
          <p14:tracePt t="33661" x="5729288" y="6791325"/>
          <p14:tracePt t="33676" x="5789613" y="6743700"/>
          <p14:tracePt t="33693" x="5835650" y="6708775"/>
          <p14:tracePt t="33696" x="5872163" y="6696075"/>
          <p14:tracePt t="33710" x="5965825" y="6650038"/>
          <p14:tracePt t="33725" x="6061075" y="6626225"/>
          <p14:tracePt t="33743" x="6213475" y="6578600"/>
          <p14:tracePt t="33759" x="6319838" y="6565900"/>
          <p14:tracePt t="33775" x="6426200" y="6565900"/>
          <p14:tracePt t="33794" x="6556375" y="6554788"/>
          <p14:tracePt t="33810" x="6651625" y="6543675"/>
          <p14:tracePt t="33826" x="6781800" y="6519863"/>
          <p14:tracePt t="33827" x="6827838" y="6496050"/>
          <p14:tracePt t="33842" x="6970713" y="6472238"/>
          <p14:tracePt t="33858" x="7053263" y="6461125"/>
          <p14:tracePt t="33876" x="7146925" y="6461125"/>
          <p14:tracePt t="33893" x="7170738" y="6461125"/>
          <p14:tracePt t="33909" x="7194550" y="6483350"/>
          <p14:tracePt t="33926" x="7207250" y="6507163"/>
          <p14:tracePt t="33941" x="7207250" y="6543675"/>
          <p14:tracePt t="33957" x="7207250" y="6589713"/>
          <p14:tracePt t="33974" x="7183438" y="6661150"/>
          <p14:tracePt t="33990" x="7146925" y="6719888"/>
          <p14:tracePt t="34007" x="7123113" y="6778625"/>
          <p14:tracePt t="34024" x="7112000" y="6815138"/>
          <p14:tracePt t="34042" x="7088188" y="6838950"/>
          <p14:tracePt t="34059" x="7077075" y="6861175"/>
          <p14:tracePt t="34076" x="7040563" y="6884988"/>
          <p14:tracePt t="34077" x="7029450" y="6897688"/>
          <p14:tracePt t="34093" x="6970713" y="6921500"/>
          <p14:tracePt t="34127" x="6816725" y="6956425"/>
          <p14:tracePt t="34142" x="6781800" y="6956425"/>
          <p14:tracePt t="34159" x="6745288" y="6956425"/>
          <p14:tracePt t="34161" x="6721475" y="6956425"/>
          <p14:tracePt t="34193" x="6710363" y="6980238"/>
          <p14:tracePt t="35359" x="6675438" y="6980238"/>
          <p14:tracePt t="35377" x="6604000" y="6991350"/>
          <p14:tracePt t="35412" x="6486525" y="7004050"/>
          <p14:tracePt t="35428" x="6473825" y="7004050"/>
          <p14:tracePt t="35445" x="6438900" y="7004050"/>
          <p14:tracePt t="35460" x="6415088" y="7004050"/>
          <p14:tracePt t="35495" x="6402388" y="7004050"/>
          <p14:tracePt t="35530" x="6402388" y="7015163"/>
          <p14:tracePt t="35559" x="6391275" y="7015163"/>
          <p14:tracePt t="35578" x="6391275" y="7027863"/>
          <p14:tracePt t="35610" x="6380163" y="7038975"/>
          <p14:tracePt t="35626" x="6367463" y="7062788"/>
          <p14:tracePt t="35643" x="6356350" y="7073900"/>
          <p14:tracePt t="35660" x="6343650" y="7097713"/>
          <p14:tracePt t="35676" x="6343650" y="7121525"/>
          <p14:tracePt t="35709" x="6343650" y="7134225"/>
          <p14:tracePt t="35764" x="6343650" y="7145338"/>
          <p14:tracePt t="35781" x="6343650" y="7156450"/>
          <p14:tracePt t="35809" x="6343650" y="7180263"/>
          <p14:tracePt t="35826" x="6367463" y="7192963"/>
          <p14:tracePt t="35843" x="6402388" y="7216775"/>
          <p14:tracePt t="35862" x="6415088" y="7227888"/>
          <p14:tracePt t="35864" x="6426200" y="7227888"/>
          <p14:tracePt t="35878" x="6450013" y="7227888"/>
          <p14:tracePt t="35894" x="6450013" y="7240588"/>
          <p14:tracePt t="35911" x="6473825" y="7240588"/>
          <p14:tracePt t="35945" x="6508750" y="7240588"/>
          <p14:tracePt t="35964" x="6545263" y="7262813"/>
          <p14:tracePt t="35977" x="6569075" y="7262813"/>
          <p14:tracePt t="35995" x="6615113" y="7286625"/>
          <p14:tracePt t="36012" x="6638925" y="7286625"/>
          <p14:tracePt t="36028" x="6651625" y="7299325"/>
          <p14:tracePt t="36045" x="6675438" y="7310438"/>
          <p14:tracePt t="36078" x="6686550" y="7310438"/>
          <p14:tracePt t="36096" x="6699250" y="7310438"/>
          <p14:tracePt t="38404" x="6710363" y="7323138"/>
          <p14:tracePt t="38423" x="6721475" y="7323138"/>
          <p14:tracePt t="38457" x="6757988" y="7346950"/>
          <p14:tracePt t="38474" x="6781800" y="7358063"/>
          <p14:tracePt t="38516" x="6792913" y="7358063"/>
          <p14:tracePt t="38540" x="6840538" y="7358063"/>
          <p14:tracePt t="38557" x="6910388" y="7358063"/>
          <p14:tracePt t="38560" x="6970713" y="7358063"/>
          <p14:tracePt t="38566" x="7053263" y="7358063"/>
          <p14:tracePt t="38573" x="7194550" y="7358063"/>
          <p14:tracePt t="38590" x="7548563" y="7346950"/>
          <p14:tracePt t="38596" x="7715250" y="7346950"/>
          <p14:tracePt t="38606" x="7891463" y="7358063"/>
          <p14:tracePt t="38624" x="8340725" y="7392988"/>
          <p14:tracePt t="38640" x="8777288" y="7440613"/>
          <p14:tracePt t="38657" x="9048750" y="7499350"/>
          <p14:tracePt t="38674" x="9261475" y="7535863"/>
          <p14:tracePt t="38676" x="9391650" y="7546975"/>
          <p14:tracePt t="38689" x="9569450" y="7581900"/>
          <p14:tracePt t="38706" x="9675813" y="7605713"/>
          <p14:tracePt t="38723" x="9769475" y="7642225"/>
          <p14:tracePt t="38739" x="9793288" y="7642225"/>
          <p14:tracePt t="38757" x="9829800" y="7642225"/>
          <p14:tracePt t="38758" x="9840913" y="7642225"/>
          <p14:tracePt t="38790" x="9853613" y="7618413"/>
          <p14:tracePt t="38808" x="9864725" y="7594600"/>
          <p14:tracePt t="39185" x="9888538" y="7594600"/>
          <p14:tracePt t="39202" x="9958388" y="7594600"/>
          <p14:tracePt t="39220" x="9994900" y="7605713"/>
          <p14:tracePt t="39234" x="10042525" y="7618413"/>
          <p14:tracePt t="39251" x="10088563" y="7653338"/>
          <p14:tracePt t="39266" x="10125075" y="7677150"/>
          <p14:tracePt t="39283" x="10171113" y="7688263"/>
          <p14:tracePt t="39301" x="10242550" y="7724775"/>
          <p14:tracePt t="39317" x="10290175" y="7735888"/>
          <p14:tracePt t="39335" x="10372725" y="7747000"/>
          <p14:tracePt t="39351" x="10420350" y="7747000"/>
          <p14:tracePt t="39368" x="10466388" y="7747000"/>
          <p14:tracePt t="39370" x="10490200" y="7747000"/>
          <p14:tracePt t="39386" x="10537825" y="7747000"/>
          <p14:tracePt t="39401" x="10596563" y="7747000"/>
          <p14:tracePt t="39421" x="10668000" y="7747000"/>
          <p14:tracePt t="39435" x="10715625" y="7747000"/>
          <p14:tracePt t="39452" x="10774363" y="7747000"/>
          <p14:tracePt t="39455" x="10798175" y="7747000"/>
          <p14:tracePt t="39470" x="10845800" y="7747000"/>
          <p14:tracePt t="39486" x="10904538" y="7747000"/>
          <p14:tracePt t="39488" x="10915650" y="7747000"/>
          <p14:tracePt t="39502" x="10939463" y="7759700"/>
          <p14:tracePt t="39518" x="10974388" y="7759700"/>
          <p14:tracePt t="39536" x="10998200" y="7759700"/>
          <p14:tracePt t="39551" x="11010900" y="7759700"/>
          <p14:tracePt t="39584" x="11022013" y="7759700"/>
          <p14:tracePt t="39587" x="11034713" y="7759700"/>
          <p14:tracePt t="39602" x="11045825" y="7759700"/>
          <p14:tracePt t="39619" x="11058525" y="7770813"/>
          <p14:tracePt t="39636" x="11069638" y="7783513"/>
          <p14:tracePt t="39653" x="11080750" y="7794625"/>
          <p14:tracePt t="39655" x="11080750" y="7807325"/>
          <p14:tracePt t="39685" x="11093450" y="7807325"/>
          <p14:tracePt t="39703" x="11093450" y="7831138"/>
          <p14:tracePt t="39781" x="11104563" y="7842250"/>
          <p14:tracePt t="39800" x="11117263" y="7853363"/>
          <p14:tracePt t="39820" x="11128375" y="7866063"/>
          <p14:tracePt t="39835" x="11141075" y="7866063"/>
          <p14:tracePt t="39850" x="11152188" y="7866063"/>
          <p14:tracePt t="39885" x="11176000" y="7866063"/>
          <p14:tracePt t="39902" x="11187113" y="7877175"/>
          <p14:tracePt t="39905" x="11199813" y="7877175"/>
          <p14:tracePt t="39934" x="11210925" y="7889875"/>
          <p14:tracePt t="39951" x="11223625" y="7900988"/>
          <p14:tracePt t="40046" x="11223625" y="7913688"/>
          <p14:tracePt t="41295" x="11141075" y="7913688"/>
          <p14:tracePt t="41313" x="10833100" y="7913688"/>
          <p14:tracePt t="41349" x="10407650" y="7889875"/>
          <p14:tracePt t="41366" x="10266363" y="7889875"/>
          <p14:tracePt t="41381" x="10171113" y="7889875"/>
          <p14:tracePt t="41383" x="10136188" y="7877175"/>
          <p14:tracePt t="41398" x="10053638" y="7877175"/>
          <p14:tracePt t="41414" x="10029825" y="7866063"/>
          <p14:tracePt t="41432" x="9971088" y="7842250"/>
          <p14:tracePt t="41448" x="9936163" y="7831138"/>
          <p14:tracePt t="41464" x="9912350" y="7807325"/>
          <p14:tracePt t="41482" x="9899650" y="7747000"/>
          <p14:tracePt t="41498" x="9899650" y="7724775"/>
          <p14:tracePt t="41515" x="9912350" y="7688263"/>
          <p14:tracePt t="41517" x="9923463" y="7677150"/>
          <p14:tracePt t="41531" x="9958388" y="7642225"/>
          <p14:tracePt t="41550" x="10053638" y="7605713"/>
          <p14:tracePt t="41565" x="10160000" y="7581900"/>
          <p14:tracePt t="41581" x="10290175" y="7558088"/>
          <p14:tracePt t="41597" x="10444163" y="7546975"/>
          <p14:tracePt t="41614" x="10644188" y="7546975"/>
          <p14:tracePt t="41631" x="10750550" y="7546975"/>
          <p14:tracePt t="41649" x="10856913" y="7570788"/>
          <p14:tracePt t="41665" x="10928350" y="7581900"/>
          <p14:tracePt t="41682" x="10963275" y="7605713"/>
          <p14:tracePt t="41699" x="10998200" y="7629525"/>
          <p14:tracePt t="41715" x="11010900" y="7653338"/>
          <p14:tracePt t="41731" x="11022013" y="7677150"/>
          <p14:tracePt t="41733" x="11034713" y="7677150"/>
          <p14:tracePt t="41749" x="11034713" y="7712075"/>
          <p14:tracePt t="41764" x="11034713" y="7735888"/>
          <p14:tracePt t="41765" x="11034713" y="7747000"/>
          <p14:tracePt t="41781" x="11034713" y="7759700"/>
          <p14:tracePt t="41800" x="11010900" y="7783513"/>
          <p14:tracePt t="41814" x="10963275" y="7807325"/>
          <p14:tracePt t="41832" x="10904538" y="7831138"/>
          <p14:tracePt t="41836" x="10856913" y="7831138"/>
          <p14:tracePt t="41848" x="10798175" y="7842250"/>
          <p14:tracePt t="41865" x="10726738" y="7853363"/>
          <p14:tracePt t="41882" x="10596563" y="7866063"/>
          <p14:tracePt t="41885" x="10526713" y="7866063"/>
          <p14:tracePt t="41898" x="10325100" y="7866063"/>
          <p14:tracePt t="41915" x="10136188" y="7866063"/>
          <p14:tracePt t="41932" x="9888538" y="7889875"/>
          <p14:tracePt t="41947" x="9699625" y="7900988"/>
          <p14:tracePt t="41965" x="9510713" y="7900988"/>
          <p14:tracePt t="41982" x="9239250" y="7900988"/>
          <p14:tracePt t="41999" x="9096375" y="7900988"/>
          <p14:tracePt t="42016" x="8907463" y="7889875"/>
          <p14:tracePt t="42033" x="8801100" y="7889875"/>
          <p14:tracePt t="42037" x="8753475" y="7877175"/>
          <p14:tracePt t="42048" x="8707438" y="7877175"/>
          <p14:tracePt t="42051" x="8670925" y="7877175"/>
          <p14:tracePt t="42064" x="8601075" y="7877175"/>
          <p14:tracePt t="42083" x="8553450" y="7866063"/>
          <p14:tracePt t="42087" x="8529638" y="7866063"/>
          <p14:tracePt t="42098" x="8482013" y="7866063"/>
          <p14:tracePt t="42114" x="8447088" y="7853363"/>
          <p14:tracePt t="42135" x="8423275" y="7853363"/>
          <p14:tracePt t="42149" x="8412163" y="7853363"/>
          <p14:tracePt t="42165" x="8399463" y="7853363"/>
          <p14:tracePt t="42183" x="8388350" y="7853363"/>
          <p14:tracePt t="42199" x="8375650" y="7853363"/>
          <p14:tracePt t="42232" x="8364538" y="7853363"/>
          <p14:tracePt t="42248" x="8364538" y="7866063"/>
          <p14:tracePt t="42264" x="8351838" y="7877175"/>
          <p14:tracePt t="42545" x="7891463" y="7877175"/>
          <p14:tracePt t="42565" x="6899275" y="7900988"/>
          <p14:tracePt t="42582" x="6380163" y="7924800"/>
          <p14:tracePt t="42599" x="5859463" y="7959725"/>
          <p14:tracePt t="42616" x="5622925" y="7972425"/>
          <p14:tracePt t="42633" x="5351463" y="7996238"/>
          <p14:tracePt t="42650" x="5186363" y="7996238"/>
          <p14:tracePt t="42667" x="5056188" y="8007350"/>
          <p14:tracePt t="42669" x="4984750" y="8020050"/>
          <p14:tracePt t="42684" x="4878388" y="8020050"/>
          <p14:tracePt t="42701" x="4784725" y="8020050"/>
          <p14:tracePt t="42705" x="4749800" y="8020050"/>
          <p14:tracePt t="42717" x="4654550" y="8020050"/>
          <p14:tracePt t="42734" x="4560888" y="8020050"/>
          <p14:tracePt t="42751" x="4430713" y="8020050"/>
          <p14:tracePt t="42767" x="4370388" y="8020050"/>
          <p14:tracePt t="42782" x="4324350" y="8020050"/>
          <p14:tracePt t="42800" x="4287838" y="8020050"/>
          <p14:tracePt t="42816" x="4265613" y="8020050"/>
          <p14:tracePt t="42834" x="4241800" y="8020050"/>
          <p14:tracePt t="42866" x="4229100" y="8031163"/>
          <p14:tracePt t="42885" x="4217988" y="8031163"/>
          <p14:tracePt t="42952" x="4241800" y="8031163"/>
          <p14:tracePt t="42969" x="4324350" y="8042275"/>
          <p14:tracePt t="42983" x="4406900" y="8042275"/>
          <p14:tracePt t="43000" x="4500563" y="8042275"/>
          <p14:tracePt t="43003" x="4537075" y="8054975"/>
          <p14:tracePt t="43019" x="4619625" y="8054975"/>
          <p14:tracePt t="43033" x="4689475" y="8054975"/>
          <p14:tracePt t="43050" x="4808538" y="8054975"/>
          <p14:tracePt t="43067" x="4878388" y="8054975"/>
          <p14:tracePt t="43083" x="4984750" y="8054975"/>
          <p14:tracePt t="43100" x="5127625" y="8054975"/>
          <p14:tracePt t="43117" x="5210175" y="8054975"/>
          <p14:tracePt t="43134" x="5316538" y="8054975"/>
          <p14:tracePt t="43150" x="5399088" y="8054975"/>
          <p14:tracePt t="43168" x="5540375" y="8042275"/>
          <p14:tracePt t="43183" x="5729288" y="8031163"/>
          <p14:tracePt t="43199" x="5918200" y="8031163"/>
          <p14:tracePt t="43217" x="6213475" y="8007350"/>
          <p14:tracePt t="43233" x="6391275" y="7983538"/>
          <p14:tracePt t="43250" x="6569075" y="7959725"/>
          <p14:tracePt t="43253" x="6615113" y="7948613"/>
          <p14:tracePt t="43267" x="6745288" y="7948613"/>
          <p14:tracePt t="43282" x="6851650" y="7935913"/>
          <p14:tracePt t="43300" x="6923088" y="7935913"/>
          <p14:tracePt t="43300" x="6970713" y="7935913"/>
          <p14:tracePt t="43318" x="7040563" y="7935913"/>
          <p14:tracePt t="43333" x="7088188" y="7935913"/>
          <p14:tracePt t="43349" x="7159625" y="7935913"/>
          <p14:tracePt t="43366" x="7207250" y="7948613"/>
          <p14:tracePt t="43383" x="7277100" y="7972425"/>
          <p14:tracePt t="43400" x="7289800" y="7972425"/>
          <p14:tracePt t="43417" x="7313613" y="7972425"/>
          <p14:tracePt t="43418" x="7324725" y="7972425"/>
          <p14:tracePt t="43433" x="7359650" y="7972425"/>
          <p14:tracePt t="43449" x="7372350" y="7972425"/>
          <p14:tracePt t="43875" x="7194550" y="7972425"/>
          <p14:tracePt t="43893" x="6923088" y="7972425"/>
          <p14:tracePt t="43928" x="6532563" y="7972425"/>
          <p14:tracePt t="43944" x="6343650" y="7972425"/>
          <p14:tracePt t="43963" x="5942013" y="8007350"/>
          <p14:tracePt t="43979" x="5564188" y="8007350"/>
          <p14:tracePt t="43995" x="5056188" y="8066088"/>
          <p14:tracePt t="44011" x="4819650" y="8102600"/>
          <p14:tracePt t="44027" x="4595813" y="8113713"/>
          <p14:tracePt t="44044" x="4276725" y="8185150"/>
          <p14:tracePt t="44060" x="4075113" y="8220075"/>
          <p14:tracePt t="44078" x="3922713" y="8255000"/>
          <p14:tracePt t="44080" x="3862388" y="8267700"/>
          <p14:tracePt t="44093" x="3757613" y="8278813"/>
          <p14:tracePt t="44110" x="3686175" y="8291513"/>
          <p14:tracePt t="44130" x="3590925" y="8302625"/>
          <p14:tracePt t="44144" x="3556000" y="8315325"/>
          <p14:tracePt t="44161" x="3521075" y="8326438"/>
          <p14:tracePt t="44163" x="3497263" y="8326438"/>
          <p14:tracePt t="44179" x="3473450" y="8326438"/>
          <p14:tracePt t="44194" x="3460750" y="8337550"/>
          <p14:tracePt t="44210" x="3449638" y="8361363"/>
          <p14:tracePt t="44227" x="3438525" y="8361363"/>
          <p14:tracePt t="44244" x="3425825" y="8374063"/>
          <p14:tracePt t="44260" x="3414713" y="8374063"/>
          <p14:tracePt t="44342" x="3414713" y="8385175"/>
          <p14:tracePt t="44360" x="3414713" y="8397875"/>
          <p14:tracePt t="44377" x="3425825" y="8408988"/>
          <p14:tracePt t="44393" x="3438525" y="8421688"/>
          <p14:tracePt t="44411" x="3460750" y="8443913"/>
          <p14:tracePt t="44428" x="3473450" y="8443913"/>
          <p14:tracePt t="44444" x="3497263" y="8456613"/>
          <p14:tracePt t="44461" x="3544888" y="8467725"/>
          <p14:tracePt t="44476" x="3579813" y="8480425"/>
          <p14:tracePt t="44493" x="3614738" y="8491538"/>
          <p14:tracePt t="44509" x="3662363" y="8491538"/>
          <p14:tracePt t="44527" x="3686175" y="8491538"/>
          <p14:tracePt t="44544" x="3709988" y="8491538"/>
          <p14:tracePt t="44561" x="3733800" y="8491538"/>
          <p14:tracePt t="44578" x="3779838" y="8491538"/>
          <p14:tracePt t="44594" x="3792538" y="8504238"/>
          <p14:tracePt t="44611" x="3816350" y="8504238"/>
          <p14:tracePt t="44628" x="3840163" y="8526463"/>
          <p14:tracePt t="44644" x="3862388" y="8526463"/>
          <p14:tracePt t="44678" x="3875088" y="8526463"/>
          <p14:tracePt t="44693" x="3886200" y="8526463"/>
          <p14:tracePt t="45139" x="3933825" y="8526463"/>
          <p14:tracePt t="45157" x="3981450" y="8515350"/>
          <p14:tracePt t="45191" x="4016375" y="8491538"/>
          <p14:tracePt t="45207" x="4029075" y="8467725"/>
          <p14:tracePt t="45210" x="4029075" y="8456613"/>
          <p14:tracePt t="45242" x="4052888" y="8421688"/>
          <p14:tracePt t="45259" x="4052888" y="8385175"/>
          <p14:tracePt t="45276" x="4052888" y="8374063"/>
          <p14:tracePt t="45291" x="4052888" y="8361363"/>
          <p14:tracePt t="45308" x="4064000" y="8350250"/>
          <p14:tracePt t="45358" x="4075113" y="8350250"/>
          <p14:tracePt t="45375" x="4087813" y="8350250"/>
          <p14:tracePt t="45377" x="4098925" y="8350250"/>
          <p14:tracePt t="45392" x="4122738" y="8350250"/>
          <p14:tracePt t="45410" x="4135438" y="8350250"/>
          <p14:tracePt t="45413" x="4146550" y="8350250"/>
          <p14:tracePt t="45425" x="4170363" y="8350250"/>
          <p14:tracePt t="45442" x="4181475" y="8350250"/>
          <p14:tracePt t="45458" x="4194175" y="8350250"/>
          <p14:tracePt t="45461" x="4205288" y="8350250"/>
          <p14:tracePt t="45474" x="4217988" y="8350250"/>
          <p14:tracePt t="45493" x="4229100" y="8350250"/>
          <p14:tracePt t="45496" x="4241800" y="8350250"/>
          <p14:tracePt t="45509" x="4252913" y="8350250"/>
          <p14:tracePt t="45542" x="4265613" y="8350250"/>
          <p14:tracePt t="45559" x="4276725" y="8350250"/>
          <p14:tracePt t="45576" x="4287838" y="8350250"/>
          <p14:tracePt t="45592" x="4300538" y="8350250"/>
          <p14:tracePt t="45609" x="4311650" y="8350250"/>
          <p14:tracePt t="45626" x="4324350" y="8374063"/>
          <p14:tracePt t="45657" x="4335463" y="8374063"/>
          <p14:tracePt t="45674" x="4359275" y="8385175"/>
          <p14:tracePt t="45675" x="4370388" y="8397875"/>
          <p14:tracePt t="45691" x="4383088" y="8397875"/>
          <p14:tracePt t="45708" x="4394200" y="8397875"/>
          <p14:tracePt t="45712" x="4406900" y="8397875"/>
          <p14:tracePt t="45724" x="4418013" y="8397875"/>
          <p14:tracePt t="45740" x="4430713" y="8397875"/>
          <p14:tracePt t="45758" x="4454525" y="8397875"/>
          <p14:tracePt t="45791" x="4465638" y="8397875"/>
          <p14:tracePt t="45807" x="4513263" y="8397875"/>
          <p14:tracePt t="45823" x="4537075" y="8397875"/>
          <p14:tracePt t="45841" x="4572000" y="8397875"/>
          <p14:tracePt t="45858" x="4595813" y="8397875"/>
          <p14:tracePt t="45874" x="4619625" y="8397875"/>
          <p14:tracePt t="45891" x="4654550" y="8397875"/>
          <p14:tracePt t="45907" x="4713288" y="8408988"/>
          <p14:tracePt t="45923" x="4938713" y="8432800"/>
          <p14:tracePt t="45924" x="5103813" y="8432800"/>
          <p14:tracePt t="45940" x="5457825" y="8443913"/>
          <p14:tracePt t="45957" x="5741988" y="8467725"/>
          <p14:tracePt t="45975" x="6048375" y="8467725"/>
          <p14:tracePt t="45992" x="6202363" y="8467725"/>
          <p14:tracePt t="45995" x="6249988" y="8467725"/>
          <p14:tracePt t="46010" x="6343650" y="8467725"/>
          <p14:tracePt t="46024" x="6415088" y="8467725"/>
          <p14:tracePt t="46042" x="6462713" y="8456613"/>
          <p14:tracePt t="46044" x="6508750" y="8443913"/>
          <p14:tracePt t="46058" x="6569075" y="8432800"/>
          <p14:tracePt t="46074" x="6615113" y="8408988"/>
          <p14:tracePt t="46090" x="6638925" y="8408988"/>
          <p14:tracePt t="46389" x="6757988" y="8385175"/>
          <p14:tracePt t="46405" x="6875463" y="8374063"/>
          <p14:tracePt t="46430" x="6946900" y="8350250"/>
          <p14:tracePt t="46447" x="7005638" y="8337550"/>
          <p14:tracePt t="46463" x="7053263" y="8326438"/>
          <p14:tracePt t="46479" x="7100888" y="8315325"/>
          <p14:tracePt t="46481" x="7123113" y="8302625"/>
          <p14:tracePt t="46495" x="7183438" y="8302625"/>
          <p14:tracePt t="46512" x="7218363" y="8302625"/>
          <p14:tracePt t="46529" x="7253288" y="8302625"/>
          <p14:tracePt t="46545" x="7265988" y="8302625"/>
          <p14:tracePt t="46562" x="7289800" y="8302625"/>
          <p14:tracePt t="46580" x="7300913" y="8302625"/>
          <p14:tracePt t="46639" x="7313613" y="8302625"/>
          <p14:tracePt t="46655" x="7324725" y="8302625"/>
          <p14:tracePt t="46680" x="7335838" y="8302625"/>
          <p14:tracePt t="46696" x="7359650" y="8302625"/>
          <p14:tracePt t="46730" x="7372350" y="8302625"/>
          <p14:tracePt t="46747" x="7396163" y="8291513"/>
          <p14:tracePt t="46764" x="7407275" y="8291513"/>
          <p14:tracePt t="46797" x="7431088" y="8267700"/>
          <p14:tracePt t="46873" x="7442200" y="8267700"/>
          <p14:tracePt t="46983" x="7454900" y="8267700"/>
          <p14:tracePt t="47046" x="7466013" y="8267700"/>
          <p14:tracePt t="47154" x="7466013" y="8278813"/>
          <p14:tracePt t="47280" x="7466013" y="8255000"/>
          <p14:tracePt t="47420" x="7478713" y="8255000"/>
          <p14:tracePt t="47435" x="7502525" y="8267700"/>
          <p14:tracePt t="47461" x="7524750" y="8278813"/>
          <p14:tracePt t="47479" x="7537450" y="8278813"/>
          <p14:tracePt t="47497" x="7548563" y="8278813"/>
          <p14:tracePt t="47513" x="7561263" y="8278813"/>
          <p14:tracePt t="47530" x="7572375" y="8278813"/>
          <p14:tracePt t="47563" x="7631113" y="8278813"/>
          <p14:tracePt t="47564" x="7691438" y="8278813"/>
          <p14:tracePt t="47579" x="7750175" y="8291513"/>
          <p14:tracePt t="47596" x="7797800" y="8291513"/>
          <p14:tracePt t="47613" x="7832725" y="8291513"/>
          <p14:tracePt t="47629" x="7843838" y="8291513"/>
          <p14:tracePt t="47647" x="7867650" y="8291513"/>
          <p14:tracePt t="47679" x="7891463" y="8291513"/>
          <p14:tracePt t="47749" x="7904163" y="8291513"/>
          <p14:tracePt t="47764" x="7950200" y="8291513"/>
          <p14:tracePt t="47796" x="8093075" y="8267700"/>
          <p14:tracePt t="47812" x="8199438" y="8267700"/>
          <p14:tracePt t="47813" x="8245475" y="8267700"/>
          <p14:tracePt t="47828" x="8412163" y="8267700"/>
          <p14:tracePt t="47846" x="8540750" y="8267700"/>
          <p14:tracePt t="47863" x="8707438" y="8267700"/>
          <p14:tracePt t="47879" x="8777288" y="8267700"/>
          <p14:tracePt t="47896" x="8859838" y="8267700"/>
          <p14:tracePt t="47898" x="8896350" y="8267700"/>
          <p14:tracePt t="47911" x="8978900" y="8255000"/>
          <p14:tracePt t="47928" x="9048750" y="8231188"/>
          <p14:tracePt t="47946" x="9155113" y="8220075"/>
          <p14:tracePt t="47963" x="9202738" y="8208963"/>
          <p14:tracePt t="47980" x="9239250" y="8196263"/>
          <p14:tracePt t="47981" x="9261475" y="8196263"/>
          <p14:tracePt t="47995" x="9297988" y="8185150"/>
          <p14:tracePt t="48013" x="9332913" y="8185150"/>
          <p14:tracePt t="48017" x="9345613" y="8185150"/>
          <p14:tracePt t="48030" x="9367838" y="8185150"/>
          <p14:tracePt t="48046" x="9415463" y="8185150"/>
          <p14:tracePt t="48064" x="9450388" y="8185150"/>
          <p14:tracePt t="48452" x="9628188" y="8172450"/>
          <p14:tracePt t="48469" x="9758363" y="8148638"/>
          <p14:tracePt t="48504" x="10255250" y="8102600"/>
          <p14:tracePt t="48522" x="10490200" y="8102600"/>
          <p14:tracePt t="48538" x="10656888" y="8102600"/>
          <p14:tracePt t="48554" x="10809288" y="8102600"/>
          <p14:tracePt t="48571" x="10974388" y="8113713"/>
          <p14:tracePt t="48587" x="11058525" y="8126413"/>
          <p14:tracePt t="48603" x="11117263" y="8126413"/>
          <p14:tracePt t="48620" x="11152188" y="8126413"/>
          <p14:tracePt t="48637" x="11187113" y="8126413"/>
          <p14:tracePt t="48654" x="11210925" y="8126413"/>
          <p14:tracePt t="48671" x="11223625" y="8126413"/>
          <p14:tracePt t="48688" x="11223625" y="8137525"/>
          <p14:tracePt t="48704" x="11247438" y="8148638"/>
          <p14:tracePt t="48720" x="11258550" y="8161338"/>
          <p14:tracePt t="48738" x="11282363" y="8161338"/>
          <p14:tracePt t="48754" x="11306175" y="8161338"/>
          <p14:tracePt t="48772" x="11341100" y="8161338"/>
          <p14:tracePt t="48773" x="11364913" y="8161338"/>
          <p14:tracePt t="48788" x="11412538" y="8161338"/>
          <p14:tracePt t="48804" x="11447463" y="8161338"/>
          <p14:tracePt t="48821" x="11495088" y="8161338"/>
          <p14:tracePt t="48838" x="11530013" y="8161338"/>
          <p14:tracePt t="48853" x="11542713" y="8161338"/>
          <p14:tracePt t="48870" x="11588750" y="8172450"/>
          <p14:tracePt t="48889" x="11601450" y="8185150"/>
          <p14:tracePt t="48905" x="11636375" y="8185150"/>
          <p14:tracePt t="48936" x="11672888" y="8208963"/>
          <p14:tracePt t="48953" x="11684000" y="8231188"/>
          <p14:tracePt t="48971" x="11695113" y="8243888"/>
          <p14:tracePt t="48974" x="11707813" y="8243888"/>
          <p14:tracePt t="48989" x="11718925" y="8243888"/>
          <p14:tracePt t="49061" x="11718925" y="8255000"/>
          <p14:tracePt t="49076" x="11718925" y="8267700"/>
          <p14:tracePt t="49104" x="11731625" y="8291513"/>
          <p14:tracePt t="49121" x="11742738" y="8315325"/>
          <p14:tracePt t="49154" x="11742738" y="8326438"/>
          <p14:tracePt t="49172" x="11742738" y="8337550"/>
          <p14:tracePt t="49234" x="11755438" y="8337550"/>
          <p14:tracePt t="49357" x="11766550" y="8337550"/>
          <p14:tracePt t="49404" x="11779250" y="8337550"/>
          <p14:tracePt t="49421" x="11790363" y="8337550"/>
          <p14:tracePt t="49437" x="11801475" y="8337550"/>
          <p14:tracePt t="49437" x="11801475" y="8326438"/>
          <p14:tracePt t="49453" x="11814175" y="8326438"/>
          <p14:tracePt t="49487" x="11825288" y="8326438"/>
          <p14:tracePt t="49503" x="11837988" y="8326438"/>
          <p14:tracePt t="49520" x="11849100" y="8326438"/>
          <p14:tracePt t="49537" x="11861800" y="8326438"/>
          <p14:tracePt t="51308" x="11885613" y="8315325"/>
          <p14:tracePt t="51319" x="11907838" y="8291513"/>
          <p14:tracePt t="51320" x="11931650" y="8267700"/>
          <p14:tracePt t="51326" x="11968163" y="8231188"/>
          <p14:tracePt t="51360" x="12096750" y="8066088"/>
          <p14:tracePt t="51376" x="12192000" y="7924800"/>
          <p14:tracePt t="51394" x="12263438" y="7853363"/>
          <p14:tracePt t="51411" x="12393613" y="7688263"/>
          <p14:tracePt t="51428" x="12558713" y="7570788"/>
          <p14:tracePt t="51445" x="12747625" y="7429500"/>
          <p14:tracePt t="51447" x="12877800" y="7334250"/>
          <p14:tracePt t="51461" x="13184188" y="7110413"/>
          <p14:tracePt t="51477" x="13538200" y="6850063"/>
          <p14:tracePt t="51480" x="13692188" y="6756400"/>
        </p14:tracePtLst>
      </p14:laserTraceLst>
    </p:ext>
    <p:ext uri="{E180D4A7-C9FB-4DFB-919C-405C955672EB}">
      <p14:showEvtLst xmlns:p14="http://schemas.microsoft.com/office/powerpoint/2010/main">
        <p14:playEvt time="358" objId="3"/>
        <p14:stopEvt time="50505" objId="3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="" xmlns:a16="http://schemas.microsoft.com/office/drawing/2014/main" id="{A3DD443E-1923-B213-7ADF-81ECE87F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DC9CF044-7FD2-61EE-E3BD-5B42D0D76D7E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76">
            <a:extLst>
              <a:ext uri="{FF2B5EF4-FFF2-40B4-BE49-F238E27FC236}">
                <a16:creationId xmlns="" xmlns:a16="http://schemas.microsoft.com/office/drawing/2014/main" id="{E67342D6-0837-2C77-7BBA-6DB8BAF90F95}"/>
              </a:ext>
            </a:extLst>
          </p:cNvPr>
          <p:cNvSpPr txBox="1"/>
          <p:nvPr/>
        </p:nvSpPr>
        <p:spPr>
          <a:xfrm>
            <a:off x="3246465" y="3389174"/>
            <a:ext cx="722307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5400" b="1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DCEBF1F-5117-AE0C-B0BA-2CD9EF0B3C07}"/>
              </a:ext>
            </a:extLst>
          </p:cNvPr>
          <p:cNvSpPr txBox="1"/>
          <p:nvPr/>
        </p:nvSpPr>
        <p:spPr>
          <a:xfrm>
            <a:off x="4752749" y="5848610"/>
            <a:ext cx="4210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  <a:p>
            <a:pPr algn="ctr"/>
            <a:endParaRPr lang="en-US" altLang="ko-KR" b="1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3" name="그룹 1004">
            <a:extLst>
              <a:ext uri="{FF2B5EF4-FFF2-40B4-BE49-F238E27FC236}">
                <a16:creationId xmlns="" xmlns:a16="http://schemas.microsoft.com/office/drawing/2014/main" id="{CFED31EA-99B1-5421-CBE5-2730F22EF906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6" name="Object 14">
              <a:extLst>
                <a:ext uri="{FF2B5EF4-FFF2-40B4-BE49-F238E27FC236}">
                  <a16:creationId xmlns="" xmlns:a16="http://schemas.microsoft.com/office/drawing/2014/main" id="{58F89D71-4859-D202-8A6E-D7B0A9731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D6024CC-C7FA-90EF-762A-964EB7445289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432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9"/>
    </mc:Choice>
    <mc:Fallback xmlns="">
      <p:transition spd="slow" advTm="4099"/>
    </mc:Fallback>
  </mc:AlternateContent>
  <p:extLst>
    <p:ext uri="{3A86A75C-4F4B-4683-9AE1-C65F6400EC91}">
      <p14:laserTraceLst xmlns:p14="http://schemas.microsoft.com/office/powerpoint/2010/main">
        <p14:tracePtLst>
          <p14:tracePt t="806" x="13184188" y="5291138"/>
          <p14:tracePt t="815" x="12923838" y="5314950"/>
          <p14:tracePt t="832" x="12192000" y="5326063"/>
          <p14:tracePt t="849" x="11825288" y="5326063"/>
          <p14:tracePt t="867" x="11412538" y="5326063"/>
          <p14:tracePt t="882" x="11199813" y="5326063"/>
          <p14:tracePt t="900" x="11058525" y="5326063"/>
          <p14:tracePt t="902" x="10987088" y="5326063"/>
          <p14:tracePt t="919" x="10880725" y="5326063"/>
          <p14:tracePt t="932" x="10798175" y="5326063"/>
          <p14:tracePt t="950" x="10726738" y="5326063"/>
          <p14:tracePt t="966" x="10715625" y="5338763"/>
          <p14:tracePt t="983" x="10679113" y="5349875"/>
          <p14:tracePt t="985" x="10668000" y="5349875"/>
          <p14:tracePt t="1000" x="10644188" y="5373688"/>
          <p14:tracePt t="1016" x="10644188" y="5386388"/>
          <p14:tracePt t="1033" x="10596563" y="5397500"/>
          <p14:tracePt t="1048" x="10561638" y="5397500"/>
          <p14:tracePt t="1065" x="10537825" y="5397500"/>
          <p14:tracePt t="1083" x="10490200" y="5397500"/>
          <p14:tracePt t="1098" x="10444163" y="5397500"/>
          <p14:tracePt t="1116" x="10383838" y="5397500"/>
          <p14:tracePt t="1132" x="10337800" y="5408613"/>
          <p14:tracePt t="1149" x="10290175" y="5421313"/>
          <p14:tracePt t="1167" x="10218738" y="5445125"/>
          <p14:tracePt t="1182" x="10183813" y="5445125"/>
          <p14:tracePt t="1199" x="10148888" y="5445125"/>
          <p14:tracePt t="1216" x="10125075" y="5445125"/>
          <p14:tracePt t="1233" x="10101263" y="5445125"/>
          <p14:tracePt t="1249" x="10088563" y="5445125"/>
          <p14:tracePt t="2666" x="10112375" y="5445125"/>
          <p14:tracePt t="2672" x="10136188" y="5445125"/>
          <p14:tracePt t="2684" x="10171113" y="5445125"/>
          <p14:tracePt t="2685" x="10194925" y="5445125"/>
          <p14:tracePt t="2717" x="10290175" y="5432425"/>
          <p14:tracePt t="2733" x="10325100" y="5432425"/>
          <p14:tracePt t="2750" x="10361613" y="5432425"/>
          <p14:tracePt t="2768" x="10372725" y="5421313"/>
          <p14:tracePt t="2769" x="10383838" y="5421313"/>
          <p14:tracePt t="2784" x="10396538" y="5421313"/>
          <p14:tracePt t="2800" x="10396538" y="5408613"/>
          <p14:tracePt t="2817" x="10407650" y="5397500"/>
          <p14:tracePt t="2833" x="10407650" y="5386388"/>
          <p14:tracePt t="2850" x="10420350" y="5386388"/>
          <p14:tracePt t="2867" x="10455275" y="5373688"/>
          <p14:tracePt t="2884" x="10502900" y="5362575"/>
          <p14:tracePt t="2902" x="10596563" y="5338763"/>
          <p14:tracePt t="2918" x="10726738" y="5326063"/>
          <p14:tracePt t="2935" x="10856913" y="5302250"/>
          <p14:tracePt t="2938" x="10952163" y="5280025"/>
          <p14:tracePt t="2952" x="11176000" y="5280025"/>
          <p14:tracePt t="2968" x="11436350" y="5243513"/>
          <p14:tracePt t="2986" x="11779250" y="5243513"/>
          <p14:tracePt t="3002" x="11968163" y="5243513"/>
          <p14:tracePt t="3018" x="12133263" y="5243513"/>
          <p14:tracePt t="3020" x="12203113" y="5243513"/>
          <p14:tracePt t="3035" x="12380913" y="5243513"/>
          <p14:tracePt t="3052" x="12546013" y="5243513"/>
          <p14:tracePt t="3056" x="12641263" y="5243513"/>
          <p14:tracePt t="3062" x="12711113" y="5243513"/>
          <p14:tracePt t="3069" x="12841288" y="5232400"/>
          <p14:tracePt t="3085" x="13030200" y="5208588"/>
          <p14:tracePt t="3103" x="13303250" y="5173663"/>
          <p14:tracePt t="3118" x="13385800" y="5160963"/>
          <p14:tracePt t="3120" x="13455650" y="5149850"/>
          <p14:tracePt t="3135" x="13585825" y="5149850"/>
          <p14:tracePt t="3140" x="13633450" y="51371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="" xmlns:a16="http://schemas.microsoft.com/office/drawing/2014/main" id="{B7304389-7D40-A85B-BE35-2A26289665AC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="" xmlns:a16="http://schemas.microsoft.com/office/drawing/2014/main" id="{DEB2377D-A2AA-B1D5-47AB-4EAF868B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Object 76">
            <a:extLst>
              <a:ext uri="{FF2B5EF4-FFF2-40B4-BE49-F238E27FC236}">
                <a16:creationId xmlns="" xmlns:a16="http://schemas.microsoft.com/office/drawing/2014/main" id="{3A5E5A70-84DE-062C-FB31-60BEBFCD4FA9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260FA053-4FBF-C98D-1BEA-111E6264767E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D8E78972-2A51-7CBD-0668-0B6BC3517EFA}"/>
              </a:ext>
            </a:extLst>
          </p:cNvPr>
          <p:cNvGrpSpPr/>
          <p:nvPr/>
        </p:nvGrpSpPr>
        <p:grpSpPr>
          <a:xfrm>
            <a:off x="448992" y="1628521"/>
            <a:ext cx="11438207" cy="3339464"/>
            <a:chOff x="601394" y="2050493"/>
            <a:chExt cx="11438207" cy="3339464"/>
          </a:xfrm>
        </p:grpSpPr>
        <p:grpSp>
          <p:nvGrpSpPr>
            <p:cNvPr id="25" name="그룹 24">
              <a:extLst>
                <a:ext uri="{FF2B5EF4-FFF2-40B4-BE49-F238E27FC236}">
                  <a16:creationId xmlns="" xmlns:a16="http://schemas.microsoft.com/office/drawing/2014/main" id="{85212E62-0160-9890-837F-F4C4FBED257F}"/>
                </a:ext>
              </a:extLst>
            </p:cNvPr>
            <p:cNvGrpSpPr/>
            <p:nvPr/>
          </p:nvGrpSpPr>
          <p:grpSpPr>
            <a:xfrm>
              <a:off x="684065" y="2050493"/>
              <a:ext cx="11355536" cy="3339464"/>
              <a:chOff x="679530" y="2825214"/>
              <a:chExt cx="7650821" cy="3339464"/>
            </a:xfrm>
          </p:grpSpPr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F0D513AC-6BA8-9099-A910-C098972C8A41}"/>
                  </a:ext>
                </a:extLst>
              </p:cNvPr>
              <p:cNvSpPr txBox="1"/>
              <p:nvPr/>
            </p:nvSpPr>
            <p:spPr>
              <a:xfrm>
                <a:off x="730869" y="3397702"/>
                <a:ext cx="7599482" cy="2766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Seq2Seq model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가지 방법으로 평가함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기계 번역모델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단독 테스트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(without using SMT system)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기존 통계적 기계 번역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(SMT)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시스템의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n-best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후보 재평가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(Rescoring)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이때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평가 지표는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BLEU score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이용함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Question: Precision Recall?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cf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ROUGE score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/ BERT score</a:t>
                </a:r>
              </a:p>
              <a:p>
                <a:pPr marL="457188" marR="0" lvl="1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976A94A2-4D5E-E08D-B01D-E8D7A21D837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3.1. Experiment Summarization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="" xmlns:a16="http://schemas.microsoft.com/office/drawing/2014/main" id="{1EEE1029-DACD-DAA5-7006-0BEED4B7717A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004">
            <a:extLst>
              <a:ext uri="{FF2B5EF4-FFF2-40B4-BE49-F238E27FC236}">
                <a16:creationId xmlns="" xmlns:a16="http://schemas.microsoft.com/office/drawing/2014/main" id="{3AB42D81-6742-3C16-E2C0-21D0B22B08CC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4" name="Object 14">
              <a:extLst>
                <a:ext uri="{FF2B5EF4-FFF2-40B4-BE49-F238E27FC236}">
                  <a16:creationId xmlns="" xmlns:a16="http://schemas.microsoft.com/office/drawing/2014/main" id="{596ABEFD-A4F7-F7CB-FE31-C70AECC2A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162603E-FD8F-E786-5578-9FD3D1B1CAA2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1F7F4629-0834-23B7-D821-D034700FE3DE}"/>
              </a:ext>
            </a:extLst>
          </p:cNvPr>
          <p:cNvGrpSpPr/>
          <p:nvPr/>
        </p:nvGrpSpPr>
        <p:grpSpPr>
          <a:xfrm>
            <a:off x="472999" y="5838814"/>
            <a:ext cx="12709601" cy="3419486"/>
            <a:chOff x="601394" y="2050493"/>
            <a:chExt cx="11438207" cy="3419486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23BF84A8-FDA4-B7A1-332E-F73483CAB692}"/>
                </a:ext>
              </a:extLst>
            </p:cNvPr>
            <p:cNvGrpSpPr/>
            <p:nvPr/>
          </p:nvGrpSpPr>
          <p:grpSpPr>
            <a:xfrm>
              <a:off x="684064" y="2050493"/>
              <a:ext cx="11355537" cy="3419486"/>
              <a:chOff x="679530" y="2825214"/>
              <a:chExt cx="7650822" cy="3419486"/>
            </a:xfrm>
          </p:grpSpPr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7EB140BF-332D-4C8E-A511-D06DAF541BC2}"/>
                  </a:ext>
                </a:extLst>
              </p:cNvPr>
              <p:cNvSpPr txBox="1"/>
              <p:nvPr/>
            </p:nvSpPr>
            <p:spPr>
              <a:xfrm>
                <a:off x="730870" y="3397702"/>
                <a:ext cx="7599482" cy="284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WMT’14 English-to-French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데이터셋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총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1,200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만 개 문장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3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억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48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백만 개 프랑스어 단어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3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억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4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백만 개 영어 단어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단어 사전 크기 제한을 통한 연산 효율성 증대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영어 </a:t>
                </a:r>
                <a:r>
                  <a:rPr lang="ko-KR" altLang="en-US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입력어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160,000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단어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프랑스어 </a:t>
                </a:r>
                <a:r>
                  <a:rPr lang="ko-KR" altLang="en-US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출력어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80,000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단어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사전에 없는 단어는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“&lt;UNK&gt;” Unknown token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으로 처리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이후 학습 성능에서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Penalty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적 요소로 작용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C4DF7C9D-FA58-D9C2-4DA1-14111C2663C6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3.2. Dataset Details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65D535CE-ED7B-BA0E-D5AE-EE45AE775E0A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="" xmlns:a16="http://schemas.microsoft.com/office/drawing/2014/main" id="{CA5ACD81-1658-AD43-BBB0-DCD250B1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658535"/>
            <a:ext cx="6485570" cy="2969929"/>
          </a:xfrm>
          <a:prstGeom prst="rect">
            <a:avLst/>
          </a:prstGeom>
          <a:ln w="12700">
            <a:solidFill>
              <a:srgbClr val="18253B"/>
            </a:solidFill>
          </a:ln>
        </p:spPr>
      </p:pic>
    </p:spTree>
    <p:extLst>
      <p:ext uri="{BB962C8B-B14F-4D97-AF65-F5344CB8AC3E}">
        <p14:creationId xmlns:p14="http://schemas.microsoft.com/office/powerpoint/2010/main" val="269301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45"/>
    </mc:Choice>
    <mc:Fallback xmlns="">
      <p:transition spd="slow" advTm="38145"/>
    </mc:Fallback>
  </mc:AlternateContent>
  <p:extLst>
    <p:ext uri="{3A86A75C-4F4B-4683-9AE1-C65F6400EC91}">
      <p14:laserTraceLst xmlns:p14="http://schemas.microsoft.com/office/powerpoint/2010/main">
        <p14:tracePtLst>
          <p14:tracePt t="549" x="12971463" y="4937125"/>
          <p14:tracePt t="565" x="12498388" y="4924425"/>
          <p14:tracePt t="582" x="11907838" y="4865688"/>
          <p14:tracePt t="599" x="11636375" y="4841875"/>
          <p14:tracePt t="616" x="11399838" y="4841875"/>
          <p14:tracePt t="617" x="11282363" y="4830763"/>
          <p14:tracePt t="633" x="10998200" y="4830763"/>
          <p14:tracePt t="649" x="10726738" y="4830763"/>
          <p14:tracePt t="666" x="10348913" y="4830763"/>
          <p14:tracePt t="682" x="10088563" y="4854575"/>
          <p14:tracePt t="702" x="9758363" y="4924425"/>
          <p14:tracePt t="718" x="9686925" y="4948238"/>
          <p14:tracePt t="996" x="9428163" y="4937125"/>
          <p14:tracePt t="1011" x="8659813" y="4841875"/>
          <p14:tracePt t="1041" x="6792913" y="4594225"/>
          <p14:tracePt t="1057" x="6107113" y="4500563"/>
          <p14:tracePt t="1075" x="5422900" y="4357688"/>
          <p14:tracePt t="1091" x="5032375" y="4264025"/>
          <p14:tracePt t="1108" x="4784725" y="4216400"/>
          <p14:tracePt t="1126" x="4560888" y="4181475"/>
          <p14:tracePt t="1141" x="4489450" y="4181475"/>
          <p14:tracePt t="1159" x="4394200" y="4181475"/>
          <p14:tracePt t="1175" x="4370388" y="4205288"/>
          <p14:tracePt t="1192" x="4348163" y="4251325"/>
          <p14:tracePt t="1606" x="4265613" y="4322763"/>
          <p14:tracePt t="1623" x="4181475" y="4440238"/>
          <p14:tracePt t="1657" x="4122738" y="4535488"/>
          <p14:tracePt t="1675" x="4087813" y="4594225"/>
          <p14:tracePt t="1691" x="4087813" y="4618038"/>
          <p14:tracePt t="1708" x="4087813" y="4652963"/>
          <p14:tracePt t="1725" x="4135438" y="4700588"/>
          <p14:tracePt t="1740" x="4194175" y="4759325"/>
          <p14:tracePt t="1742" x="4252913" y="4783138"/>
          <p14:tracePt t="1757" x="4335463" y="4841875"/>
          <p14:tracePt t="1774" x="4394200" y="4878388"/>
          <p14:tracePt t="1791" x="4465638" y="4913313"/>
          <p14:tracePt t="1807" x="4489450" y="4937125"/>
          <p14:tracePt t="1825" x="4524375" y="4948238"/>
          <p14:tracePt t="1826" x="4537075" y="4960938"/>
          <p14:tracePt t="1841" x="4548188" y="4972050"/>
          <p14:tracePt t="1858" x="4572000" y="4984750"/>
          <p14:tracePt t="1876" x="4595813" y="4995863"/>
          <p14:tracePt t="1890" x="4619625" y="4995863"/>
          <p14:tracePt t="1907" x="4630738" y="4972050"/>
          <p14:tracePt t="1908" x="4643438" y="4972050"/>
          <p14:tracePt t="1924" x="4643438" y="4960938"/>
          <p14:tracePt t="2387" x="4856163" y="4960938"/>
          <p14:tracePt t="2406" x="5032375" y="4960938"/>
          <p14:tracePt t="2423" x="5186363" y="4960938"/>
          <p14:tracePt t="2439" x="5257800" y="4960938"/>
          <p14:tracePt t="2457" x="5303838" y="4972050"/>
          <p14:tracePt t="2474" x="5351463" y="4984750"/>
          <p14:tracePt t="2489" x="5386388" y="4995863"/>
          <p14:tracePt t="2507" x="5422900" y="5019675"/>
          <p14:tracePt t="2522" x="5470525" y="5043488"/>
          <p14:tracePt t="2539" x="5492750" y="5054600"/>
          <p14:tracePt t="2542" x="5516563" y="5067300"/>
          <p14:tracePt t="2557" x="5540375" y="5078413"/>
          <p14:tracePt t="2572" x="5553075" y="5078413"/>
          <p14:tracePt t="2589" x="5588000" y="5091113"/>
          <p14:tracePt t="2604" x="5599113" y="5091113"/>
          <p14:tracePt t="2621" x="5622925" y="5091113"/>
          <p14:tracePt t="2640" x="5646738" y="5091113"/>
          <p14:tracePt t="2656" x="5659438" y="5091113"/>
          <p14:tracePt t="2673" x="5683250" y="5091113"/>
          <p14:tracePt t="2690" x="5694363" y="5091113"/>
          <p14:tracePt t="2706" x="5718175" y="5091113"/>
          <p14:tracePt t="2708" x="5729288" y="5091113"/>
          <p14:tracePt t="2722" x="5741988" y="5102225"/>
          <p14:tracePt t="2739" x="5765800" y="5102225"/>
          <p14:tracePt t="2756" x="5800725" y="5126038"/>
          <p14:tracePt t="2773" x="5835650" y="5126038"/>
          <p14:tracePt t="2789" x="5859463" y="5137150"/>
          <p14:tracePt t="2807" x="5883275" y="5137150"/>
          <p14:tracePt t="2823" x="5907088" y="5137150"/>
          <p14:tracePt t="2826" x="5918200" y="5137150"/>
          <p14:tracePt t="2871" x="5930900" y="5137150"/>
          <p14:tracePt t="2890" x="5942013" y="5137150"/>
          <p14:tracePt t="2907" x="5954713" y="5149850"/>
          <p14:tracePt t="2908" x="5965825" y="5149850"/>
          <p14:tracePt t="2939" x="5978525" y="5160963"/>
          <p14:tracePt t="2956" x="5989638" y="5173663"/>
          <p14:tracePt t="2974" x="5989638" y="5184775"/>
          <p14:tracePt t="2991" x="5989638" y="5195888"/>
          <p14:tracePt t="3023" x="5989638" y="5219700"/>
          <p14:tracePt t="3039" x="6000750" y="5219700"/>
          <p14:tracePt t="3073" x="6013450" y="5232400"/>
          <p14:tracePt t="3107" x="6024563" y="5232400"/>
          <p14:tracePt t="3123" x="6024563" y="5243513"/>
          <p14:tracePt t="3124" x="6037263" y="5243513"/>
          <p14:tracePt t="3140" x="6048375" y="5256213"/>
          <p14:tracePt t="3157" x="6048375" y="5267325"/>
          <p14:tracePt t="3161" x="6061075" y="5280025"/>
          <p14:tracePt t="3172" x="6061075" y="5291138"/>
          <p14:tracePt t="3189" x="6061075" y="5314950"/>
          <p14:tracePt t="3207" x="6061075" y="5362575"/>
          <p14:tracePt t="3240" x="6061075" y="5408613"/>
          <p14:tracePt t="3256" x="6061075" y="5445125"/>
          <p14:tracePt t="3271" x="6061075" y="5468938"/>
          <p14:tracePt t="3289" x="6061075" y="5503863"/>
          <p14:tracePt t="3290" x="6061075" y="5514975"/>
          <p14:tracePt t="3306" x="6061075" y="5527675"/>
          <p14:tracePt t="3323" x="6061075" y="5538788"/>
          <p14:tracePt t="3339" x="6061075" y="5575300"/>
          <p14:tracePt t="3357" x="6061075" y="5597525"/>
          <p14:tracePt t="3373" x="6061075" y="5610225"/>
          <p14:tracePt t="3390" x="6061075" y="5634038"/>
          <p14:tracePt t="3407" x="6061075" y="5657850"/>
          <p14:tracePt t="3423" x="6061075" y="5668963"/>
          <p14:tracePt t="3574" x="6061075" y="5657850"/>
          <p14:tracePt t="3574" x="6061075" y="5645150"/>
          <p14:tracePt t="3590" x="6061075" y="5634038"/>
          <p14:tracePt t="3605" x="6061075" y="5621338"/>
          <p14:tracePt t="3637" x="6048375" y="5610225"/>
          <p14:tracePt t="3655" x="6037263" y="5586413"/>
          <p14:tracePt t="3672" x="6024563" y="5551488"/>
          <p14:tracePt t="3689" x="6013450" y="5538788"/>
          <p14:tracePt t="3707" x="6013450" y="5514975"/>
          <p14:tracePt t="3722" x="6013450" y="5503863"/>
          <p14:tracePt t="3739" x="6000750" y="5491163"/>
          <p14:tracePt t="3756" x="6000750" y="5480050"/>
          <p14:tracePt t="3839" x="6000750" y="5468938"/>
          <p14:tracePt t="3980" x="6013450" y="5468938"/>
          <p14:tracePt t="3996" x="6013450" y="5491163"/>
          <p14:tracePt t="4021" x="6013450" y="5514975"/>
          <p14:tracePt t="4039" x="6013450" y="5527675"/>
          <p14:tracePt t="4055" x="6024563" y="5527675"/>
          <p14:tracePt t="4072" x="6024563" y="5538788"/>
          <p14:tracePt t="4089" x="6024563" y="5551488"/>
          <p14:tracePt t="4107" x="6024563" y="5562600"/>
          <p14:tracePt t="4124" x="6024563" y="5575300"/>
          <p14:tracePt t="4125" x="6024563" y="5586413"/>
          <p14:tracePt t="4157" x="6037263" y="5597525"/>
          <p14:tracePt t="4173" x="6037263" y="5610225"/>
          <p14:tracePt t="4189" x="6037263" y="5634038"/>
          <p14:tracePt t="4207" x="6037263" y="5645150"/>
          <p14:tracePt t="4222" x="6037263" y="5657850"/>
          <p14:tracePt t="4239" x="6037263" y="5668963"/>
          <p14:tracePt t="4257" x="6000750" y="5668963"/>
          <p14:tracePt t="4273" x="5942013" y="5692775"/>
          <p14:tracePt t="4290" x="5765800" y="5751513"/>
          <p14:tracePt t="4292" x="5646738" y="5764213"/>
          <p14:tracePt t="4307" x="5303838" y="5834063"/>
          <p14:tracePt t="4322" x="4926013" y="5916613"/>
          <p14:tracePt t="4339" x="4348163" y="5953125"/>
          <p14:tracePt t="4356" x="4040188" y="5953125"/>
          <p14:tracePt t="4373" x="3779838" y="5953125"/>
          <p14:tracePt t="4375" x="3662363" y="5953125"/>
          <p14:tracePt t="4389" x="3567113" y="5929313"/>
          <p14:tracePt t="4390" x="3460750" y="5916613"/>
          <p14:tracePt t="4407" x="3308350" y="5905500"/>
          <p14:tracePt t="4422" x="3143250" y="5881688"/>
          <p14:tracePt t="4439" x="3059113" y="5870575"/>
          <p14:tracePt t="4457" x="2941638" y="5846763"/>
          <p14:tracePt t="4473" x="2882900" y="5846763"/>
          <p14:tracePt t="4489" x="2835275" y="5846763"/>
          <p14:tracePt t="4507" x="2776538" y="5846763"/>
          <p14:tracePt t="4522" x="2752725" y="5846763"/>
          <p14:tracePt t="4540" x="2741613" y="5846763"/>
          <p14:tracePt t="4557" x="2728913" y="5846763"/>
          <p14:tracePt t="4777" x="2728913" y="5822950"/>
          <p14:tracePt t="4809" x="2728913" y="5810250"/>
          <p14:tracePt t="4827" x="2728913" y="5786438"/>
          <p14:tracePt t="4861" x="2717800" y="5775325"/>
          <p14:tracePt t="4878" x="2705100" y="5764213"/>
          <p14:tracePt t="4895" x="2693988" y="5740400"/>
          <p14:tracePt t="4927" x="2693988" y="5703888"/>
          <p14:tracePt t="4945" x="2693988" y="5692775"/>
          <p14:tracePt t="4961" x="2681288" y="5681663"/>
          <p14:tracePt t="4977" x="2681288" y="5668963"/>
          <p14:tracePt t="4979" x="2681288" y="5657850"/>
          <p14:tracePt t="4993" x="2681288" y="5645150"/>
          <p14:tracePt t="5011" x="2681288" y="5621338"/>
          <p14:tracePt t="5015" x="2681288" y="5610225"/>
          <p14:tracePt t="5027" x="2681288" y="5586413"/>
          <p14:tracePt t="5044" x="2693988" y="5562600"/>
          <p14:tracePt t="5048" x="2705100" y="5538788"/>
          <p14:tracePt t="5060" x="2705100" y="5514975"/>
          <p14:tracePt t="5063" x="2717800" y="5491163"/>
          <p14:tracePt t="5076" x="2717800" y="5456238"/>
          <p14:tracePt t="5094" x="2728913" y="5421313"/>
          <p14:tracePt t="5096" x="2741613" y="5386388"/>
          <p14:tracePt t="5111" x="2763838" y="5326063"/>
          <p14:tracePt t="5128" x="2800350" y="5291138"/>
          <p14:tracePt t="5132" x="2811463" y="5267325"/>
          <p14:tracePt t="5143" x="2824163" y="5243513"/>
          <p14:tracePt t="5159" x="2870200" y="5195888"/>
          <p14:tracePt t="5176" x="2906713" y="5173663"/>
          <p14:tracePt t="5194" x="2976563" y="5137150"/>
          <p14:tracePt t="5210" x="3024188" y="5137150"/>
          <p14:tracePt t="5227" x="3082925" y="5137150"/>
          <p14:tracePt t="5232" x="3106738" y="5137150"/>
          <p14:tracePt t="5235" x="3143250" y="5137150"/>
          <p14:tracePt t="5242" x="3154363" y="5137150"/>
          <p14:tracePt t="5260" x="3201988" y="5137150"/>
          <p14:tracePt t="5276" x="3225800" y="5137150"/>
          <p14:tracePt t="5292" x="3260725" y="5126038"/>
          <p14:tracePt t="5309" x="3284538" y="5113338"/>
          <p14:tracePt t="5325" x="3319463" y="5102225"/>
          <p14:tracePt t="5344" x="3343275" y="5091113"/>
          <p14:tracePt t="5347" x="3354388" y="5078413"/>
          <p14:tracePt t="5359" x="3390900" y="5078413"/>
          <p14:tracePt t="5376" x="3414713" y="5067300"/>
          <p14:tracePt t="5392" x="3438525" y="5054600"/>
          <p14:tracePt t="5409" x="3460750" y="5054600"/>
          <p14:tracePt t="5425" x="3473450" y="5054600"/>
          <p14:tracePt t="5442" x="3484563" y="5054600"/>
          <p14:tracePt t="5442" x="3497263" y="5054600"/>
          <p14:tracePt t="5479" x="3508375" y="5054600"/>
          <p14:tracePt t="5492" x="3521075" y="5054600"/>
          <p14:tracePt t="5509" x="3532188" y="5043488"/>
          <p14:tracePt t="5526" x="3556000" y="5030788"/>
          <p14:tracePt t="5543" x="3567113" y="5030788"/>
          <p14:tracePt t="5559" x="3579813" y="5006975"/>
          <p14:tracePt t="5576" x="3590925" y="4995863"/>
          <p14:tracePt t="5593" x="3603625" y="4972050"/>
          <p14:tracePt t="5611" x="3614738" y="4960938"/>
          <p14:tracePt t="5627" x="3627438" y="4960938"/>
          <p14:tracePt t="5643" x="3627438" y="4948238"/>
          <p14:tracePt t="5662" x="3627438" y="4937125"/>
          <p14:tracePt t="5808" x="3627438" y="4924425"/>
          <p14:tracePt t="5828" x="3627438" y="4913313"/>
          <p14:tracePt t="5859" x="3627438" y="4900613"/>
          <p14:tracePt t="5876" x="3627438" y="4889500"/>
          <p14:tracePt t="5910" x="3627438" y="4865688"/>
          <p14:tracePt t="5929" x="3614738" y="4854575"/>
          <p14:tracePt t="5945" x="3614738" y="4841875"/>
          <p14:tracePt t="5947" x="3603625" y="4830763"/>
          <p14:tracePt t="5960" x="3590925" y="4818063"/>
          <p14:tracePt t="5977" x="3590925" y="4783138"/>
          <p14:tracePt t="5979" x="3579813" y="4759325"/>
          <p14:tracePt t="5993" x="3567113" y="4724400"/>
          <p14:tracePt t="6011" x="3556000" y="4676775"/>
          <p14:tracePt t="6028" x="3544888" y="4641850"/>
          <p14:tracePt t="6046" x="3532188" y="4618038"/>
          <p14:tracePt t="6060" x="3532188" y="4594225"/>
          <p14:tracePt t="6064" x="3521075" y="4594225"/>
          <p14:tracePt t="6076" x="3521075" y="4570413"/>
          <p14:tracePt t="6093" x="3508375" y="4546600"/>
          <p14:tracePt t="6110" x="3508375" y="4535488"/>
          <p14:tracePt t="6126" x="3508375" y="4522788"/>
          <p14:tracePt t="6160" x="3508375" y="4511675"/>
          <p14:tracePt t="6177" x="3508375" y="4500563"/>
          <p14:tracePt t="6195" x="3508375" y="4464050"/>
          <p14:tracePt t="6211" x="3508375" y="4452938"/>
          <p14:tracePt t="6228" x="3508375" y="4405313"/>
          <p14:tracePt t="6244" x="3508375" y="4381500"/>
          <p14:tracePt t="6263" x="3508375" y="4346575"/>
          <p14:tracePt t="6293" x="3497263" y="4275138"/>
          <p14:tracePt t="6311" x="3497263" y="4227513"/>
          <p14:tracePt t="6327" x="3497263" y="4181475"/>
          <p14:tracePt t="6345" x="3497263" y="4144963"/>
          <p14:tracePt t="6347" x="3497263" y="4133850"/>
          <p14:tracePt t="6360" x="3497263" y="4110038"/>
          <p14:tracePt t="6377" x="3497263" y="4086225"/>
          <p14:tracePt t="6394" x="3497263" y="4075113"/>
          <p14:tracePt t="6410" x="3497263" y="4062413"/>
          <p14:tracePt t="6444" x="3532188" y="4062413"/>
          <p14:tracePt t="6461" x="3544888" y="4075113"/>
          <p14:tracePt t="6886" x="3460750" y="4098925"/>
          <p14:tracePt t="6905" x="3378200" y="4110038"/>
          <p14:tracePt t="6939" x="3295650" y="4121150"/>
          <p14:tracePt t="6957" x="3271838" y="4133850"/>
          <p14:tracePt t="6973" x="3249613" y="4144963"/>
          <p14:tracePt t="6989" x="3225800" y="4157663"/>
          <p14:tracePt t="7006" x="3201988" y="4168775"/>
          <p14:tracePt t="7039" x="3189288" y="4168775"/>
          <p14:tracePt t="7056" x="3178175" y="4168775"/>
          <p14:tracePt t="7090" x="3178175" y="4181475"/>
          <p14:tracePt t="7106" x="3178175" y="4192588"/>
          <p14:tracePt t="7121" x="3178175" y="4216400"/>
          <p14:tracePt t="7139" x="3178175" y="4227513"/>
          <p14:tracePt t="7156" x="3178175" y="4240213"/>
          <p14:tracePt t="7188" x="3189288" y="4240213"/>
          <p14:tracePt t="7205" x="3189288" y="4251325"/>
          <p14:tracePt t="7221" x="3201988" y="4275138"/>
          <p14:tracePt t="7238" x="3213100" y="4287838"/>
          <p14:tracePt t="7255" x="3249613" y="4310063"/>
          <p14:tracePt t="7271" x="3260725" y="4346575"/>
          <p14:tracePt t="7288" x="3284538" y="4357688"/>
          <p14:tracePt t="7306" x="3319463" y="4394200"/>
          <p14:tracePt t="7322" x="3332163" y="4394200"/>
          <p14:tracePt t="7339" x="3354388" y="4429125"/>
          <p14:tracePt t="7355" x="3378200" y="4452938"/>
          <p14:tracePt t="7371" x="3402013" y="4464050"/>
          <p14:tracePt t="7388" x="3402013" y="4476750"/>
          <p14:tracePt t="7405" x="3414713" y="4487863"/>
          <p14:tracePt t="7422" x="3425825" y="4487863"/>
          <p14:tracePt t="7457" x="3438525" y="4487863"/>
          <p14:tracePt t="7489" x="3460750" y="4487863"/>
          <p14:tracePt t="7506" x="3484563" y="4476750"/>
          <p14:tracePt t="7522" x="3508375" y="4476750"/>
          <p14:tracePt t="7540" x="3532188" y="4476750"/>
          <p14:tracePt t="7555" x="3544888" y="4476750"/>
          <p14:tracePt t="7572" x="3567113" y="4476750"/>
          <p14:tracePt t="7590" x="3590925" y="4476750"/>
          <p14:tracePt t="7606" x="3627438" y="4487863"/>
          <p14:tracePt t="7623" x="3662363" y="4487863"/>
          <p14:tracePt t="7640" x="3686175" y="4487863"/>
          <p14:tracePt t="7657" x="3709988" y="4487863"/>
          <p14:tracePt t="7674" x="3733800" y="4487863"/>
          <p14:tracePt t="7707" x="3757613" y="4487863"/>
          <p14:tracePt t="7738" x="3803650" y="4487863"/>
          <p14:tracePt t="7755" x="3862388" y="4487863"/>
          <p14:tracePt t="7772" x="3910013" y="4487863"/>
          <p14:tracePt t="7789" x="3957638" y="4500563"/>
          <p14:tracePt t="7791" x="3968750" y="4500563"/>
          <p14:tracePt t="7805" x="4016375" y="4511675"/>
          <p14:tracePt t="7822" x="4052888" y="4522788"/>
          <p14:tracePt t="7838" x="4111625" y="4535488"/>
          <p14:tracePt t="7855" x="4159250" y="4546600"/>
          <p14:tracePt t="7872" x="4205288" y="4559300"/>
          <p14:tracePt t="7889" x="4311650" y="4583113"/>
          <p14:tracePt t="7905" x="4370388" y="4605338"/>
          <p14:tracePt t="7923" x="4465638" y="4652963"/>
          <p14:tracePt t="7939" x="4500563" y="4665663"/>
          <p14:tracePt t="7956" x="4537075" y="4665663"/>
          <p14:tracePt t="7959" x="4548188" y="4665663"/>
          <p14:tracePt t="7972" x="4572000" y="4676775"/>
          <p14:tracePt t="7992" x="4595813" y="4676775"/>
          <p14:tracePt t="8022" x="4606925" y="4676775"/>
          <p14:tracePt t="8090" x="4619625" y="4676775"/>
          <p14:tracePt t="8107" x="4630738" y="4676775"/>
          <p14:tracePt t="8122" x="4630738" y="4652963"/>
          <p14:tracePt t="8124" x="4630738" y="4641850"/>
          <p14:tracePt t="8141" x="4643438" y="4618038"/>
          <p14:tracePt t="8156" x="4654550" y="4594225"/>
          <p14:tracePt t="8160" x="4667250" y="4583113"/>
          <p14:tracePt t="8171" x="4667250" y="4559300"/>
          <p14:tracePt t="8173" x="4678363" y="4535488"/>
          <p14:tracePt t="8190" x="4689475" y="4500563"/>
          <p14:tracePt t="8193" x="4702175" y="4487863"/>
          <p14:tracePt t="8206" x="4713288" y="4487863"/>
          <p14:tracePt t="8208" x="4725988" y="4464050"/>
          <p14:tracePt t="8240" x="4749800" y="4429125"/>
          <p14:tracePt t="8256" x="4773613" y="4405313"/>
          <p14:tracePt t="8273" x="4795838" y="4381500"/>
          <p14:tracePt t="8289" x="4832350" y="4346575"/>
          <p14:tracePt t="8291" x="4856163" y="4333875"/>
          <p14:tracePt t="8305" x="4891088" y="4310063"/>
          <p14:tracePt t="8322" x="4938713" y="4275138"/>
          <p14:tracePt t="8339" x="4949825" y="4251325"/>
          <p14:tracePt t="8342" x="4962525" y="4251325"/>
          <p14:tracePt t="8355" x="4984750" y="4227513"/>
          <p14:tracePt t="8373" x="4997450" y="4192588"/>
          <p14:tracePt t="8391" x="5008563" y="4168775"/>
          <p14:tracePt t="8406" x="5008563" y="4157663"/>
          <p14:tracePt t="8409" x="5021263" y="4144963"/>
          <p14:tracePt t="8422" x="5021263" y="4121150"/>
          <p14:tracePt t="8440" x="5021263" y="4110038"/>
          <p14:tracePt t="8472" x="5032375" y="4121150"/>
          <p14:tracePt t="8490" x="5032375" y="4144963"/>
          <p14:tracePt t="8493" x="5032375" y="4157663"/>
          <p14:tracePt t="8506" x="5032375" y="4168775"/>
          <p14:tracePt t="8523" x="5032375" y="4205288"/>
          <p14:tracePt t="8539" x="5032375" y="4227513"/>
          <p14:tracePt t="8541" x="5032375" y="4240213"/>
          <p14:tracePt t="8573" x="5032375" y="4264025"/>
          <p14:tracePt t="8605" x="5032375" y="4287838"/>
          <p14:tracePt t="8621" x="5032375" y="4298950"/>
          <p14:tracePt t="8639" x="5032375" y="4322763"/>
          <p14:tracePt t="8655" x="5032375" y="4357688"/>
          <p14:tracePt t="8671" x="5045075" y="4394200"/>
          <p14:tracePt t="8689" x="5056188" y="4416425"/>
          <p14:tracePt t="8704" x="5056188" y="4440238"/>
          <p14:tracePt t="8707" x="5056188" y="4452938"/>
          <p14:tracePt t="8721" x="5056188" y="4464050"/>
          <p14:tracePt t="8738" x="5056188" y="4476750"/>
          <p14:tracePt t="8755" x="5068888" y="4476750"/>
          <p14:tracePt t="8788" x="5080000" y="4476750"/>
          <p14:tracePt t="8804" x="5091113" y="4487863"/>
          <p14:tracePt t="8821" x="5091113" y="4500563"/>
          <p14:tracePt t="8840" x="5114925" y="4522788"/>
          <p14:tracePt t="8854" x="5138738" y="4535488"/>
          <p14:tracePt t="8872" x="5151438" y="4546600"/>
          <p14:tracePt t="8889" x="5151438" y="4559300"/>
          <p14:tracePt t="8905" x="5162550" y="4570413"/>
          <p14:tracePt t="8923" x="5186363" y="4583113"/>
          <p14:tracePt t="8938" x="5197475" y="4583113"/>
          <p14:tracePt t="8972" x="5221288" y="4605338"/>
          <p14:tracePt t="8988" x="5233988" y="4605338"/>
          <p14:tracePt t="8992" x="5245100" y="4605338"/>
          <p14:tracePt t="9022" x="5281613" y="4629150"/>
          <p14:tracePt t="9038" x="5292725" y="4641850"/>
          <p14:tracePt t="9072" x="5303838" y="4652963"/>
          <p14:tracePt t="9088" x="5316538" y="4652963"/>
          <p14:tracePt t="9105" x="5327650" y="4652963"/>
          <p14:tracePt t="9138" x="5340350" y="4652963"/>
          <p14:tracePt t="9155" x="5351463" y="4652963"/>
          <p14:tracePt t="9171" x="5364163" y="4652963"/>
          <p14:tracePt t="9511" x="5375275" y="4652963"/>
          <p14:tracePt t="9512" x="5399088" y="4652963"/>
          <p14:tracePt t="9530" x="5470525" y="4641850"/>
          <p14:tracePt t="9547" x="5553075" y="4629150"/>
          <p14:tracePt t="9564" x="5588000" y="4618038"/>
          <p14:tracePt t="9581" x="5622925" y="4605338"/>
          <p14:tracePt t="9582" x="5635625" y="4594225"/>
          <p14:tracePt t="9597" x="5670550" y="4594225"/>
          <p14:tracePt t="9613" x="5694363" y="4583113"/>
          <p14:tracePt t="9630" x="5718175" y="4570413"/>
          <p14:tracePt t="9647" x="5729288" y="4570413"/>
          <p14:tracePt t="9665" x="5741988" y="4559300"/>
          <p14:tracePt t="9667" x="5753100" y="4559300"/>
          <p14:tracePt t="9680" x="5765800" y="4546600"/>
          <p14:tracePt t="9697" x="5765800" y="4535488"/>
          <p14:tracePt t="9762" x="5765800" y="4522788"/>
          <p14:tracePt t="9840" x="5776913" y="4522788"/>
          <p14:tracePt t="9855" x="5789613" y="4522788"/>
          <p14:tracePt t="9879" x="5800725" y="4522788"/>
          <p14:tracePt t="9896" x="5811838" y="4522788"/>
          <p14:tracePt t="9915" x="5824538" y="4522788"/>
          <p14:tracePt t="9917" x="5835650" y="4522788"/>
          <p14:tracePt t="10043" x="5848350" y="4522788"/>
          <p14:tracePt t="10063" x="5872163" y="4522788"/>
          <p14:tracePt t="10080" x="5872163" y="4535488"/>
          <p14:tracePt t="10083" x="5883275" y="4535488"/>
          <p14:tracePt t="10114" x="5907088" y="4559300"/>
          <p14:tracePt t="10147" x="5918200" y="4570413"/>
          <p14:tracePt t="10181" x="5930900" y="4570413"/>
          <p14:tracePt t="10215" x="5942013" y="4570413"/>
          <p14:tracePt t="10231" x="5954713" y="4570413"/>
          <p14:tracePt t="10248" x="5954713" y="4583113"/>
          <p14:tracePt t="10249" x="5965825" y="4583113"/>
          <p14:tracePt t="10265" x="5978525" y="4605338"/>
          <p14:tracePt t="10283" x="5989638" y="4629150"/>
          <p14:tracePt t="10298" x="6000750" y="4629150"/>
          <p14:tracePt t="10315" x="6000750" y="4652963"/>
          <p14:tracePt t="10331" x="6013450" y="4676775"/>
          <p14:tracePt t="10334" x="6024563" y="4676775"/>
          <p14:tracePt t="10347" x="6024563" y="4689475"/>
          <p14:tracePt t="10381" x="6024563" y="4724400"/>
          <p14:tracePt t="10397" x="6024563" y="4748213"/>
          <p14:tracePt t="10415" x="6024563" y="4772025"/>
          <p14:tracePt t="10417" x="6013450" y="4783138"/>
          <p14:tracePt t="10430" x="6013450" y="4818063"/>
          <p14:tracePt t="10447" x="6000750" y="4865688"/>
          <p14:tracePt t="10465" x="6000750" y="4924425"/>
          <p14:tracePt t="10481" x="6000750" y="4960938"/>
          <p14:tracePt t="10499" x="6000750" y="5019675"/>
          <p14:tracePt t="10515" x="6000750" y="5067300"/>
          <p14:tracePt t="10530" x="6000750" y="5102225"/>
          <p14:tracePt t="10547" x="6000750" y="5160963"/>
          <p14:tracePt t="10564" x="6000750" y="5208588"/>
          <p14:tracePt t="10581" x="6000750" y="5232400"/>
          <p14:tracePt t="10584" x="6000750" y="5243513"/>
          <p14:tracePt t="10597" x="6000750" y="5267325"/>
          <p14:tracePt t="10614" x="6000750" y="5291138"/>
          <p14:tracePt t="10631" x="6000750" y="5326063"/>
          <p14:tracePt t="10647" x="6000750" y="5362575"/>
          <p14:tracePt t="10665" x="6000750" y="5386388"/>
          <p14:tracePt t="10697" x="6000750" y="5408613"/>
          <p14:tracePt t="10717" x="6000750" y="5432425"/>
          <p14:tracePt t="10730" x="6000750" y="5445125"/>
          <p14:tracePt t="10748" x="5989638" y="5445125"/>
          <p14:tracePt t="10749" x="5989638" y="5456238"/>
          <p14:tracePt t="10780" x="5965825" y="5456238"/>
          <p14:tracePt t="10797" x="5918200" y="5480050"/>
          <p14:tracePt t="10814" x="5824538" y="5491163"/>
          <p14:tracePt t="10830" x="5622925" y="5514975"/>
          <p14:tracePt t="10846" x="4949825" y="5551488"/>
          <p14:tracePt t="10863" x="4500563" y="5575300"/>
          <p14:tracePt t="10881" x="3933825" y="5610225"/>
          <p14:tracePt t="10896" x="3603625" y="5610225"/>
          <p14:tracePt t="10915" x="3354388" y="5610225"/>
          <p14:tracePt t="10917" x="3260725" y="5610225"/>
          <p14:tracePt t="10922" x="3189288" y="5610225"/>
          <p14:tracePt t="10947" x="3024188" y="5610225"/>
          <p14:tracePt t="10964" x="2930525" y="5610225"/>
          <p14:tracePt t="10982" x="2846388" y="5586413"/>
          <p14:tracePt t="10985" x="2811463" y="5586413"/>
          <p14:tracePt t="10997" x="2787650" y="5575300"/>
          <p14:tracePt t="10999" x="2752725" y="5562600"/>
          <p14:tracePt t="11014" x="2728913" y="5538788"/>
          <p14:tracePt t="11015" x="2681288" y="5503863"/>
          <p14:tracePt t="11031" x="2635250" y="5468938"/>
          <p14:tracePt t="11034" x="2611438" y="5445125"/>
          <p14:tracePt t="11048" x="2574925" y="5397500"/>
          <p14:tracePt t="11064" x="2551113" y="5349875"/>
          <p14:tracePt t="11082" x="2540000" y="5291138"/>
          <p14:tracePt t="11097" x="2540000" y="5267325"/>
          <p14:tracePt t="11115" x="2574925" y="5219700"/>
          <p14:tracePt t="11116" x="2611438" y="5195888"/>
          <p14:tracePt t="11131" x="2752725" y="5137150"/>
          <p14:tracePt t="11147" x="2930525" y="5067300"/>
          <p14:tracePt t="11165" x="3178175" y="4995863"/>
          <p14:tracePt t="11167" x="3319463" y="4984750"/>
          <p14:tracePt t="11180" x="3579813" y="4913313"/>
          <p14:tracePt t="11196" x="3792538" y="4878388"/>
          <p14:tracePt t="11215" x="4087813" y="4830763"/>
          <p14:tracePt t="11231" x="4265613" y="4806950"/>
          <p14:tracePt t="11264" x="4572000" y="4795838"/>
          <p14:tracePt t="11282" x="4654550" y="4795838"/>
          <p14:tracePt t="11285" x="4689475" y="4795838"/>
          <p14:tracePt t="11299" x="4737100" y="4818063"/>
          <p14:tracePt t="11314" x="4784725" y="4830763"/>
          <p14:tracePt t="11331" x="4832350" y="4854575"/>
          <p14:tracePt t="11334" x="4856163" y="4878388"/>
          <p14:tracePt t="11348" x="4867275" y="4913313"/>
          <p14:tracePt t="11365" x="4891088" y="4948238"/>
          <p14:tracePt t="11367" x="4902200" y="4960938"/>
          <p14:tracePt t="11381" x="4914900" y="4995863"/>
          <p14:tracePt t="11397" x="4914900" y="5006975"/>
          <p14:tracePt t="11414" x="4914900" y="5030788"/>
          <p14:tracePt t="11430" x="4914900" y="5067300"/>
          <p14:tracePt t="11446" x="4867275" y="5102225"/>
          <p14:tracePt t="11463" x="4643438" y="5208588"/>
          <p14:tracePt t="11480" x="4454525" y="5314950"/>
          <p14:tracePt t="11497" x="4324350" y="5373688"/>
          <p14:tracePt t="11500" x="4276725" y="5397500"/>
          <p14:tracePt t="11514" x="4181475" y="5445125"/>
          <p14:tracePt t="11531" x="4087813" y="5491163"/>
          <p14:tracePt t="11550" x="3933825" y="5562600"/>
          <p14:tracePt t="11565" x="3816350" y="5610225"/>
          <p14:tracePt t="11581" x="3709988" y="5645150"/>
          <p14:tracePt t="11583" x="3673475" y="5668963"/>
          <p14:tracePt t="11597" x="3603625" y="5681663"/>
          <p14:tracePt t="11615" x="3532188" y="5692775"/>
          <p14:tracePt t="11617" x="3508375" y="5692775"/>
          <p14:tracePt t="11631" x="3473450" y="5692775"/>
          <p14:tracePt t="11647" x="3449638" y="5692775"/>
          <p14:tracePt t="11665" x="3438525" y="5692775"/>
          <p14:tracePt t="12308" x="3460750" y="5703888"/>
          <p14:tracePt t="12326" x="3508375" y="5703888"/>
          <p14:tracePt t="12359" x="3532188" y="5703888"/>
          <p14:tracePt t="12376" x="3544888" y="5703888"/>
          <p14:tracePt t="12394" x="3567113" y="5703888"/>
          <p14:tracePt t="12465" x="3579813" y="5703888"/>
          <p14:tracePt t="12480" x="3590925" y="5703888"/>
          <p14:tracePt t="12510" x="3627438" y="5703888"/>
          <p14:tracePt t="12527" x="3662363" y="5703888"/>
          <p14:tracePt t="12544" x="3673475" y="5703888"/>
          <p14:tracePt t="12561" x="3709988" y="5703888"/>
          <p14:tracePt t="12578" x="3721100" y="5716588"/>
          <p14:tracePt t="12583" x="3733800" y="5716588"/>
          <p14:tracePt t="12612" x="3744913" y="5716588"/>
          <p14:tracePt t="12629" x="3757613" y="5716588"/>
          <p14:tracePt t="12660" x="3768725" y="5716588"/>
          <p14:tracePt t="12715" x="3779838" y="5716588"/>
          <p14:tracePt t="12732" x="3792538" y="5727700"/>
          <p14:tracePt t="12761" x="3827463" y="5751513"/>
          <p14:tracePt t="12777" x="3851275" y="5775325"/>
          <p14:tracePt t="12794" x="3862388" y="5775325"/>
          <p14:tracePt t="12811" x="3862388" y="5786438"/>
          <p14:tracePt t="12829" x="3862388" y="5799138"/>
          <p14:tracePt t="14762" x="3862388" y="5810250"/>
          <p14:tracePt t="14779" x="3875088" y="5822950"/>
          <p14:tracePt t="14813" x="3886200" y="5834063"/>
          <p14:tracePt t="14831" x="3898900" y="5846763"/>
          <p14:tracePt t="14847" x="3910013" y="5846763"/>
          <p14:tracePt t="14865" x="3910013" y="5857875"/>
          <p14:tracePt t="14867" x="3922713" y="5857875"/>
          <p14:tracePt t="14897" x="3933825" y="5857875"/>
          <p14:tracePt t="14931" x="3933825" y="5870575"/>
          <p14:tracePt t="14949" x="3946525" y="5881688"/>
          <p14:tracePt t="14979" x="3968750" y="5905500"/>
          <p14:tracePt t="14997" x="3981450" y="5916613"/>
          <p14:tracePt t="15014" x="4005263" y="5916613"/>
          <p14:tracePt t="15031" x="4005263" y="5929313"/>
          <p14:tracePt t="15033" x="4005263" y="5940425"/>
          <p14:tracePt t="15065" x="4029075" y="5940425"/>
          <p14:tracePt t="15082" x="4040188" y="5940425"/>
          <p14:tracePt t="15153" x="4052888" y="5940425"/>
          <p14:tracePt t="15169" x="4064000" y="5940425"/>
          <p14:tracePt t="15496" x="4064000" y="5953125"/>
          <p14:tracePt t="15516" x="4064000" y="5988050"/>
          <p14:tracePt t="15533" x="4064000" y="5999163"/>
          <p14:tracePt t="15549" x="4064000" y="6022975"/>
          <p14:tracePt t="15553" x="4064000" y="6035675"/>
          <p14:tracePt t="15583" x="4075113" y="6059488"/>
          <p14:tracePt t="15600" x="4075113" y="6070600"/>
          <p14:tracePt t="15601" x="4075113" y="6081713"/>
          <p14:tracePt t="15616" x="4075113" y="6094413"/>
          <p14:tracePt t="15617" x="4075113" y="6105525"/>
          <p14:tracePt t="15633" x="4087813" y="6118225"/>
          <p14:tracePt t="15650" x="4098925" y="6165850"/>
          <p14:tracePt t="15666" x="4111625" y="6188075"/>
          <p14:tracePt t="15683" x="4122738" y="6211888"/>
          <p14:tracePt t="15699" x="4135438" y="6259513"/>
          <p14:tracePt t="15716" x="4146550" y="6283325"/>
          <p14:tracePt t="15733" x="4159250" y="6307138"/>
          <p14:tracePt t="15734" x="4159250" y="6318250"/>
          <p14:tracePt t="15749" x="4159250" y="6354763"/>
          <p14:tracePt t="15766" x="4159250" y="6365875"/>
          <p14:tracePt t="15783" x="4159250" y="6389688"/>
          <p14:tracePt t="15800" x="4170363" y="6400800"/>
          <p14:tracePt t="15816" x="4194175" y="6437313"/>
          <p14:tracePt t="15834" x="4229100" y="6461125"/>
          <p14:tracePt t="15850" x="4276725" y="6519863"/>
          <p14:tracePt t="15851" x="4300538" y="6543675"/>
          <p14:tracePt t="15866" x="4383088" y="6602413"/>
          <p14:tracePt t="15883" x="4476750" y="6661150"/>
          <p14:tracePt t="15900" x="4595813" y="6719888"/>
          <p14:tracePt t="15916" x="4654550" y="6756400"/>
          <p14:tracePt t="15933" x="4678363" y="6767513"/>
          <p14:tracePt t="15949" x="4713288" y="6778625"/>
          <p14:tracePt t="15966" x="4737100" y="6778625"/>
          <p14:tracePt t="15983" x="4749800" y="6778625"/>
          <p14:tracePt t="16000" x="4773613" y="6767513"/>
          <p14:tracePt t="16017" x="4784725" y="6756400"/>
          <p14:tracePt t="16480" x="4819650" y="6756400"/>
          <p14:tracePt t="16498" x="4997450" y="6756400"/>
          <p14:tracePt t="16533" x="5386388" y="6767513"/>
          <p14:tracePt t="16549" x="5516563" y="6778625"/>
          <p14:tracePt t="16567" x="5659438" y="6815138"/>
          <p14:tracePt t="16582" x="5718175" y="6815138"/>
          <p14:tracePt t="16599" x="5765800" y="6826250"/>
          <p14:tracePt t="16617" x="5859463" y="6861175"/>
          <p14:tracePt t="16632" x="5918200" y="6884988"/>
          <p14:tracePt t="16650" x="5965825" y="6908800"/>
          <p14:tracePt t="16651" x="5989638" y="6921500"/>
          <p14:tracePt t="16666" x="6048375" y="6956425"/>
          <p14:tracePt t="16682" x="6096000" y="6991350"/>
          <p14:tracePt t="16700" x="6143625" y="7038975"/>
          <p14:tracePt t="16716" x="6154738" y="7062788"/>
          <p14:tracePt t="16733" x="6178550" y="7086600"/>
          <p14:tracePt t="16734" x="6191250" y="7086600"/>
          <p14:tracePt t="16748" x="6202363" y="7110413"/>
          <p14:tracePt t="16765" x="6213475" y="7121525"/>
          <p14:tracePt t="16783" x="6249988" y="7169150"/>
          <p14:tracePt t="16799" x="6261100" y="7192963"/>
          <p14:tracePt t="16816" x="6284913" y="7204075"/>
          <p14:tracePt t="16818" x="6297613" y="7216775"/>
          <p14:tracePt t="16831" x="6297613" y="7227888"/>
          <p14:tracePt t="16849" x="6319838" y="7251700"/>
          <p14:tracePt t="16866" x="6343650" y="7286625"/>
          <p14:tracePt t="16882" x="6367463" y="7323138"/>
          <p14:tracePt t="16901" x="6367463" y="7346950"/>
          <p14:tracePt t="16903" x="6380163" y="7358063"/>
          <p14:tracePt t="16932" x="6391275" y="7392988"/>
          <p14:tracePt t="16949" x="6415088" y="7416800"/>
          <p14:tracePt t="16966" x="6415088" y="7429500"/>
          <p14:tracePt t="16983" x="6426200" y="7429500"/>
          <p14:tracePt t="16984" x="6438900" y="7429500"/>
          <p14:tracePt t="16998" x="6438900" y="7440613"/>
          <p14:tracePt t="17015" x="6438900" y="7451725"/>
          <p14:tracePt t="17032" x="6438900" y="7464425"/>
          <p14:tracePt t="17184" x="6438900" y="7451725"/>
          <p14:tracePt t="17216" x="6438900" y="7440613"/>
          <p14:tracePt t="17262" x="6438900" y="7429500"/>
          <p14:tracePt t="17282" x="6438900" y="7416800"/>
          <p14:tracePt t="17317" x="6438900" y="7405688"/>
          <p14:tracePt t="17349" x="6438900" y="7392988"/>
          <p14:tracePt t="17367" x="6438900" y="7381875"/>
          <p14:tracePt t="17399" x="6450013" y="7369175"/>
          <p14:tracePt t="17416" x="6462713" y="7369175"/>
          <p14:tracePt t="17432" x="6473825" y="7358063"/>
          <p14:tracePt t="17449" x="6486525" y="7323138"/>
          <p14:tracePt t="17467" x="6497638" y="7310438"/>
          <p14:tracePt t="17483" x="6508750" y="7299325"/>
          <p14:tracePt t="17485" x="6508750" y="7286625"/>
          <p14:tracePt t="17499" x="6521450" y="7262813"/>
          <p14:tracePt t="17516" x="6532563" y="7240588"/>
          <p14:tracePt t="17533" x="6545263" y="7227888"/>
          <p14:tracePt t="17549" x="6556375" y="7192963"/>
          <p14:tracePt t="17554" x="6556375" y="7180263"/>
          <p14:tracePt t="17564" x="6569075" y="7169150"/>
          <p14:tracePt t="17581" x="6580188" y="7145338"/>
          <p14:tracePt t="17598" x="6580188" y="7121525"/>
          <p14:tracePt t="17616" x="6580188" y="7097713"/>
          <p14:tracePt t="17632" x="6580188" y="7086600"/>
          <p14:tracePt t="17649" x="6580188" y="7073900"/>
          <p14:tracePt t="17650" x="6580188" y="7062788"/>
          <p14:tracePt t="17666" x="6580188" y="7051675"/>
          <p14:tracePt t="17682" x="6580188" y="7038975"/>
          <p14:tracePt t="17717" x="6580188" y="7027863"/>
          <p14:tracePt t="17733" x="6580188" y="7015163"/>
          <p14:tracePt t="17770" x="6580188" y="7004050"/>
          <p14:tracePt t="17783" x="6569075" y="6991350"/>
          <p14:tracePt t="17799" x="6569075" y="6980238"/>
          <p14:tracePt t="17816" x="6556375" y="6956425"/>
          <p14:tracePt t="17848" x="6545263" y="6921500"/>
          <p14:tracePt t="17867" x="6532563" y="6897688"/>
          <p14:tracePt t="17882" x="6521450" y="6884988"/>
          <p14:tracePt t="17900" x="6521450" y="6861175"/>
          <p14:tracePt t="17903" x="6521450" y="6850063"/>
          <p14:tracePt t="17932" x="6521450" y="6838950"/>
          <p14:tracePt t="17948" x="6521450" y="6826250"/>
          <p14:tracePt t="18011" x="6508750" y="6826250"/>
          <p14:tracePt t="18668" x="6508750" y="6802438"/>
          <p14:tracePt t="18686" x="6497638" y="6767513"/>
          <p14:tracePt t="18720" x="6473825" y="6672263"/>
          <p14:tracePt t="18737" x="6473825" y="6650038"/>
          <p14:tracePt t="18754" x="6462713" y="6589713"/>
          <p14:tracePt t="18756" x="6450013" y="6565900"/>
          <p14:tracePt t="18770" x="6450013" y="6483350"/>
          <p14:tracePt t="18787" x="6438900" y="6413500"/>
          <p14:tracePt t="18805" x="6415088" y="6259513"/>
          <p14:tracePt t="18820" x="6391275" y="6165850"/>
          <p14:tracePt t="18837" x="6367463" y="6059488"/>
          <p14:tracePt t="18839" x="6356350" y="6011863"/>
          <p14:tracePt t="18853" x="6319838" y="5857875"/>
          <p14:tracePt t="18870" x="6308725" y="5703888"/>
          <p14:tracePt t="18887" x="6249988" y="5491163"/>
          <p14:tracePt t="18904" x="6202363" y="5349875"/>
          <p14:tracePt t="18920" x="6143625" y="5219700"/>
          <p14:tracePt t="18922" x="6130925" y="5160963"/>
          <p14:tracePt t="18937" x="6072188" y="5078413"/>
          <p14:tracePt t="18955" x="6037263" y="5006975"/>
          <p14:tracePt t="18956" x="6024563" y="4984750"/>
          <p14:tracePt t="18970" x="5989638" y="4924425"/>
          <p14:tracePt t="18987" x="5978525" y="4900613"/>
          <p14:tracePt t="19004" x="5954713" y="4865688"/>
          <p14:tracePt t="19019" x="5942013" y="4865688"/>
          <p14:tracePt t="19038" x="5930900" y="4865688"/>
          <p14:tracePt t="19355" x="5848350" y="4830763"/>
          <p14:tracePt t="19371" x="5635625" y="4724400"/>
          <p14:tracePt t="19372" x="5576888" y="4689475"/>
          <p14:tracePt t="19388" x="5457825" y="4594225"/>
          <p14:tracePt t="19405" x="5386388" y="4522788"/>
          <p14:tracePt t="19407" x="5364163" y="4500563"/>
          <p14:tracePt t="19421" x="5327650" y="4440238"/>
          <p14:tracePt t="19439" x="5292725" y="4381500"/>
          <p14:tracePt t="19456" x="5257800" y="4346575"/>
          <p14:tracePt t="19471" x="5245100" y="4322763"/>
          <p14:tracePt t="19488" x="5221288" y="4298950"/>
          <p14:tracePt t="19504" x="5221288" y="4287838"/>
          <p14:tracePt t="19520" x="5221288" y="4275138"/>
          <p14:tracePt t="19589" x="5221288" y="4287838"/>
          <p14:tracePt t="19605" x="5245100" y="4287838"/>
          <p14:tracePt t="19620" x="5281613" y="4298950"/>
          <p14:tracePt t="19637" x="5316538" y="4322763"/>
          <p14:tracePt t="19654" x="5340350" y="4333875"/>
          <p14:tracePt t="19672" x="5375275" y="4346575"/>
          <p14:tracePt t="19689" x="5375275" y="4370388"/>
          <p14:tracePt t="19706" x="5364163" y="4416425"/>
          <p14:tracePt t="19721" x="5316538" y="4440238"/>
          <p14:tracePt t="19739" x="5210175" y="4452938"/>
          <p14:tracePt t="19742" x="5080000" y="4464050"/>
          <p14:tracePt t="19755" x="4843463" y="4500563"/>
          <p14:tracePt t="19772" x="4583113" y="4500563"/>
          <p14:tracePt t="19789" x="4276725" y="4500563"/>
          <p14:tracePt t="19790" x="4111625" y="4500563"/>
          <p14:tracePt t="19805" x="3840163" y="4500563"/>
          <p14:tracePt t="19822" x="3627438" y="4500563"/>
          <p14:tracePt t="19825" x="3532188" y="4476750"/>
          <p14:tracePt t="19839" x="3402013" y="4464050"/>
          <p14:tracePt t="19855" x="3271838" y="4440238"/>
          <p14:tracePt t="19872" x="3165475" y="4429125"/>
          <p14:tracePt t="19873" x="3119438" y="4416425"/>
          <p14:tracePt t="19890" x="3048000" y="4381500"/>
          <p14:tracePt t="19905" x="2976563" y="4357688"/>
          <p14:tracePt t="19908" x="2952750" y="4346575"/>
          <p14:tracePt t="19921" x="2906713" y="4310063"/>
          <p14:tracePt t="19940" x="2882900" y="4264025"/>
          <p14:tracePt t="19955" x="2870200" y="4216400"/>
          <p14:tracePt t="19956" x="2870200" y="4181475"/>
          <p14:tracePt t="19971" x="2870200" y="4121150"/>
          <p14:tracePt t="19988" x="2917825" y="4051300"/>
          <p14:tracePt t="20005" x="3013075" y="3956050"/>
          <p14:tracePt t="20023" x="3106738" y="3886200"/>
          <p14:tracePt t="20039" x="3260725" y="3814763"/>
          <p14:tracePt t="20057" x="3378200" y="3790950"/>
          <p14:tracePt t="20073" x="3556000" y="3743325"/>
          <p14:tracePt t="20076" x="3697288" y="3732213"/>
          <p14:tracePt t="20087" x="3981450" y="3708400"/>
          <p14:tracePt t="20104" x="4217988" y="3708400"/>
          <p14:tracePt t="20122" x="4430713" y="3708400"/>
          <p14:tracePt t="20139" x="4524375" y="3743325"/>
          <p14:tracePt t="20157" x="4619625" y="3790950"/>
          <p14:tracePt t="20172" x="4667250" y="3814763"/>
          <p14:tracePt t="20188" x="4702175" y="3849688"/>
          <p14:tracePt t="20205" x="4749800" y="3886200"/>
          <p14:tracePt t="20222" x="4773613" y="3897313"/>
          <p14:tracePt t="20240" x="4784725" y="3932238"/>
          <p14:tracePt t="20242" x="4795838" y="3944938"/>
          <p14:tracePt t="20255" x="4795838" y="3992563"/>
          <p14:tracePt t="20273" x="4808538" y="4038600"/>
          <p14:tracePt t="20275" x="4808538" y="4062413"/>
          <p14:tracePt t="20289" x="4808538" y="4086225"/>
          <p14:tracePt t="20292" x="4795838" y="4121150"/>
          <p14:tracePt t="20305" x="4749800" y="4205288"/>
          <p14:tracePt t="20322" x="4606925" y="4287838"/>
          <p14:tracePt t="20323" x="4524375" y="4357688"/>
          <p14:tracePt t="20339" x="4287838" y="4464050"/>
          <p14:tracePt t="20355" x="4064000" y="4559300"/>
          <p14:tracePt t="20373" x="3803650" y="4641850"/>
          <p14:tracePt t="20389" x="3709988" y="4652963"/>
          <p14:tracePt t="20405" x="3614738" y="4665663"/>
          <p14:tracePt t="20409" x="3590925" y="4676775"/>
          <p14:tracePt t="20422" x="3544888" y="4676775"/>
          <p14:tracePt t="20439" x="3508375" y="4676775"/>
          <p14:tracePt t="20457" x="3484563" y="4676775"/>
          <p14:tracePt t="20472" x="3460750" y="4676775"/>
          <p14:tracePt t="21215" x="3484563" y="4676775"/>
          <p14:tracePt t="21233" x="3497263" y="4689475"/>
          <p14:tracePt t="21233" x="3521075" y="4700588"/>
          <p14:tracePt t="21267" x="3567113" y="4711700"/>
          <p14:tracePt t="21284" x="3590925" y="4724400"/>
          <p14:tracePt t="21301" x="3603625" y="4724400"/>
          <p14:tracePt t="21317" x="3627438" y="4724400"/>
          <p14:tracePt t="21334" x="3651250" y="4724400"/>
          <p14:tracePt t="21349" x="3673475" y="4724400"/>
          <p14:tracePt t="21366" x="3721100" y="4724400"/>
          <p14:tracePt t="21382" x="3757613" y="4724400"/>
          <p14:tracePt t="21416" x="3792538" y="4724400"/>
          <p14:tracePt t="21449" x="3816350" y="4724400"/>
          <p14:tracePt t="21496" x="3827463" y="4724400"/>
          <p14:tracePt t="21516" x="3851275" y="4735513"/>
          <p14:tracePt t="21534" x="3886200" y="4759325"/>
          <p14:tracePt t="21568" x="3922713" y="4759325"/>
          <p14:tracePt t="21585" x="3933825" y="4759325"/>
          <p14:tracePt t="21618" x="3957638" y="4783138"/>
          <p14:tracePt t="21653" x="3957638" y="4795838"/>
          <p14:tracePt t="21715" x="3957638" y="4818063"/>
          <p14:tracePt t="21746" x="3957638" y="4830763"/>
          <p14:tracePt t="21767" x="3957638" y="4841875"/>
          <p14:tracePt t="21784" x="3968750" y="4854575"/>
          <p14:tracePt t="21818" x="3981450" y="4854575"/>
          <p14:tracePt t="21835" x="3992563" y="4854575"/>
          <p14:tracePt t="21838" x="4005263" y="4854575"/>
          <p14:tracePt t="21850" x="4016375" y="4854575"/>
          <p14:tracePt t="21852" x="4029075" y="4854575"/>
          <p14:tracePt t="21867" x="4064000" y="4854575"/>
          <p14:tracePt t="21884" x="4111625" y="4854575"/>
          <p14:tracePt t="21901" x="4181475" y="4854575"/>
          <p14:tracePt t="21936" x="4276725" y="4854575"/>
          <p14:tracePt t="21951" x="4300538" y="4854575"/>
          <p14:tracePt t="21968" x="4324350" y="4854575"/>
          <p14:tracePt t="21972" x="4335463" y="4854575"/>
          <p14:tracePt t="22000" x="4383088" y="4841875"/>
          <p14:tracePt t="22018" x="4406900" y="4830763"/>
          <p14:tracePt t="22022" x="4418013" y="4818063"/>
          <p14:tracePt t="22033" x="4430713" y="4806950"/>
          <p14:tracePt t="22035" x="4441825" y="4806950"/>
          <p14:tracePt t="22051" x="4465638" y="4795838"/>
          <p14:tracePt t="22055" x="4489450" y="4783138"/>
          <p14:tracePt t="22067" x="4500563" y="4783138"/>
          <p14:tracePt t="22070" x="4513263" y="4783138"/>
          <p14:tracePt t="22085" x="4537075" y="4772025"/>
          <p14:tracePt t="22101" x="4560888" y="4772025"/>
          <p14:tracePt t="22104" x="4583113" y="4772025"/>
          <p14:tracePt t="22118" x="4606925" y="4759325"/>
          <p14:tracePt t="22133" x="4643438" y="4748213"/>
          <p14:tracePt t="22149" x="4678363" y="4735513"/>
          <p14:tracePt t="22150" x="4702175" y="4735513"/>
          <p14:tracePt t="22184" x="4760913" y="4735513"/>
          <p14:tracePt t="22200" x="4832350" y="4735513"/>
          <p14:tracePt t="22217" x="4856163" y="4735513"/>
          <p14:tracePt t="22235" x="4891088" y="4748213"/>
          <p14:tracePt t="22250" x="4914900" y="4748213"/>
          <p14:tracePt t="22267" x="4949825" y="4748213"/>
          <p14:tracePt t="22285" x="4984750" y="4748213"/>
          <p14:tracePt t="22301" x="5008563" y="4748213"/>
          <p14:tracePt t="22318" x="5032375" y="4748213"/>
          <p14:tracePt t="22349" x="5056188" y="4748213"/>
          <p14:tracePt t="22366" x="5080000" y="4759325"/>
          <p14:tracePt t="22367" x="5091113" y="4759325"/>
          <p14:tracePt t="22382" x="5103813" y="4759325"/>
          <p14:tracePt t="22400" x="5127625" y="4772025"/>
          <p14:tracePt t="22416" x="5162550" y="4772025"/>
          <p14:tracePt t="22433" x="5175250" y="4783138"/>
          <p14:tracePt t="22434" x="5175250" y="4795838"/>
          <p14:tracePt t="22449" x="5197475" y="4806950"/>
          <p14:tracePt t="22466" x="5221288" y="4818063"/>
          <p14:tracePt t="22483" x="5233988" y="4818063"/>
          <p14:tracePt t="22499" x="5245100" y="4818063"/>
          <p14:tracePt t="22559" x="5233988" y="4818063"/>
          <p14:tracePt t="22560" x="5221288" y="4830763"/>
          <p14:tracePt t="22575" x="5210175" y="4830763"/>
          <p14:tracePt t="22599" x="5186363" y="4878388"/>
          <p14:tracePt t="22616" x="5162550" y="4913313"/>
          <p14:tracePt t="22633" x="5151438" y="4937125"/>
          <p14:tracePt t="22650" x="5114925" y="4984750"/>
          <p14:tracePt t="22666" x="5103813" y="5006975"/>
          <p14:tracePt t="22683" x="5091113" y="5043488"/>
          <p14:tracePt t="22700" x="5056188" y="5113338"/>
          <p14:tracePt t="22716" x="5032375" y="5184775"/>
          <p14:tracePt t="22735" x="5008563" y="5232400"/>
          <p14:tracePt t="22749" x="4997450" y="5267325"/>
          <p14:tracePt t="22766" x="4984750" y="5291138"/>
          <p14:tracePt t="22783" x="4984750" y="5302250"/>
          <p14:tracePt t="22855" x="4973638" y="5291138"/>
          <p14:tracePt t="23309" x="4984750" y="5291138"/>
          <p14:tracePt t="23340" x="4938713" y="5291138"/>
          <p14:tracePt t="23360" x="4795838" y="5291138"/>
          <p14:tracePt t="23377" x="4689475" y="5291138"/>
          <p14:tracePt t="23395" x="4537075" y="5291138"/>
          <p14:tracePt t="23411" x="4441825" y="5291138"/>
          <p14:tracePt t="23428" x="4300538" y="5291138"/>
          <p14:tracePt t="23445" x="4217988" y="5291138"/>
          <p14:tracePt t="23461" x="4135438" y="5291138"/>
          <p14:tracePt t="23463" x="4075113" y="5291138"/>
          <p14:tracePt t="23478" x="3981450" y="5291138"/>
          <p14:tracePt t="23496" x="3922713" y="5302250"/>
          <p14:tracePt t="23528" x="3779838" y="5314950"/>
          <p14:tracePt t="23547" x="3721100" y="5314950"/>
          <p14:tracePt t="23561" x="3709988" y="5314950"/>
          <p14:tracePt t="23578" x="3697288" y="5314950"/>
          <p14:tracePt t="23596" x="3673475" y="5314950"/>
          <p14:tracePt t="23611" x="3673475" y="5326063"/>
          <p14:tracePt t="23628" x="3673475" y="5338763"/>
          <p14:tracePt t="23645" x="3686175" y="5349875"/>
          <p14:tracePt t="23661" x="3697288" y="5362575"/>
          <p14:tracePt t="23678" x="3733800" y="5362575"/>
          <p14:tracePt t="23696" x="3768725" y="5362575"/>
          <p14:tracePt t="23710" x="3792538" y="5362575"/>
          <p14:tracePt t="23727" x="3851275" y="5362575"/>
          <p14:tracePt t="23744" x="3886200" y="5362575"/>
          <p14:tracePt t="23761" x="3910013" y="5362575"/>
          <p14:tracePt t="23778" x="3933825" y="5362575"/>
          <p14:tracePt t="23796" x="3957638" y="5362575"/>
          <p14:tracePt t="23812" x="3981450" y="5362575"/>
          <p14:tracePt t="23828" x="4005263" y="5362575"/>
          <p14:tracePt t="23846" x="4064000" y="5373688"/>
          <p14:tracePt t="23862" x="4075113" y="5386388"/>
          <p14:tracePt t="23877" x="4098925" y="5397500"/>
          <p14:tracePt t="23879" x="4111625" y="5397500"/>
          <p14:tracePt t="23894" x="4122738" y="5408613"/>
          <p14:tracePt t="23911" x="4135438" y="5408613"/>
          <p14:tracePt t="24074" x="4146550" y="5421313"/>
          <p14:tracePt t="24095" x="4170363" y="5432425"/>
          <p14:tracePt t="24111" x="4181475" y="5456238"/>
          <p14:tracePt t="24129" x="4181475" y="5468938"/>
          <p14:tracePt t="24130" x="4194175" y="5480050"/>
          <p14:tracePt t="24146" x="4205288" y="5491163"/>
          <p14:tracePt t="24262" x="4205288" y="5480050"/>
          <p14:tracePt t="24448" x="4205288" y="5468938"/>
          <p14:tracePt t="24465" x="4217988" y="5456238"/>
          <p14:tracePt t="24494" x="4229100" y="5445125"/>
          <p14:tracePt t="24574" x="4241800" y="5445125"/>
          <p14:tracePt t="24637" x="4252913" y="5445125"/>
          <p14:tracePt t="24652" x="4265613" y="5445125"/>
          <p14:tracePt t="24677" x="4311650" y="5445125"/>
          <p14:tracePt t="24694" x="4359275" y="5445125"/>
          <p14:tracePt t="24711" x="4370388" y="5445125"/>
          <p14:tracePt t="24712" x="4383088" y="5445125"/>
          <p14:tracePt t="24728" x="4394200" y="5445125"/>
          <p14:tracePt t="24744" x="4406900" y="5445125"/>
          <p14:tracePt t="24761" x="4418013" y="5432425"/>
          <p14:tracePt t="24778" x="4430713" y="5432425"/>
          <p14:tracePt t="24795" x="4430713" y="5421313"/>
          <p14:tracePt t="24827" x="4430713" y="5408613"/>
          <p14:tracePt t="24861" x="4441825" y="5408613"/>
          <p14:tracePt t="24877" x="4465638" y="5408613"/>
          <p14:tracePt t="24895" x="4524375" y="5408613"/>
          <p14:tracePt t="24910" x="4548188" y="5408613"/>
          <p14:tracePt t="24927" x="4583113" y="5408613"/>
          <p14:tracePt t="24931" x="4595813" y="5408613"/>
          <p14:tracePt t="24944" x="4606925" y="5408613"/>
          <p14:tracePt t="24962" x="4630738" y="5408613"/>
          <p14:tracePt t="24964" x="4643438" y="5408613"/>
          <p14:tracePt t="24978" x="4654550" y="5408613"/>
          <p14:tracePt t="24995" x="4667250" y="5408613"/>
          <p14:tracePt t="25030" x="4678363" y="5408613"/>
          <p14:tracePt t="25044" x="4713288" y="5408613"/>
          <p14:tracePt t="25048" x="4725988" y="5408613"/>
          <p14:tracePt t="25077" x="4760913" y="5408613"/>
          <p14:tracePt t="25095" x="4808538" y="5408613"/>
          <p14:tracePt t="25112" x="4819650" y="5408613"/>
          <p14:tracePt t="25128" x="4832350" y="5408613"/>
          <p14:tracePt t="25160" x="4856163" y="5408613"/>
          <p14:tracePt t="25261" x="4867275" y="5408613"/>
          <p14:tracePt t="25277" x="4902200" y="5408613"/>
          <p14:tracePt t="25293" x="4914900" y="5397500"/>
          <p14:tracePt t="25312" x="4962525" y="5386388"/>
          <p14:tracePt t="25328" x="4973638" y="5386388"/>
          <p14:tracePt t="25332" x="4984750" y="5386388"/>
          <p14:tracePt t="25360" x="4997450" y="5386388"/>
          <p14:tracePt t="25394" x="5021263" y="5386388"/>
          <p14:tracePt t="25412" x="5045075" y="5397500"/>
          <p14:tracePt t="25414" x="5056188" y="5397500"/>
          <p14:tracePt t="25427" x="5068888" y="5408613"/>
          <p14:tracePt t="25445" x="5080000" y="5421313"/>
          <p14:tracePt t="25461" x="5103813" y="5445125"/>
          <p14:tracePt t="25463" x="5114925" y="5456238"/>
          <p14:tracePt t="25494" x="5138738" y="5468938"/>
          <p14:tracePt t="25511" x="5138738" y="5480050"/>
          <p14:tracePt t="25514" x="5138738" y="5491163"/>
          <p14:tracePt t="25528" x="5151438" y="5491163"/>
          <p14:tracePt t="25545" x="5162550" y="5503863"/>
          <p14:tracePt t="25548" x="5175250" y="5503863"/>
          <p14:tracePt t="25560" x="5197475" y="5527675"/>
          <p14:tracePt t="25578" x="5210175" y="5551488"/>
          <p14:tracePt t="25595" x="5233988" y="5562600"/>
          <p14:tracePt t="25611" x="5245100" y="5575300"/>
          <p14:tracePt t="25628" x="5257800" y="5586413"/>
          <p14:tracePt t="25631" x="5257800" y="5597525"/>
          <p14:tracePt t="25645" x="5268913" y="5597525"/>
          <p14:tracePt t="25660" x="5281613" y="5610225"/>
          <p14:tracePt t="25678" x="5281613" y="5621338"/>
          <p14:tracePt t="25693" x="5292725" y="5634038"/>
          <p14:tracePt t="25709" x="5303838" y="5634038"/>
          <p14:tracePt t="25726" x="5316538" y="5645150"/>
          <p14:tracePt t="25742" x="5327650" y="5657850"/>
          <p14:tracePt t="25759" x="5340350" y="5668963"/>
          <p14:tracePt t="25776" x="5364163" y="5681663"/>
          <p14:tracePt t="25793" x="5386388" y="5692775"/>
          <p14:tracePt t="25811" x="5422900" y="5703888"/>
          <p14:tracePt t="25827" x="5446713" y="5716588"/>
          <p14:tracePt t="25832" x="5457825" y="5727700"/>
          <p14:tracePt t="25844" x="5481638" y="5740400"/>
          <p14:tracePt t="25860" x="5492750" y="5751513"/>
          <p14:tracePt t="25876" x="5505450" y="5764213"/>
          <p14:tracePt t="25894" x="5540375" y="5775325"/>
          <p14:tracePt t="25909" x="5553075" y="5786438"/>
          <p14:tracePt t="25927" x="5564188" y="5799138"/>
          <p14:tracePt t="25928" x="5576888" y="5810250"/>
          <p14:tracePt t="25942" x="5599113" y="5834063"/>
          <p14:tracePt t="25960" x="5611813" y="5846763"/>
          <p14:tracePt t="25963" x="5622925" y="5846763"/>
          <p14:tracePt t="25976" x="5635625" y="5846763"/>
          <p14:tracePt t="25992" x="5646738" y="5857875"/>
          <p14:tracePt t="26009" x="5659438" y="5870575"/>
          <p14:tracePt t="26026" x="5659438" y="5881688"/>
          <p14:tracePt t="26062" x="5622925" y="5881688"/>
          <p14:tracePt t="26076" x="5540375" y="5881688"/>
          <p14:tracePt t="26094" x="5375275" y="5870575"/>
          <p14:tracePt t="26109" x="5245100" y="5857875"/>
          <p14:tracePt t="26126" x="5091113" y="5822950"/>
          <p14:tracePt t="26142" x="4749800" y="5799138"/>
          <p14:tracePt t="26161" x="4513263" y="5764213"/>
          <p14:tracePt t="26176" x="4311650" y="5751513"/>
          <p14:tracePt t="26192" x="4135438" y="5740400"/>
          <p14:tracePt t="26210" x="4029075" y="5716588"/>
          <p14:tracePt t="26226" x="3933825" y="5668963"/>
          <p14:tracePt t="26243" x="3886200" y="5621338"/>
          <p14:tracePt t="26260" x="3862388" y="5586413"/>
          <p14:tracePt t="26261" x="3862388" y="5575300"/>
          <p14:tracePt t="26276" x="3875088" y="5514975"/>
          <p14:tracePt t="26294" x="3957638" y="5468938"/>
          <p14:tracePt t="26310" x="4217988" y="5386388"/>
          <p14:tracePt t="26327" x="4418013" y="5373688"/>
          <p14:tracePt t="26344" x="4773613" y="5349875"/>
          <p14:tracePt t="26361" x="5021263" y="5338763"/>
          <p14:tracePt t="26378" x="5257800" y="5338763"/>
          <p14:tracePt t="26382" x="5351463" y="5338763"/>
          <p14:tracePt t="26394" x="5492750" y="5338763"/>
          <p14:tracePt t="26411" x="5622925" y="5338763"/>
          <p14:tracePt t="26427" x="5741988" y="5362575"/>
          <p14:tracePt t="26428" x="5789613" y="5362575"/>
          <p14:tracePt t="26443" x="5859463" y="5386388"/>
          <p14:tracePt t="26462" x="5918200" y="5432425"/>
          <p14:tracePt t="26464" x="5954713" y="5445125"/>
          <p14:tracePt t="26477" x="6000750" y="5468938"/>
          <p14:tracePt t="26495" x="6048375" y="5491163"/>
          <p14:tracePt t="26510" x="6084888" y="5514975"/>
          <p14:tracePt t="26512" x="6096000" y="5514975"/>
          <p14:tracePt t="26528" x="6119813" y="5527675"/>
          <p14:tracePt t="26546" x="6130925" y="5575300"/>
          <p14:tracePt t="26562" x="6130925" y="5610225"/>
          <p14:tracePt t="26578" x="6037263" y="5645150"/>
          <p14:tracePt t="26595" x="5765800" y="5692775"/>
          <p14:tracePt t="26611" x="5492750" y="5716588"/>
          <p14:tracePt t="26628" x="5186363" y="5703888"/>
          <p14:tracePt t="26633" x="5021263" y="5703888"/>
          <p14:tracePt t="26644" x="4784725" y="5692775"/>
          <p14:tracePt t="26661" x="4560888" y="5668963"/>
          <p14:tracePt t="26678" x="4359275" y="5645150"/>
          <p14:tracePt t="26693" x="4252913" y="5621338"/>
          <p14:tracePt t="26712" x="4159250" y="5597525"/>
          <p14:tracePt t="26728" x="4122738" y="5597525"/>
          <p14:tracePt t="26744" x="4052888" y="5586413"/>
          <p14:tracePt t="26762" x="4029075" y="5575300"/>
          <p14:tracePt t="26764" x="4005263" y="5575300"/>
          <p14:tracePt t="26777" x="3992563" y="5575300"/>
          <p14:tracePt t="27106" x="3438525" y="5586413"/>
          <p14:tracePt t="27122" x="2787650" y="5692775"/>
          <p14:tracePt t="27151" x="2316163" y="5775325"/>
          <p14:tracePt t="27168" x="2209800" y="5822950"/>
          <p14:tracePt t="27184" x="2127250" y="5846763"/>
          <p14:tracePt t="27187" x="2090738" y="5857875"/>
          <p14:tracePt t="27202" x="2008188" y="5881688"/>
          <p14:tracePt t="27217" x="1949450" y="5892800"/>
          <p14:tracePt t="27233" x="1901825" y="5916613"/>
          <p14:tracePt t="27235" x="1878013" y="5929313"/>
          <p14:tracePt t="27249" x="1843088" y="5953125"/>
          <p14:tracePt t="27267" x="1808163" y="5964238"/>
          <p14:tracePt t="27268" x="1795463" y="5976938"/>
          <p14:tracePt t="27302" x="1771650" y="5988050"/>
          <p14:tracePt t="27318" x="1760538" y="5999163"/>
          <p14:tracePt t="27334" x="1760538" y="6011863"/>
          <p14:tracePt t="27367" x="1760538" y="6046788"/>
          <p14:tracePt t="27382" x="1760538" y="6059488"/>
          <p14:tracePt t="27400" x="1760538" y="6070600"/>
          <p14:tracePt t="27416" x="1760538" y="6081713"/>
          <p14:tracePt t="27434" x="1760538" y="6094413"/>
          <p14:tracePt t="27467" x="1760538" y="6105525"/>
          <p14:tracePt t="27483" x="1760538" y="6118225"/>
          <p14:tracePt t="27499" x="1771650" y="6129338"/>
          <p14:tracePt t="27534" x="1784350" y="6153150"/>
          <p14:tracePt t="27552" x="1784350" y="6176963"/>
          <p14:tracePt t="27555" x="1795463" y="6188075"/>
          <p14:tracePt t="27567" x="1795463" y="6200775"/>
          <p14:tracePt t="27602" x="1795463" y="6211888"/>
          <p14:tracePt t="27617" x="1795463" y="6224588"/>
          <p14:tracePt t="27684" x="1795463" y="6235700"/>
          <p14:tracePt t="27700" x="1808163" y="6235700"/>
          <p14:tracePt t="27734" x="1808163" y="6248400"/>
          <p14:tracePt t="27749" x="1819275" y="6248400"/>
          <p14:tracePt t="27768" x="1830388" y="6248400"/>
          <p14:tracePt t="27783" x="1866900" y="6259513"/>
          <p14:tracePt t="27799" x="1890713" y="6259513"/>
          <p14:tracePt t="27816" x="1960563" y="6270625"/>
          <p14:tracePt t="27832" x="2032000" y="6270625"/>
          <p14:tracePt t="27850" x="2114550" y="6283325"/>
          <p14:tracePt t="27851" x="2173288" y="6294438"/>
          <p14:tracePt t="27866" x="2255838" y="6307138"/>
          <p14:tracePt t="27883" x="2351088" y="6307138"/>
          <p14:tracePt t="27900" x="2492375" y="6318250"/>
          <p14:tracePt t="27933" x="2693988" y="6342063"/>
          <p14:tracePt t="27952" x="2894013" y="6365875"/>
          <p14:tracePt t="27966" x="3048000" y="6376988"/>
          <p14:tracePt t="27984" x="3189288" y="6400800"/>
          <p14:tracePt t="28000" x="3271838" y="6413500"/>
          <p14:tracePt t="28016" x="3343275" y="6424613"/>
          <p14:tracePt t="28018" x="3378200" y="6424613"/>
          <p14:tracePt t="28032" x="3460750" y="6437313"/>
          <p14:tracePt t="28049" x="3521075" y="6461125"/>
          <p14:tracePt t="28068" x="3638550" y="6461125"/>
          <p14:tracePt t="28083" x="3697288" y="6461125"/>
          <p14:tracePt t="28100" x="3744913" y="6461125"/>
          <p14:tracePt t="28117" x="3779838" y="6461125"/>
          <p14:tracePt t="28134" x="3792538" y="6461125"/>
          <p14:tracePt t="28151" x="3816350" y="6448425"/>
          <p14:tracePt t="28183" x="3827463" y="6400800"/>
          <p14:tracePt t="28201" x="3840163" y="6389688"/>
          <p14:tracePt t="28511" x="4146550" y="6365875"/>
          <p14:tracePt t="28527" x="4476750" y="6330950"/>
          <p14:tracePt t="28553" x="5008563" y="6307138"/>
          <p14:tracePt t="28570" x="5197475" y="6307138"/>
          <p14:tracePt t="28587" x="5327650" y="6307138"/>
          <p14:tracePt t="28589" x="5375275" y="6307138"/>
          <p14:tracePt t="28595" x="5410200" y="6307138"/>
          <p14:tracePt t="28603" x="5446713" y="6307138"/>
          <p14:tracePt t="28621" x="5516563" y="6307138"/>
          <p14:tracePt t="28623" x="5553075" y="6307138"/>
          <p14:tracePt t="28637" x="5599113" y="6330950"/>
          <p14:tracePt t="28654" x="5646738" y="6342063"/>
          <p14:tracePt t="28672" x="5683250" y="6342063"/>
          <p14:tracePt t="28687" x="5705475" y="6342063"/>
          <p14:tracePt t="28703" x="5718175" y="6342063"/>
          <p14:tracePt t="28721" x="5741988" y="6342063"/>
          <p14:tracePt t="28754" x="5765800" y="6330950"/>
          <p14:tracePt t="28757" x="5776913" y="6330950"/>
          <p14:tracePt t="28770" x="5800725" y="6330950"/>
          <p14:tracePt t="28787" x="5824538" y="6330950"/>
          <p14:tracePt t="28792" x="5835650" y="6330950"/>
          <p14:tracePt t="28804" x="5859463" y="6330950"/>
          <p14:tracePt t="28819" x="5883275" y="6342063"/>
          <p14:tracePt t="28854" x="5907088" y="6342063"/>
          <p14:tracePt t="28871" x="5918200" y="6342063"/>
          <p14:tracePt t="28875" x="5930900" y="6342063"/>
          <p14:tracePt t="28888" x="5942013" y="6342063"/>
          <p14:tracePt t="28903" x="5954713" y="6354763"/>
          <p14:tracePt t="28923" x="6000750" y="6376988"/>
          <p14:tracePt t="28938" x="6024563" y="6400800"/>
          <p14:tracePt t="28954" x="6037263" y="6413500"/>
          <p14:tracePt t="28956" x="6048375" y="6413500"/>
          <p14:tracePt t="28971" x="6061075" y="6424613"/>
          <p14:tracePt t="28987" x="6072188" y="6437313"/>
          <p14:tracePt t="29003" x="6084888" y="6448425"/>
          <p14:tracePt t="29021" x="6084888" y="6461125"/>
          <p14:tracePt t="29036" x="6084888" y="6483350"/>
          <p14:tracePt t="29071" x="6084888" y="6496050"/>
          <p14:tracePt t="29087" x="6072188" y="6507163"/>
          <p14:tracePt t="29088" x="6061075" y="6507163"/>
          <p14:tracePt t="29122" x="6048375" y="6530975"/>
          <p14:tracePt t="29138" x="6048375" y="6543675"/>
          <p14:tracePt t="29199" x="6037263" y="6543675"/>
          <p14:tracePt t="29980" x="6013450" y="6554788"/>
          <p14:tracePt t="29996" x="5954713" y="6565900"/>
          <p14:tracePt t="30027" x="5824538" y="6602413"/>
          <p14:tracePt t="30042" x="5789613" y="6613525"/>
          <p14:tracePt t="30059" x="5741988" y="6637338"/>
          <p14:tracePt t="30060" x="5705475" y="6650038"/>
          <p14:tracePt t="30076" x="5635625" y="6661150"/>
          <p14:tracePt t="30094" x="5529263" y="6684963"/>
          <p14:tracePt t="30095" x="5470525" y="6684963"/>
          <p14:tracePt t="30110" x="5364163" y="6696075"/>
          <p14:tracePt t="30127" x="5257800" y="6708775"/>
          <p14:tracePt t="30144" x="5114925" y="6708775"/>
          <p14:tracePt t="30159" x="5008563" y="6708775"/>
          <p14:tracePt t="30177" x="4914900" y="6708775"/>
          <p14:tracePt t="30178" x="4878388" y="6732588"/>
          <p14:tracePt t="30574" x="4606925" y="6802438"/>
          <p14:tracePt t="30591" x="4430713" y="6838950"/>
          <p14:tracePt t="30628" x="4098925" y="6921500"/>
          <p14:tracePt t="30644" x="4005263" y="6945313"/>
          <p14:tracePt t="30659" x="3933825" y="6967538"/>
          <p14:tracePt t="30677" x="3875088" y="6980238"/>
          <p14:tracePt t="30680" x="3840163" y="6991350"/>
          <p14:tracePt t="30693" x="3768725" y="7015163"/>
          <p14:tracePt t="30710" x="3709988" y="7027863"/>
          <p14:tracePt t="30727" x="3614738" y="7038975"/>
          <p14:tracePt t="30742" x="3567113" y="7051675"/>
          <p14:tracePt t="30760" x="3497263" y="7062788"/>
          <p14:tracePt t="30764" x="3473450" y="7073900"/>
          <p14:tracePt t="30776" x="3425825" y="7097713"/>
          <p14:tracePt t="30793" x="3378200" y="7145338"/>
          <p14:tracePt t="30810" x="3319463" y="7169150"/>
          <p14:tracePt t="30827" x="3295650" y="7180263"/>
          <p14:tracePt t="30842" x="3284538" y="7192963"/>
          <p14:tracePt t="30860" x="3271838" y="7204075"/>
          <p14:tracePt t="30877" x="3260725" y="7204075"/>
          <p14:tracePt t="30893" x="3260725" y="7216775"/>
          <p14:tracePt t="30908" x="3260725" y="7227888"/>
          <p14:tracePt t="31011" x="3260725" y="7240588"/>
          <p14:tracePt t="31043" x="3260725" y="7251700"/>
          <p14:tracePt t="31059" x="3260725" y="7262813"/>
          <p14:tracePt t="31261" x="3260725" y="7275513"/>
          <p14:tracePt t="31340" x="3260725" y="7286625"/>
          <p14:tracePt t="31359" x="3260725" y="7299325"/>
          <p14:tracePt t="31376" x="3249613" y="7310438"/>
          <p14:tracePt t="31393" x="3225800" y="7310438"/>
          <p14:tracePt t="31410" x="3189288" y="7310438"/>
          <p14:tracePt t="31427" x="3119438" y="7310438"/>
          <p14:tracePt t="31428" x="3095625" y="7299325"/>
          <p14:tracePt t="31443" x="3036888" y="7286625"/>
          <p14:tracePt t="31460" x="2965450" y="7262813"/>
          <p14:tracePt t="31465" x="2917825" y="7251700"/>
          <p14:tracePt t="31478" x="2846388" y="7227888"/>
          <p14:tracePt t="31494" x="2763838" y="7204075"/>
          <p14:tracePt t="31510" x="2693988" y="7192963"/>
          <p14:tracePt t="31511" x="2635250" y="7180263"/>
          <p14:tracePt t="31526" x="2563813" y="7169150"/>
          <p14:tracePt t="31545" x="2481263" y="7145338"/>
          <p14:tracePt t="31547" x="2444750" y="7145338"/>
          <p14:tracePt t="31561" x="2398713" y="7134225"/>
          <p14:tracePt t="31576" x="2362200" y="7134225"/>
          <p14:tracePt t="31594" x="2327275" y="7134225"/>
          <p14:tracePt t="31612" x="2292350" y="7134225"/>
          <p14:tracePt t="31629" x="2268538" y="7121525"/>
          <p14:tracePt t="31630" x="2244725" y="7121525"/>
          <p14:tracePt t="31660" x="2220913" y="7121525"/>
          <p14:tracePt t="31677" x="2209800" y="7121525"/>
          <p14:tracePt t="31710" x="2233613" y="7097713"/>
          <p14:tracePt t="31727" x="2351088" y="7062788"/>
          <p14:tracePt t="31744" x="2528888" y="6991350"/>
          <p14:tracePt t="31761" x="2906713" y="6908800"/>
          <p14:tracePt t="31776" x="3119438" y="6884988"/>
          <p14:tracePt t="31784" x="3213100" y="6873875"/>
          <p14:tracePt t="31793" x="3319463" y="6873875"/>
          <p14:tracePt t="31813" x="3579813" y="6873875"/>
          <p14:tracePt t="31827" x="3792538" y="6873875"/>
          <p14:tracePt t="31843" x="3946525" y="6897688"/>
          <p14:tracePt t="31859" x="4111625" y="6897688"/>
          <p14:tracePt t="31875" x="4205288" y="6897688"/>
          <p14:tracePt t="31892" x="4300538" y="6908800"/>
          <p14:tracePt t="31909" x="4383088" y="6921500"/>
          <p14:tracePt t="31926" x="4465638" y="6932613"/>
          <p14:tracePt t="31942" x="4606925" y="6967538"/>
          <p14:tracePt t="31959" x="4678363" y="6980238"/>
          <p14:tracePt t="31978" x="4784725" y="6991350"/>
          <p14:tracePt t="31994" x="4832350" y="7015163"/>
          <p14:tracePt t="32010" x="4867275" y="7027863"/>
          <p14:tracePt t="32013" x="4891088" y="7027863"/>
          <p14:tracePt t="32026" x="4926013" y="7038975"/>
          <p14:tracePt t="32045" x="4962525" y="7051675"/>
          <p14:tracePt t="32047" x="4973638" y="7051675"/>
          <p14:tracePt t="32059" x="4997450" y="7062788"/>
          <p14:tracePt t="32076" x="5021263" y="7062788"/>
          <p14:tracePt t="32094" x="5032375" y="7062788"/>
          <p14:tracePt t="32096" x="5045075" y="7062788"/>
          <p14:tracePt t="32111" x="5056188" y="7062788"/>
          <p14:tracePt t="32448" x="5364163" y="7062788"/>
          <p14:tracePt t="32464" x="5694363" y="7086600"/>
          <p14:tracePt t="32497" x="6261100" y="7180263"/>
          <p14:tracePt t="32513" x="6380163" y="7216775"/>
          <p14:tracePt t="32530" x="6450013" y="7227888"/>
          <p14:tracePt t="32546" x="6521450" y="7262813"/>
          <p14:tracePt t="32563" x="6556375" y="7275513"/>
          <p14:tracePt t="32580" x="6592888" y="7286625"/>
          <p14:tracePt t="32582" x="6604000" y="7286625"/>
          <p14:tracePt t="32597" x="6627813" y="7299325"/>
          <p14:tracePt t="32612" x="6638925" y="7310438"/>
          <p14:tracePt t="32630" x="6662738" y="7310438"/>
          <p14:tracePt t="32664" x="6675438" y="7299325"/>
          <p14:tracePt t="33059" x="6757988" y="7310438"/>
          <p14:tracePt t="33076" x="6851650" y="7369175"/>
          <p14:tracePt t="33111" x="6946900" y="7392988"/>
          <p14:tracePt t="33128" x="6958013" y="7405688"/>
          <p14:tracePt t="33129" x="6970713" y="7416800"/>
          <p14:tracePt t="33144" x="6994525" y="7416800"/>
          <p14:tracePt t="33161" x="7016750" y="7416800"/>
          <p14:tracePt t="33177" x="7029450" y="7440613"/>
          <p14:tracePt t="33195" x="7040563" y="7451725"/>
          <p14:tracePt t="33212" x="7053263" y="7464425"/>
          <p14:tracePt t="33214" x="7053263" y="7475538"/>
          <p14:tracePt t="33244" x="7077075" y="7475538"/>
          <p14:tracePt t="33261" x="7077075" y="7488238"/>
          <p14:tracePt t="33262" x="7077075" y="7499350"/>
          <p14:tracePt t="33279" x="7077075" y="7512050"/>
          <p14:tracePt t="33295" x="7077075" y="7523163"/>
          <p14:tracePt t="33312" x="7077075" y="7535863"/>
          <p14:tracePt t="33329" x="7077075" y="7546975"/>
          <p14:tracePt t="33361" x="7088188" y="7546975"/>
          <p14:tracePt t="33378" x="7088188" y="7558088"/>
          <p14:tracePt t="33394" x="7088188" y="7570788"/>
          <p14:tracePt t="33450" x="7100888" y="7570788"/>
          <p14:tracePt t="33465" x="7112000" y="7581900"/>
          <p14:tracePt t="33495" x="7135813" y="7605713"/>
          <p14:tracePt t="33512" x="7146925" y="7618413"/>
          <p14:tracePt t="33513" x="7146925" y="7629525"/>
          <p14:tracePt t="33528" x="7159625" y="7653338"/>
          <p14:tracePt t="33532" x="7170738" y="7653338"/>
          <p14:tracePt t="33545" x="7183438" y="7664450"/>
          <p14:tracePt t="33548" x="7183438" y="7677150"/>
          <p14:tracePt t="33561" x="7207250" y="7688263"/>
          <p14:tracePt t="33579" x="7218363" y="7712075"/>
          <p14:tracePt t="33581" x="7229475" y="7712075"/>
          <p14:tracePt t="33611" x="7229475" y="7735888"/>
          <p14:tracePt t="33627" x="7242175" y="7735888"/>
          <p14:tracePt t="33645" x="7253288" y="7735888"/>
          <p14:tracePt t="33661" x="7265988" y="7735888"/>
          <p14:tracePt t="33679" x="7277100" y="7747000"/>
          <p14:tracePt t="33695" x="7289800" y="7759700"/>
          <p14:tracePt t="33712" x="7300913" y="7759700"/>
          <p14:tracePt t="33762" x="7324725" y="7759700"/>
          <p14:tracePt t="36192" x="7335838" y="7759700"/>
          <p14:tracePt t="36201" x="7359650" y="7759700"/>
          <p14:tracePt t="36217" x="7372350" y="7759700"/>
          <p14:tracePt t="36234" x="7418388" y="7759700"/>
          <p14:tracePt t="36250" x="7466013" y="7759700"/>
          <p14:tracePt t="36267" x="7524750" y="7759700"/>
          <p14:tracePt t="36268" x="7561263" y="7759700"/>
          <p14:tracePt t="36284" x="7654925" y="7747000"/>
          <p14:tracePt t="36301" x="7761288" y="7735888"/>
          <p14:tracePt t="36318" x="7974013" y="7688263"/>
          <p14:tracePt t="36334" x="8080375" y="7664450"/>
          <p14:tracePt t="36351" x="8186738" y="7653338"/>
          <p14:tracePt t="36352" x="8223250" y="7642225"/>
          <p14:tracePt t="36367" x="8351838" y="7605713"/>
          <p14:tracePt t="36384" x="8505825" y="7581900"/>
          <p14:tracePt t="36401" x="8636000" y="7546975"/>
          <p14:tracePt t="36403" x="8718550" y="7512050"/>
          <p14:tracePt t="36419" x="8848725" y="7464425"/>
          <p14:tracePt t="36434" x="8990013" y="7405688"/>
          <p14:tracePt t="36435" x="9072563" y="7392988"/>
          <p14:tracePt t="36451" x="9202738" y="7346950"/>
          <p14:tracePt t="36468" x="9332913" y="7323138"/>
          <p14:tracePt t="36484" x="9640888" y="7251700"/>
          <p14:tracePt t="36501" x="9994900" y="7192963"/>
          <p14:tracePt t="36519" x="10750550" y="7134225"/>
          <p14:tracePt t="36536" x="11058525" y="7121525"/>
          <p14:tracePt t="36552" x="11282363" y="7121525"/>
          <p14:tracePt t="36552" x="11353800" y="7121525"/>
          <p14:tracePt t="36568" x="11518900" y="7121525"/>
          <p14:tracePt t="36584" x="11707813" y="7121525"/>
          <p14:tracePt t="36601" x="11931650" y="7121525"/>
          <p14:tracePt t="36601" x="12026900" y="7097713"/>
          <p14:tracePt t="36617" x="12239625" y="7097713"/>
          <p14:tracePt t="36634" x="12415838" y="7086600"/>
          <p14:tracePt t="36651" x="12593638" y="7073900"/>
          <p14:tracePt t="36669" x="12688888" y="7062788"/>
          <p14:tracePt t="36672" x="12723813" y="7051675"/>
          <p14:tracePt t="36686" x="12795250" y="7051675"/>
          <p14:tracePt t="36992" x="12912725" y="6945313"/>
          <p14:tracePt t="36998" x="13042900" y="6850063"/>
          <p14:tracePt t="37010" x="13219113" y="6719888"/>
          <p14:tracePt t="37013" x="13396913" y="6578600"/>
        </p14:tracePtLst>
      </p14:laserTraceLst>
    </p:ext>
    <p:ext uri="{E180D4A7-C9FB-4DFB-919C-405C955672EB}">
      <p14:showEvtLst xmlns:p14="http://schemas.microsoft.com/office/powerpoint/2010/main">
        <p14:playEvt time="416" objId="2"/>
        <p14:stopEvt time="36016" objId="2"/>
      </p14:showEvt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AAAB500-45A7-778E-E296-234407AC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="" xmlns:a16="http://schemas.microsoft.com/office/drawing/2014/main" id="{A08ADEFB-55AB-DDDB-0A28-D9E2D83E5BEC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="" xmlns:a16="http://schemas.microsoft.com/office/drawing/2014/main" id="{4BF0516B-88FF-9B03-4220-AC35B68E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26EF21C1-D889-F3AC-53F9-4413A9104DB2}"/>
              </a:ext>
            </a:extLst>
          </p:cNvPr>
          <p:cNvSpPr/>
          <p:nvPr/>
        </p:nvSpPr>
        <p:spPr>
          <a:xfrm>
            <a:off x="2540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04">
            <a:extLst>
              <a:ext uri="{FF2B5EF4-FFF2-40B4-BE49-F238E27FC236}">
                <a16:creationId xmlns="" xmlns:a16="http://schemas.microsoft.com/office/drawing/2014/main" id="{9D48ECFD-0066-768C-E7AA-40DDD7FC4A28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4" name="Object 14">
              <a:extLst>
                <a:ext uri="{FF2B5EF4-FFF2-40B4-BE49-F238E27FC236}">
                  <a16:creationId xmlns="" xmlns:a16="http://schemas.microsoft.com/office/drawing/2014/main" id="{E8CC1A5D-F9C2-7061-9A0E-95E966568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87317E2-747C-2BEC-5F33-6516FEE9C70D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7" name="Object 76">
            <a:extLst>
              <a:ext uri="{FF2B5EF4-FFF2-40B4-BE49-F238E27FC236}">
                <a16:creationId xmlns="" xmlns:a16="http://schemas.microsoft.com/office/drawing/2014/main" id="{56E3EF54-B4F5-712C-C6BD-D2206F7461DD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96F5A7D7-EC20-5103-2534-60F8EC612C54}"/>
              </a:ext>
            </a:extLst>
          </p:cNvPr>
          <p:cNvGrpSpPr/>
          <p:nvPr/>
        </p:nvGrpSpPr>
        <p:grpSpPr>
          <a:xfrm>
            <a:off x="472999" y="2171700"/>
            <a:ext cx="12709601" cy="6377410"/>
            <a:chOff x="601394" y="2050493"/>
            <a:chExt cx="11438207" cy="6377410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6B293488-C985-900B-9488-4E00B339813A}"/>
                </a:ext>
              </a:extLst>
            </p:cNvPr>
            <p:cNvGrpSpPr/>
            <p:nvPr/>
          </p:nvGrpSpPr>
          <p:grpSpPr>
            <a:xfrm>
              <a:off x="684064" y="2050493"/>
              <a:ext cx="11355537" cy="6377410"/>
              <a:chOff x="679530" y="2825214"/>
              <a:chExt cx="7650822" cy="6377410"/>
            </a:xfrm>
          </p:grpSpPr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64E64BCF-88EE-7AAD-235D-CEC9BEDD4319}"/>
                  </a:ext>
                </a:extLst>
              </p:cNvPr>
              <p:cNvSpPr txBox="1"/>
              <p:nvPr/>
            </p:nvSpPr>
            <p:spPr>
              <a:xfrm>
                <a:off x="730870" y="3397702"/>
                <a:ext cx="7599482" cy="5804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력 문장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주어졌을 때 가장 가능성 높은 번역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찾는 문제를 </a:t>
                </a:r>
                <a:r>
                  <a:rPr lang="ko-KR" altLang="en-US" sz="2000" b="1" dirty="0" err="1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풀어야함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(Objectives)- Inference</a:t>
                </a: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source sentence </a:t>
                </a:r>
                <a:r>
                  <a:rPr lang="ko-KR" altLang="en-US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대비 정확히 번역된 </a:t>
                </a:r>
                <a:r>
                  <a:rPr lang="en-US" altLang="ko-KR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target sentence</a:t>
                </a:r>
                <a:r>
                  <a:rPr lang="ko-KR" altLang="en-US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</a:t>
                </a:r>
                <a:r>
                  <a:rPr lang="en-US" altLang="ko-KR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log </a:t>
                </a:r>
                <a:r>
                  <a:rPr lang="ko-KR" altLang="en-US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확률 값을 최대화하는 방향으로 학습함</a:t>
                </a:r>
                <a:r>
                  <a:rPr lang="en-US" altLang="ko-KR" sz="2000" b="0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- </a:t>
                </a:r>
                <a:r>
                  <a:rPr lang="en-US" altLang="ko-KR" sz="2000" b="1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Training with Teacher Forcing(</a:t>
                </a:r>
                <a:r>
                  <a:rPr lang="ko-KR" altLang="en-US" sz="2000" b="1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교사학습</a:t>
                </a:r>
                <a:r>
                  <a:rPr lang="en-US" altLang="ko-KR" sz="2000" b="1" i="0" u="none" strike="noStrike" baseline="0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실제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학습 시에는 실제 정답 단어를 다음 셀의 입력으로 넣어 학습하고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테스트 시에는 예측을 다음 셀로 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input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확률이 너무 작아지는 문제</a:t>
                </a:r>
                <a:r>
                  <a:rPr lang="en-US" altLang="ko-KR" sz="2000" b="1" dirty="0">
                    <a:solidFill>
                      <a:srgbClr val="000000"/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log</a:t>
                </a:r>
                <a:endParaRPr lang="en-US" altLang="ko-KR" sz="2000" b="1" i="0" u="none" strike="noStrike" baseline="0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b="0" i="0" u="none" strike="noStrike" baseline="0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b="0" i="0" u="none" strike="noStrike" baseline="0" dirty="0">
                  <a:solidFill>
                    <a:srgbClr val="00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Inference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단계에서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Beam Search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사용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 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개의 후보 번역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(Partial Hypotheses)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유지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하면서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각 단계에서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가장 가능성이 높은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개의 문장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선택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"&lt;EOS&gt;"(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문장 종료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토큰이 나오면 해당 문장을 최종 번역 후보로 저장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6AA2A550-B85A-3792-CD41-5938FADD05FB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3.3.1  Experiment Case(Decoding by LSTM only)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10" name="순서도: 추출 9">
              <a:extLst>
                <a:ext uri="{FF2B5EF4-FFF2-40B4-BE49-F238E27FC236}">
                  <a16:creationId xmlns="" xmlns:a16="http://schemas.microsoft.com/office/drawing/2014/main" id="{2ECB7907-525E-132B-5869-FF79C32F340A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="" xmlns:a16="http://schemas.microsoft.com/office/drawing/2014/main" id="{9189B6E8-2F91-AC2A-C7E0-9D66283E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543300"/>
            <a:ext cx="2562583" cy="704948"/>
          </a:xfrm>
          <a:prstGeom prst="rect">
            <a:avLst/>
          </a:prstGeom>
          <a:ln w="12700">
            <a:solidFill>
              <a:srgbClr val="18253B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C87DF7DA-8879-4845-AA33-9019C78DF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99" y="6362700"/>
            <a:ext cx="2562584" cy="710498"/>
          </a:xfrm>
          <a:prstGeom prst="rect">
            <a:avLst/>
          </a:prstGeom>
          <a:ln w="12700">
            <a:solidFill>
              <a:srgbClr val="18253B"/>
            </a:solidFill>
          </a:ln>
        </p:spPr>
      </p:pic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98B28482-E45A-C417-0B3C-EC9D6522982E}"/>
              </a:ext>
            </a:extLst>
          </p:cNvPr>
          <p:cNvGrpSpPr/>
          <p:nvPr/>
        </p:nvGrpSpPr>
        <p:grpSpPr>
          <a:xfrm>
            <a:off x="433048" y="1572280"/>
            <a:ext cx="12986271" cy="1312919"/>
            <a:chOff x="616863" y="2752240"/>
            <a:chExt cx="15756756" cy="1312919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182856A2-2719-FBDA-4186-7810EA67868E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7B621714-341E-8620-CA0E-A65B35670869}"/>
                </a:ext>
              </a:extLst>
            </p:cNvPr>
            <p:cNvSpPr txBox="1"/>
            <p:nvPr/>
          </p:nvSpPr>
          <p:spPr>
            <a:xfrm>
              <a:off x="679530" y="2752240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Experiments(1/4)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40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88"/>
    </mc:Choice>
    <mc:Fallback xmlns="">
      <p:transition spd="slow" advTm="31188"/>
    </mc:Fallback>
  </mc:AlternateContent>
  <p:extLst>
    <p:ext uri="{3A86A75C-4F4B-4683-9AE1-C65F6400EC91}">
      <p14:laserTraceLst xmlns:p14="http://schemas.microsoft.com/office/powerpoint/2010/main">
        <p14:tracePtLst>
          <p14:tracePt t="896" x="12085638" y="5091113"/>
          <p14:tracePt t="921" x="9699625" y="4854575"/>
          <p14:tracePt t="938" x="8990013" y="4711700"/>
          <p14:tracePt t="942" x="8777288" y="4629150"/>
          <p14:tracePt t="971" x="8128000" y="4381500"/>
          <p14:tracePt t="988" x="7904163" y="4298950"/>
          <p14:tracePt t="994" x="7797800" y="4264025"/>
          <p14:tracePt t="1004" x="7561263" y="4216400"/>
          <p14:tracePt t="1022" x="7335838" y="4157663"/>
          <p14:tracePt t="1026" x="7253288" y="4144963"/>
          <p14:tracePt t="1038" x="7183438" y="4144963"/>
          <p14:tracePt t="1042" x="7123113" y="4133850"/>
          <p14:tracePt t="1054" x="7053263" y="4121150"/>
          <p14:tracePt t="1072" x="6981825" y="4121150"/>
          <p14:tracePt t="1089" x="6958013" y="4121150"/>
          <p14:tracePt t="1104" x="6958013" y="4144963"/>
          <p14:tracePt t="1446" x="6627813" y="4144963"/>
          <p14:tracePt t="1447" x="6130925" y="4110038"/>
          <p14:tracePt t="1461" x="5340350" y="4086225"/>
          <p14:tracePt t="1478" x="4654550" y="4062413"/>
          <p14:tracePt t="1496" x="3922713" y="4051300"/>
          <p14:tracePt t="1512" x="3544888" y="4027488"/>
          <p14:tracePt t="1528" x="3260725" y="4003675"/>
          <p14:tracePt t="1529" x="3143250" y="4003675"/>
          <p14:tracePt t="1545" x="2965450" y="3979863"/>
          <p14:tracePt t="1562" x="2846388" y="3944938"/>
          <p14:tracePt t="1578" x="2741613" y="3921125"/>
          <p14:tracePt t="1595" x="2705100" y="3910013"/>
          <p14:tracePt t="1612" x="2681288" y="3897313"/>
          <p14:tracePt t="1911" x="2505075" y="3886200"/>
          <p14:tracePt t="1911" x="2279650" y="3849688"/>
          <p14:tracePt t="1927" x="1925638" y="3767138"/>
          <p14:tracePt t="1956" x="1524000" y="3673475"/>
          <p14:tracePt t="1973" x="1406525" y="3636963"/>
          <p14:tracePt t="1976" x="1370013" y="3625850"/>
          <p14:tracePt t="1989" x="1311275" y="3602038"/>
          <p14:tracePt t="2007" x="1263650" y="3590925"/>
          <p14:tracePt t="2011" x="1239838" y="3590925"/>
          <p14:tracePt t="2022" x="1228725" y="3578225"/>
          <p14:tracePt t="2023" x="1204913" y="3578225"/>
          <p14:tracePt t="2038" x="1169988" y="3567113"/>
          <p14:tracePt t="2057" x="1157288" y="3567113"/>
          <p14:tracePt t="2060" x="1133475" y="3567113"/>
          <p14:tracePt t="2091" x="1098550" y="3554413"/>
          <p14:tracePt t="2106" x="1087438" y="3554413"/>
          <p14:tracePt t="2123" x="1087438" y="3543300"/>
          <p14:tracePt t="2140" x="1087438" y="3530600"/>
          <p14:tracePt t="2173" x="1087438" y="3495675"/>
          <p14:tracePt t="2206" x="1087438" y="3484563"/>
          <p14:tracePt t="2241" x="1087438" y="3460750"/>
          <p14:tracePt t="2257" x="1087438" y="3436938"/>
          <p14:tracePt t="2261" x="1087438" y="3425825"/>
          <p14:tracePt t="2272" x="1098550" y="3413125"/>
          <p14:tracePt t="2290" x="1098550" y="3402013"/>
          <p14:tracePt t="2307" x="1111250" y="3378200"/>
          <p14:tracePt t="2309" x="1122363" y="3365500"/>
          <p14:tracePt t="2341" x="1122363" y="3354388"/>
          <p14:tracePt t="2355" x="1133475" y="3354388"/>
          <p14:tracePt t="2372" x="1146175" y="3354388"/>
          <p14:tracePt t="2389" x="1157288" y="3354388"/>
          <p14:tracePt t="2392" x="1169988" y="3354388"/>
          <p14:tracePt t="2406" x="1193800" y="3354388"/>
          <p14:tracePt t="2423" x="1204913" y="3354388"/>
          <p14:tracePt t="2439" x="1228725" y="3354388"/>
          <p14:tracePt t="2440" x="1252538" y="3354388"/>
          <p14:tracePt t="2456" x="1300163" y="3354388"/>
          <p14:tracePt t="2472" x="1322388" y="3354388"/>
          <p14:tracePt t="2474" x="1346200" y="3354388"/>
          <p14:tracePt t="2489" x="1382713" y="3354388"/>
          <p14:tracePt t="2506" x="1417638" y="3354388"/>
          <p14:tracePt t="2524" x="1465263" y="3365500"/>
          <p14:tracePt t="2540" x="1489075" y="3365500"/>
          <p14:tracePt t="2545" x="1500188" y="3365500"/>
          <p14:tracePt t="2555" x="1524000" y="3365500"/>
          <p14:tracePt t="2572" x="1558925" y="3365500"/>
          <p14:tracePt t="2590" x="1582738" y="3365500"/>
          <p14:tracePt t="2593" x="1595438" y="3365500"/>
          <p14:tracePt t="2606" x="1619250" y="3365500"/>
          <p14:tracePt t="2623" x="1630363" y="3365500"/>
          <p14:tracePt t="2639" x="1654175" y="3365500"/>
          <p14:tracePt t="2657" x="1689100" y="3378200"/>
          <p14:tracePt t="2672" x="1712913" y="3378200"/>
          <p14:tracePt t="2690" x="1760538" y="3378200"/>
          <p14:tracePt t="2705" x="1784350" y="3389313"/>
          <p14:tracePt t="2721" x="1808163" y="3402013"/>
          <p14:tracePt t="2737" x="1843088" y="3413125"/>
          <p14:tracePt t="2738" x="1854200" y="3413125"/>
          <p14:tracePt t="2754" x="1878013" y="3425825"/>
          <p14:tracePt t="2772" x="1914525" y="3425825"/>
          <p14:tracePt t="2788" x="1936750" y="3425825"/>
          <p14:tracePt t="2806" x="1949450" y="3425825"/>
          <p14:tracePt t="2823" x="1960563" y="3425825"/>
          <p14:tracePt t="2840" x="1973263" y="3425825"/>
          <p14:tracePt t="2856" x="1984375" y="3425825"/>
          <p14:tracePt t="2873" x="2008188" y="3425825"/>
          <p14:tracePt t="2889" x="2020888" y="3425825"/>
          <p14:tracePt t="2891" x="2032000" y="3425825"/>
          <p14:tracePt t="2906" x="2043113" y="3436938"/>
          <p14:tracePt t="2923" x="2055813" y="3436938"/>
          <p14:tracePt t="2927" x="2066925" y="3436938"/>
          <p14:tracePt t="2956" x="2079625" y="3436938"/>
          <p14:tracePt t="3099" x="2079625" y="3425825"/>
          <p14:tracePt t="3114" x="2079625" y="3413125"/>
          <p14:tracePt t="3239" x="2079625" y="3402013"/>
          <p14:tracePt t="3257" x="2079625" y="3389313"/>
          <p14:tracePt t="3289" x="2079625" y="3378200"/>
          <p14:tracePt t="3307" x="2079625" y="3365500"/>
          <p14:tracePt t="3308" x="2079625" y="3354388"/>
          <p14:tracePt t="3322" x="2079625" y="3341688"/>
          <p14:tracePt t="3339" x="2079625" y="3330575"/>
          <p14:tracePt t="3356" x="2079625" y="3319463"/>
          <p14:tracePt t="3372" x="2079625" y="3306763"/>
          <p14:tracePt t="3405" x="2079625" y="3295650"/>
          <p14:tracePt t="3422" x="2079625" y="3282950"/>
          <p14:tracePt t="3456" x="2079625" y="3259138"/>
          <p14:tracePt t="3473" x="2079625" y="3248025"/>
          <p14:tracePt t="3477" x="2079625" y="3235325"/>
          <p14:tracePt t="3491" x="2066925" y="3224213"/>
          <p14:tracePt t="3507" x="2055813" y="3189288"/>
          <p14:tracePt t="3523" x="2043113" y="3141663"/>
          <p14:tracePt t="3539" x="2043113" y="3130550"/>
          <p14:tracePt t="3557" x="2032000" y="3106738"/>
          <p14:tracePt t="3560" x="2032000" y="3094038"/>
          <p14:tracePt t="3571" x="2032000" y="3082925"/>
          <p14:tracePt t="3574" x="2032000" y="3070225"/>
          <p14:tracePt t="3606" x="2032000" y="3059113"/>
          <p14:tracePt t="3640" x="2032000" y="3046413"/>
          <p14:tracePt t="3673" x="2032000" y="3024188"/>
          <p14:tracePt t="3690" x="2032000" y="3011488"/>
          <p14:tracePt t="3723" x="2032000" y="3000375"/>
          <p14:tracePt t="3725" x="2043113" y="3000375"/>
          <p14:tracePt t="3787" x="2055813" y="2976563"/>
          <p14:tracePt t="3805" x="2066925" y="2963863"/>
          <p14:tracePt t="3822" x="2079625" y="2952750"/>
          <p14:tracePt t="3840" x="2090738" y="2940050"/>
          <p14:tracePt t="3844" x="2103438" y="2940050"/>
          <p14:tracePt t="3856" x="2114550" y="2928938"/>
          <p14:tracePt t="3872" x="2127250" y="2928938"/>
          <p14:tracePt t="3905" x="2149475" y="2928938"/>
          <p14:tracePt t="3921" x="2173288" y="2928938"/>
          <p14:tracePt t="3938" x="2197100" y="2928938"/>
          <p14:tracePt t="3939" x="2209800" y="2928938"/>
          <p14:tracePt t="3955" x="2233613" y="2928938"/>
          <p14:tracePt t="3972" x="2279650" y="2940050"/>
          <p14:tracePt t="3974" x="2292350" y="2952750"/>
          <p14:tracePt t="3990" x="2327275" y="2952750"/>
          <p14:tracePt t="4022" x="2386013" y="2952750"/>
          <p14:tracePt t="4040" x="2422525" y="2952750"/>
          <p14:tracePt t="4057" x="2433638" y="2952750"/>
          <p14:tracePt t="4061" x="2457450" y="2940050"/>
          <p14:tracePt t="4064" x="2468563" y="2940050"/>
          <p14:tracePt t="4091" x="2528888" y="2928938"/>
          <p14:tracePt t="4107" x="2574925" y="2905125"/>
          <p14:tracePt t="4124" x="2598738" y="2894013"/>
          <p14:tracePt t="4140" x="2622550" y="2881313"/>
          <p14:tracePt t="4142" x="2635250" y="2881313"/>
          <p14:tracePt t="4156" x="2646363" y="2870200"/>
          <p14:tracePt t="4190" x="2657475" y="2870200"/>
          <p14:tracePt t="4317" x="2657475" y="2857500"/>
          <p14:tracePt t="4340" x="2670175" y="2857500"/>
          <p14:tracePt t="4442" x="2681288" y="2857500"/>
          <p14:tracePt t="4474" x="2717800" y="2857500"/>
          <p14:tracePt t="4492" x="2752725" y="2857500"/>
          <p14:tracePt t="4506" x="2800350" y="2857500"/>
          <p14:tracePt t="4522" x="2835275" y="2870200"/>
          <p14:tracePt t="4539" x="2859088" y="2881313"/>
          <p14:tracePt t="4556" x="2882900" y="2894013"/>
          <p14:tracePt t="4911" x="3213100" y="2857500"/>
          <p14:tracePt t="4928" x="3521075" y="2822575"/>
          <p14:tracePt t="4946" x="4040188" y="2798763"/>
          <p14:tracePt t="4961" x="4370388" y="2798763"/>
          <p14:tracePt t="4978" x="4702175" y="2798763"/>
          <p14:tracePt t="4996" x="5127625" y="2811463"/>
          <p14:tracePt t="5012" x="5375275" y="2822575"/>
          <p14:tracePt t="5028" x="5611813" y="2822575"/>
          <p14:tracePt t="5045" x="5741988" y="2822575"/>
          <p14:tracePt t="5062" x="5824538" y="2822575"/>
          <p14:tracePt t="5078" x="5942013" y="2822575"/>
          <p14:tracePt t="5095" x="5989638" y="2822575"/>
          <p14:tracePt t="5112" x="6072188" y="2822575"/>
          <p14:tracePt t="5128" x="6119813" y="2835275"/>
          <p14:tracePt t="5146" x="6167438" y="2846388"/>
          <p14:tracePt t="5146" x="6191250" y="2857500"/>
          <p14:tracePt t="5458" x="6450013" y="2835275"/>
          <p14:tracePt t="5474" x="6923088" y="2798763"/>
          <p14:tracePt t="5505" x="7359650" y="2787650"/>
          <p14:tracePt t="5521" x="7524750" y="2787650"/>
          <p14:tracePt t="5523" x="7585075" y="2787650"/>
          <p14:tracePt t="5538" x="7667625" y="2787650"/>
          <p14:tracePt t="5554" x="7750175" y="2787650"/>
          <p14:tracePt t="5571" x="7808913" y="2787650"/>
          <p14:tracePt t="5573" x="7832725" y="2798763"/>
          <p14:tracePt t="5587" x="7880350" y="2811463"/>
          <p14:tracePt t="5605" x="7904163" y="2811463"/>
          <p14:tracePt t="5608" x="7926388" y="2822575"/>
          <p14:tracePt t="5637" x="7974013" y="2822575"/>
          <p14:tracePt t="5654" x="7997825" y="2835275"/>
          <p14:tracePt t="5656" x="8010525" y="2835275"/>
          <p14:tracePt t="5670" x="8021638" y="2835275"/>
          <p14:tracePt t="5674" x="8032750" y="2835275"/>
          <p14:tracePt t="5687" x="8069263" y="2846388"/>
          <p14:tracePt t="5692" x="8080375" y="2846388"/>
          <p14:tracePt t="5705" x="8093075" y="2846388"/>
          <p14:tracePt t="5721" x="8116888" y="2857500"/>
          <p14:tracePt t="5739" x="8151813" y="2881313"/>
          <p14:tracePt t="5754" x="8162925" y="2881313"/>
          <p14:tracePt t="5755" x="8175625" y="2894013"/>
          <p14:tracePt t="5770" x="8186738" y="2894013"/>
          <p14:tracePt t="5787" x="8210550" y="2905125"/>
          <p14:tracePt t="5790" x="8223250" y="2917825"/>
          <p14:tracePt t="5803" x="8234363" y="2917825"/>
          <p14:tracePt t="5821" x="8245475" y="2928938"/>
          <p14:tracePt t="5895" x="8245475" y="2940050"/>
          <p14:tracePt t="5988" x="8245475" y="2952750"/>
          <p14:tracePt t="6035" x="8245475" y="2963863"/>
          <p14:tracePt t="6052" x="8245475" y="2976563"/>
          <p14:tracePt t="6071" x="8245475" y="2987675"/>
          <p14:tracePt t="6087" x="8245475" y="3000375"/>
          <p14:tracePt t="6122" x="8245475" y="3011488"/>
          <p14:tracePt t="6137" x="8245475" y="3024188"/>
          <p14:tracePt t="6155" x="8245475" y="3035300"/>
          <p14:tracePt t="6171" x="8245475" y="3046413"/>
          <p14:tracePt t="6188" x="8245475" y="3059113"/>
          <p14:tracePt t="6255" x="8269288" y="3059113"/>
          <p14:tracePt t="6276" x="8329613" y="3035300"/>
          <p14:tracePt t="6287" x="8364538" y="3011488"/>
          <p14:tracePt t="6291" x="8423275" y="2987675"/>
          <p14:tracePt t="6304" x="8540750" y="2940050"/>
          <p14:tracePt t="6321" x="8683625" y="2857500"/>
          <p14:tracePt t="6324" x="8777288" y="2822575"/>
          <p14:tracePt t="6338" x="8942388" y="2774950"/>
          <p14:tracePt t="6354" x="9072563" y="2751138"/>
          <p14:tracePt t="6372" x="9274175" y="2751138"/>
          <p14:tracePt t="6387" x="9415463" y="2751138"/>
          <p14:tracePt t="6405" x="9593263" y="2787650"/>
          <p14:tracePt t="6406" x="9652000" y="2811463"/>
          <p14:tracePt t="6421" x="9782175" y="2846388"/>
          <p14:tracePt t="6437" x="9912350" y="2857500"/>
          <p14:tracePt t="6453" x="10053638" y="2894013"/>
          <p14:tracePt t="6470" x="10136188" y="2905125"/>
          <p14:tracePt t="6487" x="10183813" y="2917825"/>
          <p14:tracePt t="6493" x="10207625" y="2928938"/>
          <p14:tracePt t="6504" x="10255250" y="2940050"/>
          <p14:tracePt t="6521" x="10290175" y="2963863"/>
          <p14:tracePt t="6754" x="10561638" y="2963863"/>
          <p14:tracePt t="6770" x="10856913" y="2928938"/>
          <p14:tracePt t="6801" x="11341100" y="2894013"/>
          <p14:tracePt t="6820" x="11447463" y="2881313"/>
          <p14:tracePt t="6823" x="11506200" y="2881313"/>
          <p14:tracePt t="6836" x="11612563" y="2881313"/>
          <p14:tracePt t="6853" x="11718925" y="2881313"/>
          <p14:tracePt t="6870" x="11801475" y="2881313"/>
          <p14:tracePt t="6872" x="11849100" y="2881313"/>
          <p14:tracePt t="6886" x="11920538" y="2881313"/>
          <p14:tracePt t="6902" x="11968163" y="2881313"/>
          <p14:tracePt t="6922" x="12003088" y="2881313"/>
          <p14:tracePt t="6936" x="12038013" y="2881313"/>
          <p14:tracePt t="6953" x="12061825" y="2881313"/>
          <p14:tracePt t="6970" x="12074525" y="2881313"/>
          <p14:tracePt t="6987" x="12096750" y="2881313"/>
          <p14:tracePt t="7020" x="12120563" y="2881313"/>
          <p14:tracePt t="7037" x="12133263" y="2881313"/>
          <p14:tracePt t="7053" x="12144375" y="2881313"/>
          <p14:tracePt t="7087" x="12026900" y="2881313"/>
          <p14:tracePt t="7103" x="11718925" y="2881313"/>
          <p14:tracePt t="7119" x="11317288" y="2857500"/>
          <p14:tracePt t="7121" x="11128375" y="2835275"/>
          <p14:tracePt t="7136" x="10809288" y="2822575"/>
          <p14:tracePt t="7153" x="10633075" y="2787650"/>
          <p14:tracePt t="7156" x="10596563" y="2774950"/>
          <p14:tracePt t="7170" x="10526713" y="2751138"/>
          <p14:tracePt t="7186" x="10479088" y="2728913"/>
          <p14:tracePt t="7203" x="10431463" y="2692400"/>
          <p14:tracePt t="7204" x="10431463" y="2681288"/>
          <p14:tracePt t="7220" x="10407650" y="2644775"/>
          <p14:tracePt t="7236" x="10396538" y="2622550"/>
          <p14:tracePt t="7254" x="10420350" y="2586038"/>
          <p14:tracePt t="7271" x="10479088" y="2562225"/>
          <p14:tracePt t="7286" x="10572750" y="2516188"/>
          <p14:tracePt t="7288" x="10644188" y="2503488"/>
          <p14:tracePt t="7302" x="10798175" y="2468563"/>
          <p14:tracePt t="7321" x="10974388" y="2444750"/>
          <p14:tracePt t="7324" x="11080750" y="2420938"/>
          <p14:tracePt t="7336" x="11271250" y="2409825"/>
          <p14:tracePt t="7352" x="11471275" y="2409825"/>
          <p14:tracePt t="7370" x="11636375" y="2409825"/>
          <p14:tracePt t="7373" x="11707813" y="2409825"/>
          <p14:tracePt t="7386" x="11861800" y="2433638"/>
          <p14:tracePt t="7404" x="11955463" y="2455863"/>
          <p14:tracePt t="7407" x="11990388" y="2455863"/>
          <p14:tracePt t="7419" x="12074525" y="2479675"/>
          <p14:tracePt t="7437" x="12144375" y="2503488"/>
          <p14:tracePt t="7453" x="12215813" y="2527300"/>
          <p14:tracePt t="7455" x="12239625" y="2540000"/>
          <p14:tracePt t="7470" x="12298363" y="2562225"/>
          <p14:tracePt t="7485" x="12333288" y="2586038"/>
          <p14:tracePt t="7502" x="12393613" y="2609850"/>
          <p14:tracePt t="7519" x="12415838" y="2633663"/>
          <p14:tracePt t="7536" x="12439650" y="2657475"/>
          <p14:tracePt t="7540" x="12452350" y="2657475"/>
          <p14:tracePt t="7546" x="12452350" y="2668588"/>
          <p14:tracePt t="7569" x="12463463" y="2692400"/>
          <p14:tracePt t="7586" x="12309475" y="2774950"/>
          <p14:tracePt t="7603" x="11944350" y="2846388"/>
          <p14:tracePt t="7620" x="11471275" y="2952750"/>
          <p14:tracePt t="7622" x="11282363" y="2963863"/>
          <p14:tracePt t="7636" x="11034713" y="3000375"/>
          <p14:tracePt t="7653" x="10880725" y="3000375"/>
          <p14:tracePt t="7657" x="10845800" y="3000375"/>
          <p14:tracePt t="7672" x="10774363" y="3000375"/>
          <p14:tracePt t="7686" x="10691813" y="3000375"/>
          <p14:tracePt t="7704" x="10620375" y="2976563"/>
          <p14:tracePt t="7719" x="10596563" y="2976563"/>
          <p14:tracePt t="7736" x="10585450" y="2976563"/>
          <p14:tracePt t="8099" x="10466388" y="2976563"/>
          <p14:tracePt t="8114" x="10255250" y="2976563"/>
          <p14:tracePt t="8139" x="10029825" y="2976563"/>
          <p14:tracePt t="8156" x="9923463" y="2976563"/>
          <p14:tracePt t="8175" x="9758363" y="2976563"/>
          <p14:tracePt t="8177" x="9710738" y="2976563"/>
          <p14:tracePt t="8190" x="9652000" y="2976563"/>
          <p14:tracePt t="8206" x="9569450" y="2976563"/>
          <p14:tracePt t="8224" x="9534525" y="2976563"/>
          <p14:tracePt t="8226" x="9521825" y="2976563"/>
          <p14:tracePt t="8240" x="9486900" y="2976563"/>
          <p14:tracePt t="8255" x="9439275" y="2976563"/>
          <p14:tracePt t="8273" x="9380538" y="2987675"/>
          <p14:tracePt t="8288" x="9356725" y="3000375"/>
          <p14:tracePt t="8306" x="9332913" y="3011488"/>
          <p14:tracePt t="8322" x="9309100" y="3024188"/>
          <p14:tracePt t="8338" x="9297988" y="3024188"/>
          <p14:tracePt t="8372" x="9285288" y="3024188"/>
          <p14:tracePt t="8388" x="9274175" y="3024188"/>
          <p14:tracePt t="8405" x="9239250" y="3024188"/>
          <p14:tracePt t="8423" x="9226550" y="3024188"/>
          <p14:tracePt t="8441" x="9215438" y="3024188"/>
          <p14:tracePt t="8458" x="9202738" y="3024188"/>
          <p14:tracePt t="8472" x="9191625" y="3035300"/>
          <p14:tracePt t="8489" x="9178925" y="3035300"/>
          <p14:tracePt t="8505" x="9167813" y="3046413"/>
          <p14:tracePt t="8522" x="9167813" y="3059113"/>
          <p14:tracePt t="8614" x="9155113" y="3082925"/>
          <p14:tracePt t="8646" x="9155113" y="3094038"/>
          <p14:tracePt t="8661" x="9155113" y="3106738"/>
          <p14:tracePt t="8689" x="9155113" y="3117850"/>
          <p14:tracePt t="8706" x="9155113" y="3130550"/>
          <p14:tracePt t="8832" x="9155113" y="3141663"/>
          <p14:tracePt t="8849" x="9155113" y="3152775"/>
          <p14:tracePt t="8872" x="9167813" y="3176588"/>
          <p14:tracePt t="8889" x="9178925" y="3176588"/>
          <p14:tracePt t="8907" x="9191625" y="3189288"/>
          <p14:tracePt t="8923" x="9191625" y="3200400"/>
          <p14:tracePt t="8941" x="9191625" y="3224213"/>
          <p14:tracePt t="8973" x="9191625" y="3235325"/>
          <p14:tracePt t="8990" x="9191625" y="3248025"/>
          <p14:tracePt t="9008" x="9191625" y="3271838"/>
          <p14:tracePt t="9023" x="9191625" y="3306763"/>
          <p14:tracePt t="9040" x="9178925" y="3319463"/>
          <p14:tracePt t="9058" x="9167813" y="3365500"/>
          <p14:tracePt t="9074" x="9155113" y="3425825"/>
          <p14:tracePt t="9090" x="9132888" y="3471863"/>
          <p14:tracePt t="9110" x="9109075" y="3602038"/>
          <p14:tracePt t="9122" x="9085263" y="3708400"/>
          <p14:tracePt t="9140" x="9048750" y="3825875"/>
          <p14:tracePt t="9141" x="9037638" y="3897313"/>
          <p14:tracePt t="9157" x="9026525" y="4075113"/>
          <p14:tracePt t="9173" x="8990013" y="4227513"/>
          <p14:tracePt t="9190" x="8955088" y="4429125"/>
          <p14:tracePt t="9208" x="8920163" y="4546600"/>
          <p14:tracePt t="9224" x="8896350" y="4641850"/>
          <p14:tracePt t="9225" x="8848725" y="4700588"/>
          <p14:tracePt t="9239" x="8731250" y="4841875"/>
          <p14:tracePt t="9256" x="8612188" y="4948238"/>
          <p14:tracePt t="9273" x="8505825" y="5043488"/>
          <p14:tracePt t="9290" x="8482013" y="5067300"/>
          <p14:tracePt t="9308" x="8434388" y="5091113"/>
          <p14:tracePt t="9325" x="8423275" y="5091113"/>
          <p14:tracePt t="9339" x="8412163" y="5091113"/>
          <p14:tracePt t="9358" x="8388350" y="5091113"/>
          <p14:tracePt t="9373" x="8364538" y="5078413"/>
          <p14:tracePt t="9390" x="8351838" y="5043488"/>
          <p14:tracePt t="9722" x="8340725" y="5054600"/>
          <p14:tracePt t="9740" x="8258175" y="5137150"/>
          <p14:tracePt t="9757" x="8210550" y="5184775"/>
          <p14:tracePt t="9774" x="8151813" y="5243513"/>
          <p14:tracePt t="9775" x="8128000" y="5280025"/>
          <p14:tracePt t="9790" x="8080375" y="5326063"/>
          <p14:tracePt t="9807" x="8021638" y="5362575"/>
          <p14:tracePt t="9808" x="7997825" y="5386388"/>
          <p14:tracePt t="9822" x="7962900" y="5421313"/>
          <p14:tracePt t="9840" x="7915275" y="5480050"/>
          <p14:tracePt t="9857" x="7856538" y="5527675"/>
          <p14:tracePt t="9872" x="7821613" y="5586413"/>
          <p14:tracePt t="9890" x="7773988" y="5645150"/>
          <p14:tracePt t="9893" x="7761288" y="5668963"/>
          <p14:tracePt t="9905" x="7737475" y="5716588"/>
          <p14:tracePt t="9923" x="7702550" y="5751513"/>
          <p14:tracePt t="9940" x="7691438" y="5775325"/>
          <p14:tracePt t="9941" x="7678738" y="5786438"/>
          <p14:tracePt t="9957" x="7654925" y="5810250"/>
          <p14:tracePt t="9974" x="7643813" y="5822950"/>
          <p14:tracePt t="9974" x="7643813" y="5834063"/>
          <p14:tracePt t="9989" x="7620000" y="5846763"/>
          <p14:tracePt t="10006" x="7608888" y="5857875"/>
          <p14:tracePt t="10023" x="7585075" y="5881688"/>
          <p14:tracePt t="10057" x="7572375" y="5881688"/>
          <p14:tracePt t="10114" x="7537450" y="5881688"/>
          <p14:tracePt t="10129" x="7513638" y="5881688"/>
          <p14:tracePt t="10156" x="7466013" y="5870575"/>
          <p14:tracePt t="10173" x="7454900" y="5846763"/>
          <p14:tracePt t="10458" x="7335838" y="5870575"/>
          <p14:tracePt t="10473" x="7112000" y="5940425"/>
          <p14:tracePt t="10474" x="7016750" y="5964238"/>
          <p14:tracePt t="10498" x="6757988" y="6046788"/>
          <p14:tracePt t="10515" x="6569075" y="6094413"/>
          <p14:tracePt t="10517" x="6497638" y="6118225"/>
          <p14:tracePt t="10533" x="6367463" y="6165850"/>
          <p14:tracePt t="10546" x="6273800" y="6188075"/>
          <p14:tracePt t="10563" x="6191250" y="6211888"/>
          <p14:tracePt t="10565" x="6154738" y="6224588"/>
          <p14:tracePt t="10580" x="6107113" y="6248400"/>
          <p14:tracePt t="10598" x="6072188" y="6259513"/>
          <p14:tracePt t="10602" x="6048375" y="6270625"/>
          <p14:tracePt t="10614" x="6024563" y="6294438"/>
          <p14:tracePt t="10631" x="6000750" y="6318250"/>
          <p14:tracePt t="10665" x="5989638" y="6354763"/>
          <p14:tracePt t="10681" x="5978525" y="6376988"/>
          <p14:tracePt t="10700" x="5978525" y="6389688"/>
          <p14:tracePt t="10741" x="5965825" y="6389688"/>
          <p14:tracePt t="10765" x="5942013" y="6400800"/>
          <p14:tracePt t="10781" x="5789613" y="6424613"/>
          <p14:tracePt t="10798" x="5564188" y="6461125"/>
          <p14:tracePt t="10814" x="5351463" y="6483350"/>
          <p14:tracePt t="10815" x="5221288" y="6483350"/>
          <p14:tracePt t="10830" x="4984750" y="6472238"/>
          <p14:tracePt t="10847" x="4784725" y="6461125"/>
          <p14:tracePt t="10865" x="4513263" y="6424613"/>
          <p14:tracePt t="10881" x="4359275" y="6400800"/>
          <p14:tracePt t="10899" x="4194175" y="6342063"/>
          <p14:tracePt t="10914" x="4159250" y="6330950"/>
          <p14:tracePt t="10917" x="4111625" y="6318250"/>
          <p14:tracePt t="10932" x="4075113" y="6294438"/>
          <p14:tracePt t="10934" x="4075113" y="6283325"/>
          <p14:tracePt t="10947" x="4064000" y="6270625"/>
          <p14:tracePt t="10947" x="4064000" y="6259513"/>
          <p14:tracePt t="10964" x="4064000" y="6235700"/>
          <p14:tracePt t="10984" x="4194175" y="6176963"/>
          <p14:tracePt t="10997" x="4300538" y="6165850"/>
          <p14:tracePt t="11000" x="4406900" y="6129338"/>
          <p14:tracePt t="11014" x="4713288" y="6070600"/>
          <p14:tracePt t="11031" x="5080000" y="6022975"/>
          <p14:tracePt t="11048" x="5257800" y="5999163"/>
          <p14:tracePt t="11064" x="5364163" y="5988050"/>
          <p14:tracePt t="11081" x="5540375" y="5988050"/>
          <p14:tracePt t="11099" x="5646738" y="5988050"/>
          <p14:tracePt t="11102" x="5718175" y="6011863"/>
          <p14:tracePt t="11114" x="5753100" y="6022975"/>
          <p14:tracePt t="11117" x="5800725" y="6035675"/>
          <p14:tracePt t="11131" x="5872163" y="6046788"/>
          <p14:tracePt t="11149" x="5930900" y="6081713"/>
          <p14:tracePt t="11167" x="5954713" y="6105525"/>
          <p14:tracePt t="11181" x="5965825" y="6118225"/>
          <p14:tracePt t="11185" x="5965825" y="6129338"/>
          <p14:tracePt t="11201" x="5954713" y="6165850"/>
          <p14:tracePt t="11215" x="5894388" y="6188075"/>
          <p14:tracePt t="11231" x="5776913" y="6235700"/>
          <p14:tracePt t="11233" x="5694363" y="6283325"/>
          <p14:tracePt t="11249" x="5553075" y="6342063"/>
          <p14:tracePt t="11264" x="5434013" y="6400800"/>
          <p14:tracePt t="11282" x="5340350" y="6448425"/>
          <p14:tracePt t="11299" x="5303838" y="6472238"/>
          <p14:tracePt t="11303" x="5292725" y="6483350"/>
          <p14:tracePt t="11331" x="5245100" y="6507163"/>
          <p14:tracePt t="11661" x="5375275" y="6507163"/>
          <p14:tracePt t="11678" x="5848350" y="6461125"/>
          <p14:tracePt t="11694" x="6024563" y="6424613"/>
          <p14:tracePt t="11712" x="6308725" y="6376988"/>
          <p14:tracePt t="11727" x="6497638" y="6365875"/>
          <p14:tracePt t="11744" x="6699250" y="6342063"/>
          <p14:tracePt t="11761" x="6946900" y="6330950"/>
          <p14:tracePt t="11777" x="7088188" y="6330950"/>
          <p14:tracePt t="11795" x="7383463" y="6354763"/>
          <p14:tracePt t="11810" x="7524750" y="6354763"/>
          <p14:tracePt t="11827" x="7678738" y="6354763"/>
          <p14:tracePt t="11844" x="7821613" y="6354763"/>
          <p14:tracePt t="11861" x="7880350" y="6354763"/>
          <p14:tracePt t="11878" x="7950200" y="6354763"/>
          <p14:tracePt t="11894" x="7974013" y="6354763"/>
          <p14:tracePt t="11911" x="8021638" y="6354763"/>
          <p14:tracePt t="11912" x="8032750" y="6354763"/>
          <p14:tracePt t="11928" x="8080375" y="6354763"/>
          <p14:tracePt t="11944" x="8104188" y="6354763"/>
          <p14:tracePt t="11961" x="8128000" y="6354763"/>
          <p14:tracePt t="11977" x="8151813" y="6354763"/>
          <p14:tracePt t="11995" x="8162925" y="6354763"/>
          <p14:tracePt t="12317" x="8293100" y="6354763"/>
          <p14:tracePt t="12332" x="8388350" y="6354763"/>
          <p14:tracePt t="12361" x="8540750" y="6354763"/>
          <p14:tracePt t="12378" x="8636000" y="6354763"/>
          <p14:tracePt t="12394" x="8683625" y="6354763"/>
          <p14:tracePt t="12410" x="8742363" y="6365875"/>
          <p14:tracePt t="12429" x="8813800" y="6376988"/>
          <p14:tracePt t="12443" x="8859838" y="6376988"/>
          <p14:tracePt t="12461" x="8920163" y="6376988"/>
          <p14:tracePt t="12463" x="8942388" y="6376988"/>
          <p14:tracePt t="12477" x="8990013" y="6376988"/>
          <p14:tracePt t="12494" x="9037638" y="6365875"/>
          <p14:tracePt t="12511" x="9096375" y="6365875"/>
          <p14:tracePt t="12528" x="9109075" y="6365875"/>
          <p14:tracePt t="12544" x="9167813" y="6365875"/>
          <p14:tracePt t="12560" x="9191625" y="6365875"/>
          <p14:tracePt t="12579" x="9226550" y="6365875"/>
          <p14:tracePt t="12592" x="9261475" y="6365875"/>
          <p14:tracePt t="12609" x="9274175" y="6365875"/>
          <p14:tracePt t="12627" x="9309100" y="6365875"/>
          <p14:tracePt t="12628" x="9321800" y="6365875"/>
          <p14:tracePt t="12643" x="9345613" y="6365875"/>
          <p14:tracePt t="12659" x="9356725" y="6365875"/>
          <p14:tracePt t="12678" x="9404350" y="6365875"/>
          <p14:tracePt t="12693" x="9439275" y="6365875"/>
          <p14:tracePt t="12711" x="9534525" y="6376988"/>
          <p14:tracePt t="12729" x="9604375" y="6389688"/>
          <p14:tracePt t="12744" x="9686925" y="6400800"/>
          <p14:tracePt t="12746" x="9723438" y="6400800"/>
          <p14:tracePt t="12761" x="9769475" y="6413500"/>
          <p14:tracePt t="12777" x="9805988" y="6413500"/>
          <p14:tracePt t="12794" x="9853613" y="6413500"/>
          <p14:tracePt t="12810" x="9864725" y="6413500"/>
          <p14:tracePt t="12831" x="9899650" y="6424613"/>
          <p14:tracePt t="12843" x="9912350" y="6437313"/>
          <p14:tracePt t="12860" x="9947275" y="6437313"/>
          <p14:tracePt t="12878" x="10006013" y="6461125"/>
          <p14:tracePt t="12894" x="10029825" y="6472238"/>
          <p14:tracePt t="12910" x="10053638" y="6472238"/>
          <p14:tracePt t="12928" x="10088563" y="6483350"/>
          <p14:tracePt t="12944" x="10101263" y="6496050"/>
          <p14:tracePt t="13129" x="10101263" y="6483350"/>
          <p14:tracePt t="13148" x="10112375" y="6472238"/>
          <p14:tracePt t="13164" x="10125075" y="6461125"/>
          <p14:tracePt t="13181" x="10136188" y="6448425"/>
          <p14:tracePt t="13200" x="10136188" y="6437313"/>
          <p14:tracePt t="13232" x="10148888" y="6437313"/>
          <p14:tracePt t="13248" x="10160000" y="6437313"/>
          <p14:tracePt t="13265" x="10160000" y="6424613"/>
          <p14:tracePt t="13266" x="10171113" y="6424613"/>
          <p14:tracePt t="13300" x="10183813" y="6424613"/>
          <p14:tracePt t="13676" x="10290175" y="6424613"/>
          <p14:tracePt t="13692" x="10361613" y="6424613"/>
          <p14:tracePt t="13723" x="10420350" y="6424613"/>
          <p14:tracePt t="13740" x="10466388" y="6424613"/>
          <p14:tracePt t="13757" x="10490200" y="6424613"/>
          <p14:tracePt t="13773" x="10526713" y="6424613"/>
          <p14:tracePt t="13790" x="10572750" y="6424613"/>
          <p14:tracePt t="13808" x="10596563" y="6448425"/>
          <p14:tracePt t="13823" x="10620375" y="6448425"/>
          <p14:tracePt t="13840" x="10644188" y="6448425"/>
          <p14:tracePt t="13859" x="10668000" y="6448425"/>
          <p14:tracePt t="13875" x="10679113" y="6448425"/>
          <p14:tracePt t="13889" x="10691813" y="6448425"/>
          <p14:tracePt t="13906" x="10715625" y="6448425"/>
          <p14:tracePt t="13923" x="10726738" y="6448425"/>
          <p14:tracePt t="13940" x="10763250" y="6461125"/>
          <p14:tracePt t="13974" x="10798175" y="6472238"/>
          <p14:tracePt t="13976" x="10809288" y="6472238"/>
          <p14:tracePt t="14006" x="10833100" y="6472238"/>
          <p14:tracePt t="14022" x="10845800" y="6472238"/>
          <p14:tracePt t="14068" x="10845800" y="6483350"/>
          <p14:tracePt t="14089" x="10845800" y="6496050"/>
          <p14:tracePt t="14106" x="10845800" y="6507163"/>
          <p14:tracePt t="14106" x="10845800" y="6519863"/>
          <p14:tracePt t="14138" x="10833100" y="6530975"/>
          <p14:tracePt t="14158" x="10774363" y="6565900"/>
          <p14:tracePt t="14173" x="10679113" y="6578600"/>
          <p14:tracePt t="14190" x="10466388" y="6589713"/>
          <p14:tracePt t="14207" x="10313988" y="6589713"/>
          <p14:tracePt t="14224" x="10231438" y="6589713"/>
          <p14:tracePt t="14225" x="10171113" y="6589713"/>
          <p14:tracePt t="14239" x="10112375" y="6589713"/>
          <p14:tracePt t="14258" x="10029825" y="6578600"/>
          <p14:tracePt t="14260" x="9982200" y="6578600"/>
          <p14:tracePt t="14273" x="9888538" y="6578600"/>
          <p14:tracePt t="14290" x="9782175" y="6578600"/>
          <p14:tracePt t="14309" x="9521825" y="6589713"/>
          <p14:tracePt t="14324" x="9250363" y="6626225"/>
          <p14:tracePt t="14340" x="9013825" y="6650038"/>
          <p14:tracePt t="14357" x="8647113" y="6696075"/>
          <p14:tracePt t="14373" x="8351838" y="6756400"/>
          <p14:tracePt t="14390" x="8080375" y="6791325"/>
          <p14:tracePt t="14392" x="7939088" y="6802438"/>
          <p14:tracePt t="14408" x="7750175" y="6826250"/>
          <p14:tracePt t="14423" x="7572375" y="6861175"/>
          <p14:tracePt t="14440" x="7418388" y="6873875"/>
          <p14:tracePt t="14457" x="7348538" y="6873875"/>
          <p14:tracePt t="14474" x="7289800" y="6884988"/>
          <p14:tracePt t="14476" x="7265988" y="6884988"/>
          <p14:tracePt t="14490" x="7218363" y="6908800"/>
          <p14:tracePt t="14507" x="7170738" y="6932613"/>
          <p14:tracePt t="14801" x="6734175" y="6932613"/>
          <p14:tracePt t="14817" x="6284913" y="6921500"/>
          <p14:tracePt t="14849" x="5386388" y="6908800"/>
          <p14:tracePt t="14866" x="4843463" y="6861175"/>
          <p14:tracePt t="14882" x="4524375" y="6826250"/>
          <p14:tracePt t="14900" x="4241800" y="6815138"/>
          <p14:tracePt t="14916" x="4146550" y="6802438"/>
          <p14:tracePt t="14932" x="4052888" y="6791325"/>
          <p14:tracePt t="14935" x="4016375" y="6778625"/>
          <p14:tracePt t="14948" x="3957638" y="6767513"/>
          <p14:tracePt t="14965" x="3886200" y="6767513"/>
          <p14:tracePt t="14982" x="3840163" y="6767513"/>
          <p14:tracePt t="14998" x="3803650" y="6767513"/>
          <p14:tracePt t="15016" x="3779838" y="6767513"/>
          <p14:tracePt t="15018" x="3768725" y="6767513"/>
          <p14:tracePt t="15032" x="3757613" y="6778625"/>
          <p14:tracePt t="15050" x="3744913" y="6791325"/>
          <p14:tracePt t="15067" x="3744913" y="6802438"/>
          <p14:tracePt t="15082" x="3744913" y="6826250"/>
          <p14:tracePt t="15097" x="3757613" y="6826250"/>
          <p14:tracePt t="15363" x="3603625" y="6826250"/>
          <p14:tracePt t="15381" x="3130550" y="6826250"/>
          <p14:tracePt t="15399" x="2528888" y="6826250"/>
          <p14:tracePt t="15415" x="2220913" y="6826250"/>
          <p14:tracePt t="15432" x="1973263" y="6826250"/>
          <p14:tracePt t="15435" x="1901825" y="6826250"/>
          <p14:tracePt t="15448" x="1784350" y="6826250"/>
          <p14:tracePt t="15466" x="1701800" y="6826250"/>
          <p14:tracePt t="15468" x="1665288" y="6826250"/>
          <p14:tracePt t="15481" x="1630363" y="6826250"/>
          <p14:tracePt t="15483" x="1606550" y="6826250"/>
          <p14:tracePt t="15500" x="1558925" y="6826250"/>
          <p14:tracePt t="15516" x="1535113" y="6826250"/>
          <p14:tracePt t="15519" x="1524000" y="6826250"/>
          <p14:tracePt t="15548" x="1500188" y="6826250"/>
          <p14:tracePt t="15566" x="1489075" y="6838950"/>
          <p14:tracePt t="15582" x="1476375" y="6850063"/>
          <p14:tracePt t="15599" x="1465263" y="6850063"/>
          <p14:tracePt t="15603" x="1465263" y="6861175"/>
          <p14:tracePt t="15632" x="1465263" y="6873875"/>
          <p14:tracePt t="15649" x="1465263" y="6884988"/>
          <p14:tracePt t="15681" x="1476375" y="6884988"/>
          <p14:tracePt t="15699" x="1489075" y="6884988"/>
          <p14:tracePt t="15718" x="1512888" y="6884988"/>
          <p14:tracePt t="15748" x="1524000" y="6897688"/>
          <p14:tracePt t="15765" x="1535113" y="6908800"/>
          <p14:tracePt t="15781" x="1547813" y="6908800"/>
          <p14:tracePt t="15799" x="1558925" y="6908800"/>
          <p14:tracePt t="15803" x="1571625" y="6908800"/>
          <p14:tracePt t="15832" x="1582738" y="6908800"/>
          <p14:tracePt t="15867" x="1606550" y="6908800"/>
          <p14:tracePt t="15882" x="1641475" y="6897688"/>
          <p14:tracePt t="15899" x="1701800" y="6897688"/>
          <p14:tracePt t="15915" x="1771650" y="6897688"/>
          <p14:tracePt t="15932" x="1830388" y="6897688"/>
          <p14:tracePt t="15933" x="1854200" y="6884988"/>
          <p14:tracePt t="15950" x="1890713" y="6884988"/>
          <p14:tracePt t="15966" x="1914525" y="6873875"/>
          <p14:tracePt t="15968" x="1936750" y="6873875"/>
          <p14:tracePt t="15981" x="1949450" y="6873875"/>
          <p14:tracePt t="15983" x="1960563" y="6873875"/>
          <p14:tracePt t="15998" x="1973263" y="6873875"/>
          <p14:tracePt t="16031" x="1997075" y="6873875"/>
          <p14:tracePt t="16048" x="2020888" y="6873875"/>
          <p14:tracePt t="16052" x="2032000" y="6873875"/>
          <p14:tracePt t="16066" x="2043113" y="6873875"/>
          <p14:tracePt t="16081" x="2079625" y="6873875"/>
          <p14:tracePt t="16098" x="2114550" y="6873875"/>
          <p14:tracePt t="16101" x="2127250" y="6873875"/>
          <p14:tracePt t="16116" x="2138363" y="6861175"/>
          <p14:tracePt t="16131" x="2173288" y="6850063"/>
          <p14:tracePt t="16147" x="2197100" y="6838950"/>
          <p14:tracePt t="16148" x="2220913" y="6838950"/>
          <p14:tracePt t="16164" x="2233613" y="6838950"/>
          <p14:tracePt t="16181" x="2268538" y="6838950"/>
          <p14:tracePt t="16199" x="2303463" y="6826250"/>
          <p14:tracePt t="16215" x="2338388" y="6826250"/>
          <p14:tracePt t="16219" x="2362200" y="6826250"/>
          <p14:tracePt t="16232" x="2409825" y="6826250"/>
          <p14:tracePt t="16249" x="2444750" y="6826250"/>
          <p14:tracePt t="16266" x="2505075" y="6826250"/>
          <p14:tracePt t="16273" x="2528888" y="6826250"/>
          <p14:tracePt t="16275" x="2551113" y="6826250"/>
          <p14:tracePt t="16299" x="2611438" y="6826250"/>
          <p14:tracePt t="16317" x="2693988" y="6826250"/>
          <p14:tracePt t="16333" x="2763838" y="6826250"/>
          <p14:tracePt t="16349" x="2800350" y="6826250"/>
          <p14:tracePt t="16352" x="2824163" y="6826250"/>
          <p14:tracePt t="16365" x="2882900" y="6826250"/>
          <p14:tracePt t="16383" x="2917825" y="6826250"/>
          <p14:tracePt t="16384" x="2952750" y="6826250"/>
          <p14:tracePt t="16399" x="2989263" y="6826250"/>
          <p14:tracePt t="16415" x="3036888" y="6826250"/>
          <p14:tracePt t="16432" x="3082925" y="6826250"/>
          <p14:tracePt t="16434" x="3106738" y="6826250"/>
          <p14:tracePt t="16448" x="3143250" y="6826250"/>
          <p14:tracePt t="16466" x="3165475" y="6838950"/>
          <p14:tracePt t="16469" x="3189288" y="6850063"/>
          <p14:tracePt t="16481" x="3201988" y="6850063"/>
          <p14:tracePt t="16484" x="3213100" y="6850063"/>
          <p14:tracePt t="16500" x="3236913" y="6861175"/>
          <p14:tracePt t="16503" x="3249613" y="6861175"/>
          <p14:tracePt t="16516" x="3260725" y="6861175"/>
          <p14:tracePt t="16517" x="3271838" y="6873875"/>
          <p14:tracePt t="16532" x="3308350" y="6884988"/>
          <p14:tracePt t="16548" x="3332163" y="6884988"/>
          <p14:tracePt t="16553" x="3343275" y="6884988"/>
          <p14:tracePt t="16566" x="3378200" y="6884988"/>
          <p14:tracePt t="16583" x="3425825" y="6884988"/>
          <p14:tracePt t="16598" x="3449638" y="6884988"/>
          <p14:tracePt t="16601" x="3460750" y="6884988"/>
          <p14:tracePt t="16616" x="3473450" y="6884988"/>
          <p14:tracePt t="16926" x="3556000" y="6884988"/>
          <p14:tracePt t="16942" x="3768725" y="6884988"/>
          <p14:tracePt t="16969" x="4159250" y="6873875"/>
          <p14:tracePt t="16985" x="4265613" y="6850063"/>
          <p14:tracePt t="17003" x="4370388" y="6850063"/>
          <p14:tracePt t="17019" x="4406900" y="6850063"/>
          <p14:tracePt t="17037" x="4441825" y="6850063"/>
          <p14:tracePt t="17038" x="4465638" y="6850063"/>
          <p14:tracePt t="17052" x="4500563" y="6850063"/>
          <p14:tracePt t="17069" x="4513263" y="6850063"/>
          <p14:tracePt t="17087" x="4560888" y="6850063"/>
          <p14:tracePt t="17101" x="4595813" y="6850063"/>
          <p14:tracePt t="17120" x="4606925" y="6850063"/>
          <p14:tracePt t="17121" x="4619625" y="6850063"/>
          <p14:tracePt t="17136" x="4654550" y="6850063"/>
          <p14:tracePt t="17152" x="4667250" y="6850063"/>
          <p14:tracePt t="17168" x="4678363" y="6850063"/>
          <p14:tracePt t="17169" x="4689475" y="6850063"/>
          <p14:tracePt t="17185" x="4725988" y="6850063"/>
          <p14:tracePt t="17203" x="4749800" y="6850063"/>
          <p14:tracePt t="17204" x="4773613" y="6850063"/>
          <p14:tracePt t="17219" x="4795838" y="6850063"/>
          <p14:tracePt t="17235" x="4843463" y="6850063"/>
          <p14:tracePt t="17252" x="4891088" y="6850063"/>
          <p14:tracePt t="17253" x="4914900" y="6850063"/>
          <p14:tracePt t="17268" x="4962525" y="6861175"/>
          <p14:tracePt t="17287" x="5032375" y="6884988"/>
          <p14:tracePt t="17289" x="5068888" y="6884988"/>
          <p14:tracePt t="17302" x="5138738" y="6884988"/>
          <p14:tracePt t="17318" x="5175250" y="6884988"/>
          <p14:tracePt t="17338" x="5257800" y="6884988"/>
          <p14:tracePt t="17352" x="5303838" y="6884988"/>
          <p14:tracePt t="17368" x="5351463" y="6873875"/>
          <p14:tracePt t="17386" x="5422900" y="6861175"/>
          <p14:tracePt t="17402" x="5457825" y="6861175"/>
          <p14:tracePt t="17420" x="5481638" y="6850063"/>
          <p14:tracePt t="17435" x="5516563" y="6838950"/>
          <p14:tracePt t="17452" x="5540375" y="6838950"/>
          <p14:tracePt t="17454" x="5553075" y="6826250"/>
          <p14:tracePt t="17468" x="5564188" y="6815138"/>
          <p14:tracePt t="17486" x="5599113" y="6802438"/>
          <p14:tracePt t="17503" x="5646738" y="6802438"/>
          <p14:tracePt t="17519" x="5659438" y="6802438"/>
          <p14:tracePt t="17536" x="5694363" y="6802438"/>
          <p14:tracePt t="17538" x="5705475" y="6802438"/>
          <p14:tracePt t="17552" x="5718175" y="6826250"/>
          <p14:tracePt t="17569" x="5729288" y="6838950"/>
          <p14:tracePt t="17587" x="5765800" y="6850063"/>
          <p14:tracePt t="17602" x="5776913" y="6850063"/>
          <p14:tracePt t="17619" x="5789613" y="6861175"/>
          <p14:tracePt t="17636" x="5789613" y="6873875"/>
          <p14:tracePt t="17652" x="5800725" y="6873875"/>
          <p14:tracePt t="17669" x="5824538" y="6884988"/>
          <p14:tracePt t="17686" x="5824538" y="6897688"/>
          <p14:tracePt t="17701" x="5835650" y="6908800"/>
          <p14:tracePt t="17717" x="5848350" y="6908800"/>
          <p14:tracePt t="17735" x="5848350" y="6921500"/>
          <p14:tracePt t="17752" x="5848350" y="6932613"/>
          <p14:tracePt t="17768" x="5848350" y="6945313"/>
          <p14:tracePt t="17786" x="5848350" y="6956425"/>
          <p14:tracePt t="17802" x="5848350" y="6967538"/>
          <p14:tracePt t="17819" x="5848350" y="6980238"/>
          <p14:tracePt t="17852" x="5848350" y="6991350"/>
          <p14:tracePt t="17895" x="5848350" y="7004050"/>
          <p14:tracePt t="17919" x="5824538" y="7015163"/>
          <p14:tracePt t="17934" x="5800725" y="7038975"/>
          <p14:tracePt t="17951" x="5776913" y="7051675"/>
          <p14:tracePt t="17969" x="5683250" y="7097713"/>
          <p14:tracePt t="17985" x="5622925" y="7121525"/>
          <p14:tracePt t="18002" x="5553075" y="7156450"/>
          <p14:tracePt t="18019" x="5529263" y="7180263"/>
          <p14:tracePt t="18034" x="5505450" y="7192963"/>
          <p14:tracePt t="18051" x="5457825" y="7192963"/>
          <p14:tracePt t="18068" x="5434013" y="7204075"/>
          <p14:tracePt t="18086" x="5399088" y="7216775"/>
          <p14:tracePt t="18104" x="5364163" y="7227888"/>
          <p14:tracePt t="18120" x="5351463" y="7240588"/>
          <p14:tracePt t="18121" x="5340350" y="7251700"/>
          <p14:tracePt t="18151" x="5316538" y="7262813"/>
          <p14:tracePt t="18169" x="5303838" y="7275513"/>
          <p14:tracePt t="18184" x="5292725" y="7275513"/>
          <p14:tracePt t="18239" x="5281613" y="7275513"/>
          <p14:tracePt t="18255" x="5268913" y="7275513"/>
          <p14:tracePt t="18316" x="5257800" y="7275513"/>
          <p14:tracePt t="18334" x="5245100" y="7275513"/>
          <p14:tracePt t="18335" x="5221288" y="7275513"/>
          <p14:tracePt t="18350" x="5197475" y="7275513"/>
          <p14:tracePt t="18368" x="5175250" y="7275513"/>
          <p14:tracePt t="18384" x="5151438" y="7275513"/>
          <p14:tracePt t="18400" x="5138738" y="7275513"/>
          <p14:tracePt t="18417" x="5114925" y="7275513"/>
          <p14:tracePt t="18434" x="5080000" y="7275513"/>
          <p14:tracePt t="18451" x="5021263" y="7275513"/>
          <p14:tracePt t="18468" x="4938713" y="7275513"/>
          <p14:tracePt t="18485" x="4891088" y="7262813"/>
          <p14:tracePt t="18501" x="4843463" y="7262813"/>
          <p14:tracePt t="18518" x="4819650" y="7262813"/>
          <p14:tracePt t="18534" x="4808538" y="7262813"/>
          <p14:tracePt t="18551" x="4795838" y="7262813"/>
          <p14:tracePt t="18585" x="4795838" y="7275513"/>
          <p14:tracePt t="18676" x="4795838" y="7286625"/>
          <p14:tracePt t="18692" x="4795838" y="7299325"/>
          <p14:tracePt t="18717" x="4832350" y="7310438"/>
          <p14:tracePt t="18734" x="4878388" y="7310438"/>
          <p14:tracePt t="18750" x="4949825" y="7323138"/>
          <p14:tracePt t="18767" x="5080000" y="7358063"/>
          <p14:tracePt t="18785" x="5162550" y="7358063"/>
          <p14:tracePt t="18801" x="5303838" y="7334250"/>
          <p14:tracePt t="18818" x="5410200" y="7323138"/>
          <p14:tracePt t="18834" x="5540375" y="7310438"/>
          <p14:tracePt t="18835" x="5622925" y="7299325"/>
          <p14:tracePt t="18850" x="5741988" y="7299325"/>
          <p14:tracePt t="18867" x="5872163" y="7299325"/>
          <p14:tracePt t="18884" x="6084888" y="7299325"/>
          <p14:tracePt t="18902" x="6213475" y="7310438"/>
          <p14:tracePt t="18920" x="6402388" y="7323138"/>
          <p14:tracePt t="18935" x="6486525" y="7346950"/>
          <p14:tracePt t="18952" x="6556375" y="7358063"/>
          <p14:tracePt t="18955" x="6580188" y="7358063"/>
          <p14:tracePt t="18968" x="6604000" y="7369175"/>
          <p14:tracePt t="18986" x="6638925" y="7381875"/>
          <p14:tracePt t="18988" x="6651625" y="7381875"/>
          <p14:tracePt t="19002" x="6675438" y="7381875"/>
          <p14:tracePt t="19019" x="6686550" y="7369175"/>
          <p14:tracePt t="19036" x="6699250" y="7369175"/>
          <p14:tracePt t="19347" x="7064375" y="7334250"/>
          <p14:tracePt t="19364" x="7561263" y="7262813"/>
          <p14:tracePt t="19387" x="8021638" y="7227888"/>
          <p14:tracePt t="19405" x="8564563" y="7169150"/>
          <p14:tracePt t="19421" x="8896350" y="7145338"/>
          <p14:tracePt t="19439" x="9321800" y="7145338"/>
          <p14:tracePt t="19455" x="9498013" y="7145338"/>
          <p14:tracePt t="19471" x="9604375" y="7145338"/>
          <p14:tracePt t="19491" x="9686925" y="7145338"/>
          <p14:tracePt t="19521" x="9747250" y="7145338"/>
          <p14:tracePt t="19538" x="9769475" y="7145338"/>
          <p14:tracePt t="19554" x="9793288" y="7145338"/>
          <p14:tracePt t="19894" x="9923463" y="7145338"/>
          <p14:tracePt t="19914" x="10148888" y="7145338"/>
          <p14:tracePt t="19932" x="10255250" y="7145338"/>
          <p14:tracePt t="19933" x="10290175" y="7145338"/>
          <p14:tracePt t="19950" x="10372725" y="7145338"/>
          <p14:tracePt t="19965" x="10455275" y="7145338"/>
          <p14:tracePt t="19982" x="10550525" y="7156450"/>
          <p14:tracePt t="19999" x="10620375" y="7169150"/>
          <p14:tracePt t="20017" x="10702925" y="7204075"/>
          <p14:tracePt t="20031" x="10739438" y="7204075"/>
          <p14:tracePt t="20047" x="10774363" y="7204075"/>
          <p14:tracePt t="20064" x="10845800" y="7204075"/>
          <p14:tracePt t="20081" x="10891838" y="7204075"/>
          <p14:tracePt t="20099" x="10952163" y="7192963"/>
          <p14:tracePt t="20100" x="10998200" y="7180263"/>
          <p14:tracePt t="20114" x="11069638" y="7169150"/>
          <p14:tracePt t="20131" x="11141075" y="7169150"/>
          <p14:tracePt t="20150" x="11234738" y="7180263"/>
          <p14:tracePt t="20168" x="11282363" y="7192963"/>
          <p14:tracePt t="20169" x="11317288" y="7192963"/>
          <p14:tracePt t="20182" x="11341100" y="7192963"/>
          <p14:tracePt t="20183" x="11364913" y="7192963"/>
          <p14:tracePt t="20199" x="11399838" y="7192963"/>
          <p14:tracePt t="20215" x="11436350" y="7192963"/>
          <p14:tracePt t="20232" x="11471275" y="7204075"/>
          <p14:tracePt t="20247" x="11495088" y="7216775"/>
          <p14:tracePt t="20264" x="11530013" y="7227888"/>
          <p14:tracePt t="20280" x="11553825" y="7240588"/>
          <p14:tracePt t="20297" x="11577638" y="7251700"/>
          <p14:tracePt t="20315" x="11588750" y="7262813"/>
          <p14:tracePt t="20332" x="11601450" y="7262813"/>
          <p14:tracePt t="20411" x="11588750" y="7275513"/>
          <p14:tracePt t="20430" x="11566525" y="7299325"/>
          <p14:tracePt t="20448" x="11518900" y="7334250"/>
          <p14:tracePt t="20464" x="11471275" y="7358063"/>
          <p14:tracePt t="20481" x="11399838" y="7405688"/>
          <p14:tracePt t="20497" x="11364913" y="7416800"/>
          <p14:tracePt t="20515" x="11329988" y="7440613"/>
          <p14:tracePt t="20516" x="11317288" y="7451725"/>
          <p14:tracePt t="20531" x="11293475" y="7464425"/>
          <p14:tracePt t="20548" x="11271250" y="7488238"/>
          <p14:tracePt t="20566" x="11223625" y="7523163"/>
          <p14:tracePt t="20582" x="11210925" y="7535863"/>
          <p14:tracePt t="20602" x="11199813" y="7546975"/>
          <p14:tracePt t="20615" x="11187113" y="7558088"/>
          <p14:tracePt t="20632" x="11176000" y="7570788"/>
          <p14:tracePt t="20634" x="11164888" y="7570788"/>
          <p14:tracePt t="20647" x="11164888" y="7581900"/>
          <p14:tracePt t="20665" x="11152188" y="7594600"/>
          <p14:tracePt t="20682" x="11152188" y="7605713"/>
          <p14:tracePt t="20699" x="11141075" y="7605713"/>
          <p14:tracePt t="20715" x="11128375" y="7605713"/>
          <p14:tracePt t="20717" x="11117263" y="7605713"/>
          <p14:tracePt t="20732" x="11093450" y="7605713"/>
          <p14:tracePt t="20750" x="11069638" y="7605713"/>
          <p14:tracePt t="20764" x="11022013" y="7618413"/>
          <p14:tracePt t="20765" x="10998200" y="7618413"/>
          <p14:tracePt t="20780" x="10952163" y="7618413"/>
          <p14:tracePt t="20798" x="10891838" y="7618413"/>
          <p14:tracePt t="20815" x="10809288" y="7618413"/>
          <p14:tracePt t="20831" x="10702925" y="7618413"/>
          <p14:tracePt t="20852" x="10396538" y="7618413"/>
          <p14:tracePt t="20882" x="9982200" y="7618413"/>
          <p14:tracePt t="20899" x="9675813" y="7618413"/>
          <p14:tracePt t="20914" x="9510713" y="7618413"/>
          <p14:tracePt t="20931" x="9380538" y="7618413"/>
          <p14:tracePt t="20933" x="9332913" y="7618413"/>
          <p14:tracePt t="20948" x="9239250" y="7618413"/>
          <p14:tracePt t="20965" x="9144000" y="7618413"/>
          <p14:tracePt t="20982" x="9048750" y="7618413"/>
          <p14:tracePt t="20999" x="8990013" y="7618413"/>
          <p14:tracePt t="21016" x="8907463" y="7618413"/>
          <p14:tracePt t="21031" x="8859838" y="7618413"/>
          <p14:tracePt t="21050" x="8813800" y="7618413"/>
          <p14:tracePt t="21051" x="8801100" y="7618413"/>
          <p14:tracePt t="21066" x="8766175" y="7618413"/>
          <p14:tracePt t="21081" x="8753475" y="7618413"/>
          <p14:tracePt t="21099" x="8742363" y="7618413"/>
          <p14:tracePt t="21116" x="8731250" y="7618413"/>
          <p14:tracePt t="21132" x="8718550" y="7618413"/>
          <p14:tracePt t="21224" x="8731250" y="7642225"/>
          <p14:tracePt t="21239" x="8742363" y="7642225"/>
          <p14:tracePt t="21265" x="8753475" y="7664450"/>
          <p14:tracePt t="21281" x="8766175" y="7664450"/>
          <p14:tracePt t="21315" x="8777288" y="7664450"/>
          <p14:tracePt t="21381" x="8789988" y="7664450"/>
          <p14:tracePt t="21397" x="8789988" y="7677150"/>
          <p14:tracePt t="21414" x="8801100" y="7688263"/>
          <p14:tracePt t="21451" x="8801100" y="7700963"/>
          <p14:tracePt t="21505" x="8801100" y="7712075"/>
          <p14:tracePt t="21521" x="8801100" y="7724775"/>
          <p14:tracePt t="21547" x="8801100" y="7735888"/>
          <p14:tracePt t="21581" x="8789988" y="7735888"/>
          <p14:tracePt t="21602" x="8753475" y="7735888"/>
          <p14:tracePt t="21614" x="8707438" y="7735888"/>
          <p14:tracePt t="21632" x="8659813" y="7735888"/>
          <p14:tracePt t="21634" x="8636000" y="7735888"/>
          <p14:tracePt t="21649" x="8588375" y="7735888"/>
          <p14:tracePt t="21665" x="8529638" y="7735888"/>
          <p14:tracePt t="21682" x="8458200" y="7735888"/>
          <p14:tracePt t="21698" x="8412163" y="7735888"/>
          <p14:tracePt t="21715" x="8351838" y="7747000"/>
          <p14:tracePt t="21717" x="8316913" y="7747000"/>
          <p14:tracePt t="21732" x="8258175" y="7759700"/>
          <p14:tracePt t="21749" x="8199438" y="7770813"/>
          <p14:tracePt t="21766" x="8128000" y="7783513"/>
          <p14:tracePt t="21781" x="8093075" y="7794625"/>
          <p14:tracePt t="21798" x="8056563" y="7807325"/>
          <p14:tracePt t="21814" x="8032750" y="7818438"/>
          <p14:tracePt t="21831" x="8010525" y="7831138"/>
          <p14:tracePt t="21849" x="7986713" y="7831138"/>
          <p14:tracePt t="21865" x="7974013" y="7831138"/>
          <p14:tracePt t="21897" x="7962900" y="7831138"/>
          <p14:tracePt t="22161" x="7974013" y="7831138"/>
          <p14:tracePt t="22176" x="7997825" y="7831138"/>
          <p14:tracePt t="22210" x="8021638" y="7831138"/>
          <p14:tracePt t="22243" x="8032750" y="7831138"/>
          <p14:tracePt t="22287" x="8045450" y="7831138"/>
          <p14:tracePt t="22308" x="8080375" y="7818438"/>
          <p14:tracePt t="22324" x="8104188" y="7794625"/>
          <p14:tracePt t="22342" x="8162925" y="7759700"/>
          <p14:tracePt t="22359" x="8199438" y="7747000"/>
          <p14:tracePt t="22375" x="8234363" y="7747000"/>
          <p14:tracePt t="22376" x="8258175" y="7747000"/>
          <p14:tracePt t="22391" x="8281988" y="7747000"/>
          <p14:tracePt t="22409" x="8329613" y="7747000"/>
          <p14:tracePt t="22413" x="8351838" y="7747000"/>
          <p14:tracePt t="22425" x="8388350" y="7747000"/>
          <p14:tracePt t="22442" x="8434388" y="7747000"/>
          <p14:tracePt t="22460" x="8494713" y="7747000"/>
          <p14:tracePt t="22462" x="8518525" y="7759700"/>
          <p14:tracePt t="22476" x="8577263" y="7759700"/>
          <p14:tracePt t="22493" x="8624888" y="7770813"/>
          <p14:tracePt t="22496" x="8659813" y="7770813"/>
          <p14:tracePt t="22510" x="8718550" y="7770813"/>
          <p14:tracePt t="22527" x="8777288" y="7770813"/>
          <p14:tracePt t="22542" x="8859838" y="7770813"/>
          <p14:tracePt t="22543" x="8896350" y="7770813"/>
          <p14:tracePt t="22560" x="8978900" y="7747000"/>
          <p14:tracePt t="22575" x="9013825" y="7735888"/>
          <p14:tracePt t="22592" x="9072563" y="7735888"/>
          <p14:tracePt t="22609" x="9096375" y="7735888"/>
          <p14:tracePt t="22626" x="9132888" y="7735888"/>
          <p14:tracePt t="22642" x="9167813" y="7735888"/>
          <p14:tracePt t="22659" x="9191625" y="7735888"/>
          <p14:tracePt t="22662" x="9202738" y="7735888"/>
          <p14:tracePt t="22692" x="9215438" y="7735888"/>
          <p14:tracePt t="22710" x="9239250" y="7735888"/>
          <p14:tracePt t="22743" x="9250363" y="7735888"/>
          <p14:tracePt t="22777" x="9261475" y="7735888"/>
          <p14:tracePt t="22792" x="9274175" y="7735888"/>
          <p14:tracePt t="24646" x="9239250" y="7735888"/>
          <p14:tracePt t="24663" x="9144000" y="7735888"/>
          <p14:tracePt t="24698" x="8931275" y="7759700"/>
          <p14:tracePt t="24716" x="8859838" y="7770813"/>
          <p14:tracePt t="24732" x="8766175" y="7783513"/>
          <p14:tracePt t="24748" x="8731250" y="7783513"/>
          <p14:tracePt t="24766" x="8670925" y="7783513"/>
          <p14:tracePt t="24781" x="8636000" y="7783513"/>
          <p14:tracePt t="24800" x="8601075" y="7783513"/>
          <p14:tracePt t="24816" x="8564563" y="7783513"/>
          <p14:tracePt t="24832" x="8529638" y="7783513"/>
          <p14:tracePt t="24849" x="8505825" y="7783513"/>
          <p14:tracePt t="24864" x="8482013" y="7783513"/>
          <p14:tracePt t="24880" x="8458200" y="7783513"/>
          <p14:tracePt t="24897" x="8423275" y="7783513"/>
          <p14:tracePt t="24914" x="8375650" y="7783513"/>
          <p14:tracePt t="24932" x="8316913" y="7783513"/>
          <p14:tracePt t="24949" x="8293100" y="7783513"/>
          <p14:tracePt t="24953" x="8269288" y="7783513"/>
          <p14:tracePt t="24965" x="8223250" y="7770813"/>
          <p14:tracePt t="24967" x="8199438" y="7770813"/>
          <p14:tracePt t="24981" x="8139113" y="7770813"/>
          <p14:tracePt t="24999" x="8069263" y="7770813"/>
          <p14:tracePt t="25016" x="7974013" y="7770813"/>
          <p14:tracePt t="25031" x="7904163" y="7770813"/>
          <p14:tracePt t="25048" x="7843838" y="7770813"/>
          <p14:tracePt t="25052" x="7808913" y="7770813"/>
          <p14:tracePt t="25065" x="7785100" y="7770813"/>
          <p14:tracePt t="25067" x="7750175" y="7770813"/>
          <p14:tracePt t="25083" x="7691438" y="7783513"/>
          <p14:tracePt t="25085" x="7667625" y="7794625"/>
          <p14:tracePt t="25099" x="7585075" y="7807325"/>
          <p14:tracePt t="25115" x="7524750" y="7831138"/>
          <p14:tracePt t="25132" x="7454900" y="7853363"/>
          <p14:tracePt t="25133" x="7454900" y="7866063"/>
          <p14:tracePt t="25149" x="7418388" y="7877175"/>
          <p14:tracePt t="25155" x="7407275" y="7889875"/>
          <p14:tracePt t="25164" x="7396163" y="7900988"/>
          <p14:tracePt t="25458" x="7253288" y="7900988"/>
          <p14:tracePt t="25473" x="6486525" y="7900988"/>
          <p14:tracePt t="25497" x="5729288" y="7935913"/>
          <p14:tracePt t="25515" x="5138738" y="7959725"/>
          <p14:tracePt t="25532" x="4856163" y="7948613"/>
          <p14:tracePt t="25547" x="4630738" y="7913688"/>
          <p14:tracePt t="25564" x="4406900" y="7913688"/>
          <p14:tracePt t="25580" x="4300538" y="7900988"/>
          <p14:tracePt t="25598" x="4064000" y="7900988"/>
          <p14:tracePt t="25614" x="3862388" y="7900988"/>
          <p14:tracePt t="25630" x="3697288" y="7935913"/>
          <p14:tracePt t="25647" x="3497263" y="7948613"/>
          <p14:tracePt t="25664" x="3367088" y="7972425"/>
          <p14:tracePt t="25681" x="3236913" y="7972425"/>
          <p14:tracePt t="25698" x="3154363" y="7972425"/>
          <p14:tracePt t="25715" x="3095625" y="7972425"/>
          <p14:tracePt t="25716" x="3071813" y="7972425"/>
          <p14:tracePt t="25731" x="3024188" y="7972425"/>
          <p14:tracePt t="25748" x="2965450" y="7972425"/>
          <p14:tracePt t="25751" x="2952750" y="7972425"/>
          <p14:tracePt t="25766" x="2930525" y="7972425"/>
          <p14:tracePt t="25782" x="2894013" y="7972425"/>
          <p14:tracePt t="25799" x="2870200" y="7972425"/>
          <p14:tracePt t="25800" x="2859088" y="7972425"/>
          <p14:tracePt t="25816" x="2846388" y="7972425"/>
          <p14:tracePt t="25832" x="2824163" y="7972425"/>
          <p14:tracePt t="25850" x="2811463" y="7972425"/>
          <p14:tracePt t="25866" x="2800350" y="7972425"/>
          <p14:tracePt t="25898" x="2800350" y="7983538"/>
          <p14:tracePt t="25914" x="2800350" y="7996238"/>
          <p14:tracePt t="25933" x="2846388" y="7996238"/>
          <p14:tracePt t="25949" x="2906713" y="7996238"/>
          <p14:tracePt t="25966" x="2989263" y="7972425"/>
          <p14:tracePt t="25967" x="3036888" y="7959725"/>
          <p14:tracePt t="25981" x="3130550" y="7924800"/>
          <p14:tracePt t="25999" x="3236913" y="7913688"/>
          <p14:tracePt t="26000" x="3284538" y="7889875"/>
          <p14:tracePt t="26015" x="3390900" y="7866063"/>
          <p14:tracePt t="26031" x="3521075" y="7818438"/>
          <p14:tracePt t="26048" x="3744913" y="7783513"/>
          <p14:tracePt t="26051" x="3862388" y="7770813"/>
          <p14:tracePt t="26065" x="4087813" y="7770813"/>
          <p14:tracePt t="26082" x="4300538" y="7770813"/>
          <p14:tracePt t="26085" x="4394200" y="7770813"/>
          <p14:tracePt t="26097" x="4583113" y="7770813"/>
          <p14:tracePt t="26114" x="4749800" y="7770813"/>
          <p14:tracePt t="26131" x="4902200" y="7770813"/>
          <p14:tracePt t="26134" x="4949825" y="7770813"/>
          <p14:tracePt t="26149" x="5103813" y="7770813"/>
          <p14:tracePt t="26166" x="5221288" y="7747000"/>
          <p14:tracePt t="26168" x="5303838" y="7735888"/>
          <p14:tracePt t="26183" x="5457825" y="7712075"/>
          <p14:tracePt t="26199" x="5659438" y="7677150"/>
          <p14:tracePt t="26216" x="5942013" y="7653338"/>
          <p14:tracePt t="26232" x="6167438" y="7642225"/>
          <p14:tracePt t="26250" x="6356350" y="7642225"/>
          <p14:tracePt t="26253" x="6462713" y="7642225"/>
          <p14:tracePt t="26265" x="6627813" y="7677150"/>
          <p14:tracePt t="26283" x="6781800" y="7712075"/>
          <p14:tracePt t="26286" x="6864350" y="7724775"/>
          <p14:tracePt t="26298" x="6946900" y="7735888"/>
          <p14:tracePt t="26301" x="6994525" y="7747000"/>
          <p14:tracePt t="26332" x="7159625" y="7783513"/>
          <p14:tracePt t="26348" x="7253288" y="7807325"/>
          <p14:tracePt t="26367" x="7289800" y="7818438"/>
          <p14:tracePt t="26370" x="7300913" y="7818438"/>
          <p14:tracePt t="26381" x="7313613" y="7818438"/>
          <p14:tracePt t="26383" x="7324725" y="7818438"/>
          <p14:tracePt t="26398" x="7348538" y="7818438"/>
          <p14:tracePt t="26415" x="7359650" y="7818438"/>
          <p14:tracePt t="26432" x="7372350" y="7818438"/>
          <p14:tracePt t="26449" x="7383463" y="7818438"/>
          <p14:tracePt t="26738" x="7524750" y="7807325"/>
          <p14:tracePt t="26754" x="7867650" y="7770813"/>
          <p14:tracePt t="26785" x="8375650" y="7735888"/>
          <p14:tracePt t="26787" x="8447088" y="7735888"/>
          <p14:tracePt t="26801" x="8577263" y="7724775"/>
          <p14:tracePt t="26819" x="8647113" y="7724775"/>
          <p14:tracePt t="26822" x="8683625" y="7724775"/>
          <p14:tracePt t="26834" x="8731250" y="7724775"/>
          <p14:tracePt t="26851" x="8777288" y="7712075"/>
          <p14:tracePt t="26868" x="8824913" y="7700963"/>
          <p14:tracePt t="26870" x="8859838" y="7700963"/>
          <p14:tracePt t="26884" x="8920163" y="7688263"/>
          <p14:tracePt t="26900" x="9002713" y="7688263"/>
          <p14:tracePt t="26917" x="9109075" y="7688263"/>
          <p14:tracePt t="26933" x="9178925" y="7688263"/>
          <p14:tracePt t="26951" x="9239250" y="7700963"/>
          <p14:tracePt t="26953" x="9274175" y="7700963"/>
          <p14:tracePt t="26967" x="9332913" y="7712075"/>
          <p14:tracePt t="26985" x="9415463" y="7724775"/>
          <p14:tracePt t="27002" x="9545638" y="7724775"/>
          <p14:tracePt t="27017" x="9640888" y="7735888"/>
          <p14:tracePt t="27034" x="9699625" y="7747000"/>
          <p14:tracePt t="27037" x="9723438" y="7747000"/>
          <p14:tracePt t="27042" x="9747250" y="7747000"/>
          <p14:tracePt t="27050" x="9769475" y="7747000"/>
          <p14:tracePt t="27069" x="9793288" y="7747000"/>
          <p14:tracePt t="27072" x="9805988" y="7747000"/>
          <p14:tracePt t="27084" x="9829800" y="7747000"/>
          <p14:tracePt t="27101" x="9840913" y="7747000"/>
          <p14:tracePt t="27134" x="9853613" y="7747000"/>
          <p14:tracePt t="27150" x="9864725" y="7747000"/>
          <p14:tracePt t="27848" x="10018713" y="7747000"/>
          <p14:tracePt t="27866" x="10112375" y="7747000"/>
          <p14:tracePt t="27900" x="10231438" y="7747000"/>
          <p14:tracePt t="27919" x="10255250" y="7735888"/>
          <p14:tracePt t="27933" x="10277475" y="7735888"/>
          <p14:tracePt t="27949" x="10301288" y="7724775"/>
          <p14:tracePt t="27966" x="10313988" y="7700963"/>
          <p14:tracePt t="27984" x="10337800" y="7700963"/>
          <p14:tracePt t="28002" x="10361613" y="7700963"/>
          <p14:tracePt t="28016" x="10372725" y="7700963"/>
          <p14:tracePt t="28051" x="10407650" y="7677150"/>
          <p14:tracePt t="28067" x="10420350" y="7677150"/>
          <p14:tracePt t="28085" x="10431463" y="7664450"/>
          <p14:tracePt t="28101" x="10444163" y="7653338"/>
          <p14:tracePt t="28132" x="10455275" y="7653338"/>
          <p14:tracePt t="28151" x="10466388" y="7653338"/>
          <p14:tracePt t="28167" x="10479088" y="7653338"/>
          <p14:tracePt t="28184" x="10490200" y="7642225"/>
          <p14:tracePt t="28201" x="10502900" y="7642225"/>
          <p14:tracePt t="28204" x="10502900" y="7629525"/>
          <p14:tracePt t="28270" x="10514013" y="7629525"/>
          <p14:tracePt t="28363" x="10526713" y="7629525"/>
          <p14:tracePt t="28396" x="10537825" y="7629525"/>
          <p14:tracePt t="29583" x="10572750" y="7618413"/>
          <p14:tracePt t="29590" x="10633075" y="7594600"/>
          <p14:tracePt t="29604" x="10668000" y="7558088"/>
          <p14:tracePt t="29605" x="10726738" y="7546975"/>
          <p14:tracePt t="29621" x="10821988" y="7512050"/>
          <p14:tracePt t="29638" x="10915650" y="7464425"/>
          <p14:tracePt t="29643" x="10952163" y="7451725"/>
          <p14:tracePt t="29654" x="11080750" y="7405688"/>
          <p14:tracePt t="29672" x="11210925" y="7381875"/>
          <p14:tracePt t="29675" x="11271250" y="7369175"/>
          <p14:tracePt t="29689" x="11364913" y="7358063"/>
          <p14:tracePt t="29705" x="11436350" y="7346950"/>
          <p14:tracePt t="29722" x="11518900" y="7323138"/>
          <p14:tracePt t="29726" x="11566525" y="7323138"/>
          <p14:tracePt t="29739" x="11649075" y="7323138"/>
          <p14:tracePt t="29756" x="11707813" y="7323138"/>
          <p14:tracePt t="29759" x="11731625" y="7323138"/>
          <p14:tracePt t="29770" x="11766550" y="7323138"/>
          <p14:tracePt t="29771" x="11779250" y="7323138"/>
          <p14:tracePt t="29787" x="11814175" y="7323138"/>
          <p14:tracePt t="29803" x="11837988" y="7323138"/>
          <p14:tracePt t="29820" x="11872913" y="7323138"/>
          <p14:tracePt t="29839" x="11907838" y="7323138"/>
          <p14:tracePt t="29854" x="11944350" y="7323138"/>
          <p14:tracePt t="29871" x="11968163" y="7310438"/>
          <p14:tracePt t="29888" x="12003088" y="7299325"/>
          <p14:tracePt t="29889" x="12003088" y="7286625"/>
          <p14:tracePt t="29904" x="12038013" y="7275513"/>
          <p14:tracePt t="29921" x="12074525" y="7251700"/>
          <p14:tracePt t="29939" x="12157075" y="7192963"/>
          <p14:tracePt t="29954" x="12239625" y="7121525"/>
          <p14:tracePt t="29970" x="12357100" y="7051675"/>
          <p14:tracePt t="29971" x="12428538" y="7004050"/>
          <p14:tracePt t="29987" x="12476163" y="6980238"/>
          <p14:tracePt t="29988" x="12522200" y="6932613"/>
          <p14:tracePt t="30006" x="12604750" y="6861175"/>
          <p14:tracePt t="30008" x="12641263" y="6826250"/>
          <p14:tracePt t="30021" x="12747625" y="6756400"/>
          <p14:tracePt t="30038" x="12865100" y="6661150"/>
          <p14:tracePt t="30057" x="13112750" y="6496050"/>
          <p14:tracePt t="30071" x="13303250" y="6376988"/>
          <p14:tracePt t="30089" x="13444538" y="6294438"/>
          <p14:tracePt t="30090" x="13503275" y="6248400"/>
          <p14:tracePt t="30105" x="13609638" y="6200775"/>
          <p14:tracePt t="30121" x="13692188" y="6142038"/>
        </p14:tracePtLst>
      </p14:laserTraceLst>
    </p:ext>
    <p:ext uri="{E180D4A7-C9FB-4DFB-919C-405C955672EB}">
      <p14:showEvtLst xmlns:p14="http://schemas.microsoft.com/office/powerpoint/2010/main">
        <p14:playEvt time="340" objId="4"/>
        <p14:stopEvt time="29459" objId="4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A55691C-BABB-9747-B835-872B58CB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="" xmlns:a16="http://schemas.microsoft.com/office/drawing/2014/main" id="{5465EE17-DEBC-75EC-FBF9-1EC564C60984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="" xmlns:a16="http://schemas.microsoft.com/office/drawing/2014/main" id="{4B491291-DA7A-21FF-B306-E563FF15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E650B78D-AA89-DB52-0D9A-053BCCD6DE66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04">
            <a:extLst>
              <a:ext uri="{FF2B5EF4-FFF2-40B4-BE49-F238E27FC236}">
                <a16:creationId xmlns="" xmlns:a16="http://schemas.microsoft.com/office/drawing/2014/main" id="{CFE99228-D75E-901D-D2F6-1A6FC2691D98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4" name="Object 14">
              <a:extLst>
                <a:ext uri="{FF2B5EF4-FFF2-40B4-BE49-F238E27FC236}">
                  <a16:creationId xmlns="" xmlns:a16="http://schemas.microsoft.com/office/drawing/2014/main" id="{1D239CDC-9BB3-E5BD-8CA7-D8990A356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BFC5AA4-B436-BD97-0070-0978FA13789A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7" name="Object 76">
            <a:extLst>
              <a:ext uri="{FF2B5EF4-FFF2-40B4-BE49-F238E27FC236}">
                <a16:creationId xmlns="" xmlns:a16="http://schemas.microsoft.com/office/drawing/2014/main" id="{C8716B6D-55EC-E757-971E-446216DDB1D9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81BC6559-4BD4-E363-77FA-41560DC1F4D2}"/>
              </a:ext>
            </a:extLst>
          </p:cNvPr>
          <p:cNvGrpSpPr/>
          <p:nvPr/>
        </p:nvGrpSpPr>
        <p:grpSpPr>
          <a:xfrm>
            <a:off x="472999" y="2037314"/>
            <a:ext cx="12709601" cy="4493561"/>
            <a:chOff x="601394" y="2050493"/>
            <a:chExt cx="11438207" cy="4493561"/>
          </a:xfrm>
        </p:grpSpPr>
        <p:grpSp>
          <p:nvGrpSpPr>
            <p:cNvPr id="21" name="그룹 20">
              <a:extLst>
                <a:ext uri="{FF2B5EF4-FFF2-40B4-BE49-F238E27FC236}">
                  <a16:creationId xmlns="" xmlns:a16="http://schemas.microsoft.com/office/drawing/2014/main" id="{590DC8A3-97BA-C8FE-DFDE-151440D8FE27}"/>
                </a:ext>
              </a:extLst>
            </p:cNvPr>
            <p:cNvGrpSpPr/>
            <p:nvPr/>
          </p:nvGrpSpPr>
          <p:grpSpPr>
            <a:xfrm>
              <a:off x="684064" y="2050493"/>
              <a:ext cx="11355537" cy="4493561"/>
              <a:chOff x="679530" y="2825214"/>
              <a:chExt cx="7650822" cy="4493561"/>
            </a:xfrm>
          </p:grpSpPr>
          <p:sp>
            <p:nvSpPr>
              <p:cNvPr id="24" name="TextBox 23">
                <a:extLst>
                  <a:ext uri="{FF2B5EF4-FFF2-40B4-BE49-F238E27FC236}">
                    <a16:creationId xmlns="" xmlns:a16="http://schemas.microsoft.com/office/drawing/2014/main" id="{A6386BB9-BA68-F7EB-1149-F1E7255CCDCA}"/>
                  </a:ext>
                </a:extLst>
              </p:cNvPr>
              <p:cNvSpPr txBox="1"/>
              <p:nvPr/>
            </p:nvSpPr>
            <p:spPr>
              <a:xfrm>
                <a:off x="730870" y="3397702"/>
                <a:ext cx="7599482" cy="3921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30000"/>
                  </a:lnSpc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기존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SMT 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시스템의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1000-best 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리스트 </a:t>
                </a:r>
                <a:r>
                  <a:rPr lang="ko-KR" altLang="en-US" sz="2000" b="1" dirty="0" err="1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재채점을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진행함</a:t>
                </a:r>
                <a:endParaRPr lang="en-US" altLang="ko-KR" sz="2000" b="1" dirty="0"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SMT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시스템은 각 문장에 대해 여러 개의 번역 후보를 생성함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통계적 확률 모델이기 때문에 이는 문맥을 잘 반영하지 못한다는 한계가 존재할 수 있음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He plays the piano well-&gt;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그는 피아노를 연주한다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잘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The book that I bought yesterday was very interesting-&gt;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 책 내가 어제 샀다 매우 흥미로웠다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lvl="1">
                  <a:lnSpc>
                    <a:spcPct val="130000"/>
                  </a:lnSpc>
                </a:pPr>
                <a:endParaRPr lang="en-US" altLang="ko-KR" sz="1050" b="1" dirty="0"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SMT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로 도출된 후보 문장 내에서만 다시 평가</a:t>
                </a:r>
                <a:endParaRPr lang="en-US" altLang="ko-KR" sz="2000" b="1" dirty="0"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즉</a:t>
                </a:r>
                <a:r>
                  <a:rPr lang="en-US" altLang="ko-KR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앞선 </a:t>
                </a:r>
                <a:r>
                  <a:rPr lang="en-US" altLang="ko-KR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Experiment</a:t>
                </a:r>
                <a:r>
                  <a:rPr lang="ko-KR" altLang="en-US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과는 다르게</a:t>
                </a:r>
                <a:r>
                  <a:rPr lang="en-US" altLang="ko-KR" sz="2000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en-US" altLang="ko-KR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Beam Search</a:t>
                </a:r>
                <a:r>
                  <a:rPr lang="ko-KR" altLang="en-US" sz="2000" b="1" dirty="0">
                    <a:effectLst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필요하지 않음</a:t>
                </a:r>
                <a:endParaRPr lang="en-US" altLang="ko-KR" sz="2000" b="1" dirty="0"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2000" dirty="0"/>
                  <a:t>SMT</a:t>
                </a:r>
                <a:r>
                  <a:rPr lang="ko-KR" altLang="en-US" sz="2000" dirty="0"/>
                  <a:t>가 생성한 </a:t>
                </a:r>
                <a:r>
                  <a:rPr lang="ko-KR" altLang="en-US" sz="2000" b="1" dirty="0"/>
                  <a:t>각 번역 후보의 점수를 </a:t>
                </a:r>
                <a:r>
                  <a:rPr lang="en-US" altLang="ko-KR" sz="2000" b="1" dirty="0"/>
                  <a:t>LSTM </a:t>
                </a:r>
                <a:r>
                  <a:rPr lang="ko-KR" altLang="en-US" sz="2000" b="1" dirty="0"/>
                  <a:t>모델을 이용하여 도출된 확률을 기존 </a:t>
                </a:r>
                <a:r>
                  <a:rPr lang="en-US" altLang="ko-KR" sz="2000" b="1" dirty="0"/>
                  <a:t>SMT</a:t>
                </a:r>
                <a:r>
                  <a:rPr lang="ko-KR" altLang="en-US" sz="2000" b="1" dirty="0"/>
                  <a:t>점수와 </a:t>
                </a:r>
                <a:r>
                  <a:rPr lang="ko-KR" altLang="en-US" sz="2000" b="1" dirty="0" err="1"/>
                  <a:t>평균내어</a:t>
                </a:r>
                <a:r>
                  <a:rPr lang="ko-KR" altLang="en-US" sz="2000" b="1" dirty="0"/>
                  <a:t> 최적 번역을 선택</a:t>
                </a: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5DFDAF82-809F-949E-53F8-4DABDD66B237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3.3.2 Experiment Case2(Rescoring referred by SMT)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3" name="순서도: 추출 22">
              <a:extLst>
                <a:ext uri="{FF2B5EF4-FFF2-40B4-BE49-F238E27FC236}">
                  <a16:creationId xmlns="" xmlns:a16="http://schemas.microsoft.com/office/drawing/2014/main" id="{B3DD2424-3EE1-2E02-93EF-BC1173479859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E6352FD5-2DE4-CBA0-0446-AA9D0425666F}"/>
              </a:ext>
            </a:extLst>
          </p:cNvPr>
          <p:cNvGrpSpPr/>
          <p:nvPr/>
        </p:nvGrpSpPr>
        <p:grpSpPr>
          <a:xfrm>
            <a:off x="539458" y="6581888"/>
            <a:ext cx="12820150" cy="1964795"/>
            <a:chOff x="591053" y="2050493"/>
            <a:chExt cx="12820150" cy="1964795"/>
          </a:xfrm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D39E7B67-3269-5773-3801-A01365F67E19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1964795"/>
              <a:chOff x="616863" y="2825214"/>
              <a:chExt cx="8637608" cy="1964795"/>
            </a:xfrm>
          </p:grpSpPr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A1FC5B39-0177-355D-8CE3-C0610E66C26A}"/>
                  </a:ext>
                </a:extLst>
              </p:cNvPr>
              <p:cNvSpPr txBox="1"/>
              <p:nvPr/>
            </p:nvSpPr>
            <p:spPr>
              <a:xfrm>
                <a:off x="616863" y="3386291"/>
                <a:ext cx="8637608" cy="1403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위 논문에서 수행한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Experiment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상에서의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Beam search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algorithm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Local search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형태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임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Question1)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과연 각 단계의 최적이 전체의 최적일까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Question2)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그렇다고 모든 경우를 탐색하는 것이 효율적일까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="" xmlns:a16="http://schemas.microsoft.com/office/drawing/2014/main" id="{775C749A-C8B6-6E5C-1B0B-F738FA229C5A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CF) Greedy Search/ Brute Force / Local Search(Beam search)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8" name="순서도: 추출 27">
              <a:extLst>
                <a:ext uri="{FF2B5EF4-FFF2-40B4-BE49-F238E27FC236}">
                  <a16:creationId xmlns="" xmlns:a16="http://schemas.microsoft.com/office/drawing/2014/main" id="{89C782B3-76FE-E431-EBA6-F4012A66BBC2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99684577-28E6-A6CC-AF3F-859DF7341CBD}"/>
              </a:ext>
            </a:extLst>
          </p:cNvPr>
          <p:cNvSpPr txBox="1"/>
          <p:nvPr/>
        </p:nvSpPr>
        <p:spPr>
          <a:xfrm>
            <a:off x="533400" y="1485900"/>
            <a:ext cx="11563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한컴 고딕" panose="02000500000000000000" pitchFamily="2" charset="-127"/>
                <a:ea typeface="한컴 고딕" panose="02000500000000000000" pitchFamily="2" charset="-127"/>
              </a:rPr>
              <a:t> 3.3. Experiments(2/4)</a:t>
            </a:r>
            <a:endParaRPr lang="ko-KR" altLang="en-US" sz="2800" b="1" dirty="0">
              <a:ln>
                <a:solidFill>
                  <a:schemeClr val="accent1">
                    <a:alpha val="0"/>
                  </a:schemeClr>
                </a:solidFill>
              </a:ln>
              <a:highlight>
                <a:srgbClr val="C5D5E9"/>
              </a:highlight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33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88"/>
    </mc:Choice>
    <mc:Fallback xmlns="">
      <p:transition spd="slow" advTm="31188"/>
    </mc:Fallback>
  </mc:AlternateContent>
  <p:extLst>
    <p:ext uri="{3A86A75C-4F4B-4683-9AE1-C65F6400EC91}">
      <p14:laserTraceLst xmlns:p14="http://schemas.microsoft.com/office/powerpoint/2010/main">
        <p14:tracePtLst>
          <p14:tracePt t="896" x="12085638" y="5091113"/>
          <p14:tracePt t="921" x="9699625" y="4854575"/>
          <p14:tracePt t="938" x="8990013" y="4711700"/>
          <p14:tracePt t="942" x="8777288" y="4629150"/>
          <p14:tracePt t="971" x="8128000" y="4381500"/>
          <p14:tracePt t="988" x="7904163" y="4298950"/>
          <p14:tracePt t="994" x="7797800" y="4264025"/>
          <p14:tracePt t="1004" x="7561263" y="4216400"/>
          <p14:tracePt t="1022" x="7335838" y="4157663"/>
          <p14:tracePt t="1026" x="7253288" y="4144963"/>
          <p14:tracePt t="1038" x="7183438" y="4144963"/>
          <p14:tracePt t="1042" x="7123113" y="4133850"/>
          <p14:tracePt t="1054" x="7053263" y="4121150"/>
          <p14:tracePt t="1072" x="6981825" y="4121150"/>
          <p14:tracePt t="1089" x="6958013" y="4121150"/>
          <p14:tracePt t="1104" x="6958013" y="4144963"/>
          <p14:tracePt t="1446" x="6627813" y="4144963"/>
          <p14:tracePt t="1447" x="6130925" y="4110038"/>
          <p14:tracePt t="1461" x="5340350" y="4086225"/>
          <p14:tracePt t="1478" x="4654550" y="4062413"/>
          <p14:tracePt t="1496" x="3922713" y="4051300"/>
          <p14:tracePt t="1512" x="3544888" y="4027488"/>
          <p14:tracePt t="1528" x="3260725" y="4003675"/>
          <p14:tracePt t="1529" x="3143250" y="4003675"/>
          <p14:tracePt t="1545" x="2965450" y="3979863"/>
          <p14:tracePt t="1562" x="2846388" y="3944938"/>
          <p14:tracePt t="1578" x="2741613" y="3921125"/>
          <p14:tracePt t="1595" x="2705100" y="3910013"/>
          <p14:tracePt t="1612" x="2681288" y="3897313"/>
          <p14:tracePt t="1911" x="2505075" y="3886200"/>
          <p14:tracePt t="1911" x="2279650" y="3849688"/>
          <p14:tracePt t="1927" x="1925638" y="3767138"/>
          <p14:tracePt t="1956" x="1524000" y="3673475"/>
          <p14:tracePt t="1973" x="1406525" y="3636963"/>
          <p14:tracePt t="1976" x="1370013" y="3625850"/>
          <p14:tracePt t="1989" x="1311275" y="3602038"/>
          <p14:tracePt t="2007" x="1263650" y="3590925"/>
          <p14:tracePt t="2011" x="1239838" y="3590925"/>
          <p14:tracePt t="2022" x="1228725" y="3578225"/>
          <p14:tracePt t="2023" x="1204913" y="3578225"/>
          <p14:tracePt t="2038" x="1169988" y="3567113"/>
          <p14:tracePt t="2057" x="1157288" y="3567113"/>
          <p14:tracePt t="2060" x="1133475" y="3567113"/>
          <p14:tracePt t="2091" x="1098550" y="3554413"/>
          <p14:tracePt t="2106" x="1087438" y="3554413"/>
          <p14:tracePt t="2123" x="1087438" y="3543300"/>
          <p14:tracePt t="2140" x="1087438" y="3530600"/>
          <p14:tracePt t="2173" x="1087438" y="3495675"/>
          <p14:tracePt t="2206" x="1087438" y="3484563"/>
          <p14:tracePt t="2241" x="1087438" y="3460750"/>
          <p14:tracePt t="2257" x="1087438" y="3436938"/>
          <p14:tracePt t="2261" x="1087438" y="3425825"/>
          <p14:tracePt t="2272" x="1098550" y="3413125"/>
          <p14:tracePt t="2290" x="1098550" y="3402013"/>
          <p14:tracePt t="2307" x="1111250" y="3378200"/>
          <p14:tracePt t="2309" x="1122363" y="3365500"/>
          <p14:tracePt t="2341" x="1122363" y="3354388"/>
          <p14:tracePt t="2355" x="1133475" y="3354388"/>
          <p14:tracePt t="2372" x="1146175" y="3354388"/>
          <p14:tracePt t="2389" x="1157288" y="3354388"/>
          <p14:tracePt t="2392" x="1169988" y="3354388"/>
          <p14:tracePt t="2406" x="1193800" y="3354388"/>
          <p14:tracePt t="2423" x="1204913" y="3354388"/>
          <p14:tracePt t="2439" x="1228725" y="3354388"/>
          <p14:tracePt t="2440" x="1252538" y="3354388"/>
          <p14:tracePt t="2456" x="1300163" y="3354388"/>
          <p14:tracePt t="2472" x="1322388" y="3354388"/>
          <p14:tracePt t="2474" x="1346200" y="3354388"/>
          <p14:tracePt t="2489" x="1382713" y="3354388"/>
          <p14:tracePt t="2506" x="1417638" y="3354388"/>
          <p14:tracePt t="2524" x="1465263" y="3365500"/>
          <p14:tracePt t="2540" x="1489075" y="3365500"/>
          <p14:tracePt t="2545" x="1500188" y="3365500"/>
          <p14:tracePt t="2555" x="1524000" y="3365500"/>
          <p14:tracePt t="2572" x="1558925" y="3365500"/>
          <p14:tracePt t="2590" x="1582738" y="3365500"/>
          <p14:tracePt t="2593" x="1595438" y="3365500"/>
          <p14:tracePt t="2606" x="1619250" y="3365500"/>
          <p14:tracePt t="2623" x="1630363" y="3365500"/>
          <p14:tracePt t="2639" x="1654175" y="3365500"/>
          <p14:tracePt t="2657" x="1689100" y="3378200"/>
          <p14:tracePt t="2672" x="1712913" y="3378200"/>
          <p14:tracePt t="2690" x="1760538" y="3378200"/>
          <p14:tracePt t="2705" x="1784350" y="3389313"/>
          <p14:tracePt t="2721" x="1808163" y="3402013"/>
          <p14:tracePt t="2737" x="1843088" y="3413125"/>
          <p14:tracePt t="2738" x="1854200" y="3413125"/>
          <p14:tracePt t="2754" x="1878013" y="3425825"/>
          <p14:tracePt t="2772" x="1914525" y="3425825"/>
          <p14:tracePt t="2788" x="1936750" y="3425825"/>
          <p14:tracePt t="2806" x="1949450" y="3425825"/>
          <p14:tracePt t="2823" x="1960563" y="3425825"/>
          <p14:tracePt t="2840" x="1973263" y="3425825"/>
          <p14:tracePt t="2856" x="1984375" y="3425825"/>
          <p14:tracePt t="2873" x="2008188" y="3425825"/>
          <p14:tracePt t="2889" x="2020888" y="3425825"/>
          <p14:tracePt t="2891" x="2032000" y="3425825"/>
          <p14:tracePt t="2906" x="2043113" y="3436938"/>
          <p14:tracePt t="2923" x="2055813" y="3436938"/>
          <p14:tracePt t="2927" x="2066925" y="3436938"/>
          <p14:tracePt t="2956" x="2079625" y="3436938"/>
          <p14:tracePt t="3099" x="2079625" y="3425825"/>
          <p14:tracePt t="3114" x="2079625" y="3413125"/>
          <p14:tracePt t="3239" x="2079625" y="3402013"/>
          <p14:tracePt t="3257" x="2079625" y="3389313"/>
          <p14:tracePt t="3289" x="2079625" y="3378200"/>
          <p14:tracePt t="3307" x="2079625" y="3365500"/>
          <p14:tracePt t="3308" x="2079625" y="3354388"/>
          <p14:tracePt t="3322" x="2079625" y="3341688"/>
          <p14:tracePt t="3339" x="2079625" y="3330575"/>
          <p14:tracePt t="3356" x="2079625" y="3319463"/>
          <p14:tracePt t="3372" x="2079625" y="3306763"/>
          <p14:tracePt t="3405" x="2079625" y="3295650"/>
          <p14:tracePt t="3422" x="2079625" y="3282950"/>
          <p14:tracePt t="3456" x="2079625" y="3259138"/>
          <p14:tracePt t="3473" x="2079625" y="3248025"/>
          <p14:tracePt t="3477" x="2079625" y="3235325"/>
          <p14:tracePt t="3491" x="2066925" y="3224213"/>
          <p14:tracePt t="3507" x="2055813" y="3189288"/>
          <p14:tracePt t="3523" x="2043113" y="3141663"/>
          <p14:tracePt t="3539" x="2043113" y="3130550"/>
          <p14:tracePt t="3557" x="2032000" y="3106738"/>
          <p14:tracePt t="3560" x="2032000" y="3094038"/>
          <p14:tracePt t="3571" x="2032000" y="3082925"/>
          <p14:tracePt t="3574" x="2032000" y="3070225"/>
          <p14:tracePt t="3606" x="2032000" y="3059113"/>
          <p14:tracePt t="3640" x="2032000" y="3046413"/>
          <p14:tracePt t="3673" x="2032000" y="3024188"/>
          <p14:tracePt t="3690" x="2032000" y="3011488"/>
          <p14:tracePt t="3723" x="2032000" y="3000375"/>
          <p14:tracePt t="3725" x="2043113" y="3000375"/>
          <p14:tracePt t="3787" x="2055813" y="2976563"/>
          <p14:tracePt t="3805" x="2066925" y="2963863"/>
          <p14:tracePt t="3822" x="2079625" y="2952750"/>
          <p14:tracePt t="3840" x="2090738" y="2940050"/>
          <p14:tracePt t="3844" x="2103438" y="2940050"/>
          <p14:tracePt t="3856" x="2114550" y="2928938"/>
          <p14:tracePt t="3872" x="2127250" y="2928938"/>
          <p14:tracePt t="3905" x="2149475" y="2928938"/>
          <p14:tracePt t="3921" x="2173288" y="2928938"/>
          <p14:tracePt t="3938" x="2197100" y="2928938"/>
          <p14:tracePt t="3939" x="2209800" y="2928938"/>
          <p14:tracePt t="3955" x="2233613" y="2928938"/>
          <p14:tracePt t="3972" x="2279650" y="2940050"/>
          <p14:tracePt t="3974" x="2292350" y="2952750"/>
          <p14:tracePt t="3990" x="2327275" y="2952750"/>
          <p14:tracePt t="4022" x="2386013" y="2952750"/>
          <p14:tracePt t="4040" x="2422525" y="2952750"/>
          <p14:tracePt t="4057" x="2433638" y="2952750"/>
          <p14:tracePt t="4061" x="2457450" y="2940050"/>
          <p14:tracePt t="4064" x="2468563" y="2940050"/>
          <p14:tracePt t="4091" x="2528888" y="2928938"/>
          <p14:tracePt t="4107" x="2574925" y="2905125"/>
          <p14:tracePt t="4124" x="2598738" y="2894013"/>
          <p14:tracePt t="4140" x="2622550" y="2881313"/>
          <p14:tracePt t="4142" x="2635250" y="2881313"/>
          <p14:tracePt t="4156" x="2646363" y="2870200"/>
          <p14:tracePt t="4190" x="2657475" y="2870200"/>
          <p14:tracePt t="4317" x="2657475" y="2857500"/>
          <p14:tracePt t="4340" x="2670175" y="2857500"/>
          <p14:tracePt t="4442" x="2681288" y="2857500"/>
          <p14:tracePt t="4474" x="2717800" y="2857500"/>
          <p14:tracePt t="4492" x="2752725" y="2857500"/>
          <p14:tracePt t="4506" x="2800350" y="2857500"/>
          <p14:tracePt t="4522" x="2835275" y="2870200"/>
          <p14:tracePt t="4539" x="2859088" y="2881313"/>
          <p14:tracePt t="4556" x="2882900" y="2894013"/>
          <p14:tracePt t="4911" x="3213100" y="2857500"/>
          <p14:tracePt t="4928" x="3521075" y="2822575"/>
          <p14:tracePt t="4946" x="4040188" y="2798763"/>
          <p14:tracePt t="4961" x="4370388" y="2798763"/>
          <p14:tracePt t="4978" x="4702175" y="2798763"/>
          <p14:tracePt t="4996" x="5127625" y="2811463"/>
          <p14:tracePt t="5012" x="5375275" y="2822575"/>
          <p14:tracePt t="5028" x="5611813" y="2822575"/>
          <p14:tracePt t="5045" x="5741988" y="2822575"/>
          <p14:tracePt t="5062" x="5824538" y="2822575"/>
          <p14:tracePt t="5078" x="5942013" y="2822575"/>
          <p14:tracePt t="5095" x="5989638" y="2822575"/>
          <p14:tracePt t="5112" x="6072188" y="2822575"/>
          <p14:tracePt t="5128" x="6119813" y="2835275"/>
          <p14:tracePt t="5146" x="6167438" y="2846388"/>
          <p14:tracePt t="5146" x="6191250" y="2857500"/>
          <p14:tracePt t="5458" x="6450013" y="2835275"/>
          <p14:tracePt t="5474" x="6923088" y="2798763"/>
          <p14:tracePt t="5505" x="7359650" y="2787650"/>
          <p14:tracePt t="5521" x="7524750" y="2787650"/>
          <p14:tracePt t="5523" x="7585075" y="2787650"/>
          <p14:tracePt t="5538" x="7667625" y="2787650"/>
          <p14:tracePt t="5554" x="7750175" y="2787650"/>
          <p14:tracePt t="5571" x="7808913" y="2787650"/>
          <p14:tracePt t="5573" x="7832725" y="2798763"/>
          <p14:tracePt t="5587" x="7880350" y="2811463"/>
          <p14:tracePt t="5605" x="7904163" y="2811463"/>
          <p14:tracePt t="5608" x="7926388" y="2822575"/>
          <p14:tracePt t="5637" x="7974013" y="2822575"/>
          <p14:tracePt t="5654" x="7997825" y="2835275"/>
          <p14:tracePt t="5656" x="8010525" y="2835275"/>
          <p14:tracePt t="5670" x="8021638" y="2835275"/>
          <p14:tracePt t="5674" x="8032750" y="2835275"/>
          <p14:tracePt t="5687" x="8069263" y="2846388"/>
          <p14:tracePt t="5692" x="8080375" y="2846388"/>
          <p14:tracePt t="5705" x="8093075" y="2846388"/>
          <p14:tracePt t="5721" x="8116888" y="2857500"/>
          <p14:tracePt t="5739" x="8151813" y="2881313"/>
          <p14:tracePt t="5754" x="8162925" y="2881313"/>
          <p14:tracePt t="5755" x="8175625" y="2894013"/>
          <p14:tracePt t="5770" x="8186738" y="2894013"/>
          <p14:tracePt t="5787" x="8210550" y="2905125"/>
          <p14:tracePt t="5790" x="8223250" y="2917825"/>
          <p14:tracePt t="5803" x="8234363" y="2917825"/>
          <p14:tracePt t="5821" x="8245475" y="2928938"/>
          <p14:tracePt t="5895" x="8245475" y="2940050"/>
          <p14:tracePt t="5988" x="8245475" y="2952750"/>
          <p14:tracePt t="6035" x="8245475" y="2963863"/>
          <p14:tracePt t="6052" x="8245475" y="2976563"/>
          <p14:tracePt t="6071" x="8245475" y="2987675"/>
          <p14:tracePt t="6087" x="8245475" y="3000375"/>
          <p14:tracePt t="6122" x="8245475" y="3011488"/>
          <p14:tracePt t="6137" x="8245475" y="3024188"/>
          <p14:tracePt t="6155" x="8245475" y="3035300"/>
          <p14:tracePt t="6171" x="8245475" y="3046413"/>
          <p14:tracePt t="6188" x="8245475" y="3059113"/>
          <p14:tracePt t="6255" x="8269288" y="3059113"/>
          <p14:tracePt t="6276" x="8329613" y="3035300"/>
          <p14:tracePt t="6287" x="8364538" y="3011488"/>
          <p14:tracePt t="6291" x="8423275" y="2987675"/>
          <p14:tracePt t="6304" x="8540750" y="2940050"/>
          <p14:tracePt t="6321" x="8683625" y="2857500"/>
          <p14:tracePt t="6324" x="8777288" y="2822575"/>
          <p14:tracePt t="6338" x="8942388" y="2774950"/>
          <p14:tracePt t="6354" x="9072563" y="2751138"/>
          <p14:tracePt t="6372" x="9274175" y="2751138"/>
          <p14:tracePt t="6387" x="9415463" y="2751138"/>
          <p14:tracePt t="6405" x="9593263" y="2787650"/>
          <p14:tracePt t="6406" x="9652000" y="2811463"/>
          <p14:tracePt t="6421" x="9782175" y="2846388"/>
          <p14:tracePt t="6437" x="9912350" y="2857500"/>
          <p14:tracePt t="6453" x="10053638" y="2894013"/>
          <p14:tracePt t="6470" x="10136188" y="2905125"/>
          <p14:tracePt t="6487" x="10183813" y="2917825"/>
          <p14:tracePt t="6493" x="10207625" y="2928938"/>
          <p14:tracePt t="6504" x="10255250" y="2940050"/>
          <p14:tracePt t="6521" x="10290175" y="2963863"/>
          <p14:tracePt t="6754" x="10561638" y="2963863"/>
          <p14:tracePt t="6770" x="10856913" y="2928938"/>
          <p14:tracePt t="6801" x="11341100" y="2894013"/>
          <p14:tracePt t="6820" x="11447463" y="2881313"/>
          <p14:tracePt t="6823" x="11506200" y="2881313"/>
          <p14:tracePt t="6836" x="11612563" y="2881313"/>
          <p14:tracePt t="6853" x="11718925" y="2881313"/>
          <p14:tracePt t="6870" x="11801475" y="2881313"/>
          <p14:tracePt t="6872" x="11849100" y="2881313"/>
          <p14:tracePt t="6886" x="11920538" y="2881313"/>
          <p14:tracePt t="6902" x="11968163" y="2881313"/>
          <p14:tracePt t="6922" x="12003088" y="2881313"/>
          <p14:tracePt t="6936" x="12038013" y="2881313"/>
          <p14:tracePt t="6953" x="12061825" y="2881313"/>
          <p14:tracePt t="6970" x="12074525" y="2881313"/>
          <p14:tracePt t="6987" x="12096750" y="2881313"/>
          <p14:tracePt t="7020" x="12120563" y="2881313"/>
          <p14:tracePt t="7037" x="12133263" y="2881313"/>
          <p14:tracePt t="7053" x="12144375" y="2881313"/>
          <p14:tracePt t="7087" x="12026900" y="2881313"/>
          <p14:tracePt t="7103" x="11718925" y="2881313"/>
          <p14:tracePt t="7119" x="11317288" y="2857500"/>
          <p14:tracePt t="7121" x="11128375" y="2835275"/>
          <p14:tracePt t="7136" x="10809288" y="2822575"/>
          <p14:tracePt t="7153" x="10633075" y="2787650"/>
          <p14:tracePt t="7156" x="10596563" y="2774950"/>
          <p14:tracePt t="7170" x="10526713" y="2751138"/>
          <p14:tracePt t="7186" x="10479088" y="2728913"/>
          <p14:tracePt t="7203" x="10431463" y="2692400"/>
          <p14:tracePt t="7204" x="10431463" y="2681288"/>
          <p14:tracePt t="7220" x="10407650" y="2644775"/>
          <p14:tracePt t="7236" x="10396538" y="2622550"/>
          <p14:tracePt t="7254" x="10420350" y="2586038"/>
          <p14:tracePt t="7271" x="10479088" y="2562225"/>
          <p14:tracePt t="7286" x="10572750" y="2516188"/>
          <p14:tracePt t="7288" x="10644188" y="2503488"/>
          <p14:tracePt t="7302" x="10798175" y="2468563"/>
          <p14:tracePt t="7321" x="10974388" y="2444750"/>
          <p14:tracePt t="7324" x="11080750" y="2420938"/>
          <p14:tracePt t="7336" x="11271250" y="2409825"/>
          <p14:tracePt t="7352" x="11471275" y="2409825"/>
          <p14:tracePt t="7370" x="11636375" y="2409825"/>
          <p14:tracePt t="7373" x="11707813" y="2409825"/>
          <p14:tracePt t="7386" x="11861800" y="2433638"/>
          <p14:tracePt t="7404" x="11955463" y="2455863"/>
          <p14:tracePt t="7407" x="11990388" y="2455863"/>
          <p14:tracePt t="7419" x="12074525" y="2479675"/>
          <p14:tracePt t="7437" x="12144375" y="2503488"/>
          <p14:tracePt t="7453" x="12215813" y="2527300"/>
          <p14:tracePt t="7455" x="12239625" y="2540000"/>
          <p14:tracePt t="7470" x="12298363" y="2562225"/>
          <p14:tracePt t="7485" x="12333288" y="2586038"/>
          <p14:tracePt t="7502" x="12393613" y="2609850"/>
          <p14:tracePt t="7519" x="12415838" y="2633663"/>
          <p14:tracePt t="7536" x="12439650" y="2657475"/>
          <p14:tracePt t="7540" x="12452350" y="2657475"/>
          <p14:tracePt t="7546" x="12452350" y="2668588"/>
          <p14:tracePt t="7569" x="12463463" y="2692400"/>
          <p14:tracePt t="7586" x="12309475" y="2774950"/>
          <p14:tracePt t="7603" x="11944350" y="2846388"/>
          <p14:tracePt t="7620" x="11471275" y="2952750"/>
          <p14:tracePt t="7622" x="11282363" y="2963863"/>
          <p14:tracePt t="7636" x="11034713" y="3000375"/>
          <p14:tracePt t="7653" x="10880725" y="3000375"/>
          <p14:tracePt t="7657" x="10845800" y="3000375"/>
          <p14:tracePt t="7672" x="10774363" y="3000375"/>
          <p14:tracePt t="7686" x="10691813" y="3000375"/>
          <p14:tracePt t="7704" x="10620375" y="2976563"/>
          <p14:tracePt t="7719" x="10596563" y="2976563"/>
          <p14:tracePt t="7736" x="10585450" y="2976563"/>
          <p14:tracePt t="8099" x="10466388" y="2976563"/>
          <p14:tracePt t="8114" x="10255250" y="2976563"/>
          <p14:tracePt t="8139" x="10029825" y="2976563"/>
          <p14:tracePt t="8156" x="9923463" y="2976563"/>
          <p14:tracePt t="8175" x="9758363" y="2976563"/>
          <p14:tracePt t="8177" x="9710738" y="2976563"/>
          <p14:tracePt t="8190" x="9652000" y="2976563"/>
          <p14:tracePt t="8206" x="9569450" y="2976563"/>
          <p14:tracePt t="8224" x="9534525" y="2976563"/>
          <p14:tracePt t="8226" x="9521825" y="2976563"/>
          <p14:tracePt t="8240" x="9486900" y="2976563"/>
          <p14:tracePt t="8255" x="9439275" y="2976563"/>
          <p14:tracePt t="8273" x="9380538" y="2987675"/>
          <p14:tracePt t="8288" x="9356725" y="3000375"/>
          <p14:tracePt t="8306" x="9332913" y="3011488"/>
          <p14:tracePt t="8322" x="9309100" y="3024188"/>
          <p14:tracePt t="8338" x="9297988" y="3024188"/>
          <p14:tracePt t="8372" x="9285288" y="3024188"/>
          <p14:tracePt t="8388" x="9274175" y="3024188"/>
          <p14:tracePt t="8405" x="9239250" y="3024188"/>
          <p14:tracePt t="8423" x="9226550" y="3024188"/>
          <p14:tracePt t="8441" x="9215438" y="3024188"/>
          <p14:tracePt t="8458" x="9202738" y="3024188"/>
          <p14:tracePt t="8472" x="9191625" y="3035300"/>
          <p14:tracePt t="8489" x="9178925" y="3035300"/>
          <p14:tracePt t="8505" x="9167813" y="3046413"/>
          <p14:tracePt t="8522" x="9167813" y="3059113"/>
          <p14:tracePt t="8614" x="9155113" y="3082925"/>
          <p14:tracePt t="8646" x="9155113" y="3094038"/>
          <p14:tracePt t="8661" x="9155113" y="3106738"/>
          <p14:tracePt t="8689" x="9155113" y="3117850"/>
          <p14:tracePt t="8706" x="9155113" y="3130550"/>
          <p14:tracePt t="8832" x="9155113" y="3141663"/>
          <p14:tracePt t="8849" x="9155113" y="3152775"/>
          <p14:tracePt t="8872" x="9167813" y="3176588"/>
          <p14:tracePt t="8889" x="9178925" y="3176588"/>
          <p14:tracePt t="8907" x="9191625" y="3189288"/>
          <p14:tracePt t="8923" x="9191625" y="3200400"/>
          <p14:tracePt t="8941" x="9191625" y="3224213"/>
          <p14:tracePt t="8973" x="9191625" y="3235325"/>
          <p14:tracePt t="8990" x="9191625" y="3248025"/>
          <p14:tracePt t="9008" x="9191625" y="3271838"/>
          <p14:tracePt t="9023" x="9191625" y="3306763"/>
          <p14:tracePt t="9040" x="9178925" y="3319463"/>
          <p14:tracePt t="9058" x="9167813" y="3365500"/>
          <p14:tracePt t="9074" x="9155113" y="3425825"/>
          <p14:tracePt t="9090" x="9132888" y="3471863"/>
          <p14:tracePt t="9110" x="9109075" y="3602038"/>
          <p14:tracePt t="9122" x="9085263" y="3708400"/>
          <p14:tracePt t="9140" x="9048750" y="3825875"/>
          <p14:tracePt t="9141" x="9037638" y="3897313"/>
          <p14:tracePt t="9157" x="9026525" y="4075113"/>
          <p14:tracePt t="9173" x="8990013" y="4227513"/>
          <p14:tracePt t="9190" x="8955088" y="4429125"/>
          <p14:tracePt t="9208" x="8920163" y="4546600"/>
          <p14:tracePt t="9224" x="8896350" y="4641850"/>
          <p14:tracePt t="9225" x="8848725" y="4700588"/>
          <p14:tracePt t="9239" x="8731250" y="4841875"/>
          <p14:tracePt t="9256" x="8612188" y="4948238"/>
          <p14:tracePt t="9273" x="8505825" y="5043488"/>
          <p14:tracePt t="9290" x="8482013" y="5067300"/>
          <p14:tracePt t="9308" x="8434388" y="5091113"/>
          <p14:tracePt t="9325" x="8423275" y="5091113"/>
          <p14:tracePt t="9339" x="8412163" y="5091113"/>
          <p14:tracePt t="9358" x="8388350" y="5091113"/>
          <p14:tracePt t="9373" x="8364538" y="5078413"/>
          <p14:tracePt t="9390" x="8351838" y="5043488"/>
          <p14:tracePt t="9722" x="8340725" y="5054600"/>
          <p14:tracePt t="9740" x="8258175" y="5137150"/>
          <p14:tracePt t="9757" x="8210550" y="5184775"/>
          <p14:tracePt t="9774" x="8151813" y="5243513"/>
          <p14:tracePt t="9775" x="8128000" y="5280025"/>
          <p14:tracePt t="9790" x="8080375" y="5326063"/>
          <p14:tracePt t="9807" x="8021638" y="5362575"/>
          <p14:tracePt t="9808" x="7997825" y="5386388"/>
          <p14:tracePt t="9822" x="7962900" y="5421313"/>
          <p14:tracePt t="9840" x="7915275" y="5480050"/>
          <p14:tracePt t="9857" x="7856538" y="5527675"/>
          <p14:tracePt t="9872" x="7821613" y="5586413"/>
          <p14:tracePt t="9890" x="7773988" y="5645150"/>
          <p14:tracePt t="9893" x="7761288" y="5668963"/>
          <p14:tracePt t="9905" x="7737475" y="5716588"/>
          <p14:tracePt t="9923" x="7702550" y="5751513"/>
          <p14:tracePt t="9940" x="7691438" y="5775325"/>
          <p14:tracePt t="9941" x="7678738" y="5786438"/>
          <p14:tracePt t="9957" x="7654925" y="5810250"/>
          <p14:tracePt t="9974" x="7643813" y="5822950"/>
          <p14:tracePt t="9974" x="7643813" y="5834063"/>
          <p14:tracePt t="9989" x="7620000" y="5846763"/>
          <p14:tracePt t="10006" x="7608888" y="5857875"/>
          <p14:tracePt t="10023" x="7585075" y="5881688"/>
          <p14:tracePt t="10057" x="7572375" y="5881688"/>
          <p14:tracePt t="10114" x="7537450" y="5881688"/>
          <p14:tracePt t="10129" x="7513638" y="5881688"/>
          <p14:tracePt t="10156" x="7466013" y="5870575"/>
          <p14:tracePt t="10173" x="7454900" y="5846763"/>
          <p14:tracePt t="10458" x="7335838" y="5870575"/>
          <p14:tracePt t="10473" x="7112000" y="5940425"/>
          <p14:tracePt t="10474" x="7016750" y="5964238"/>
          <p14:tracePt t="10498" x="6757988" y="6046788"/>
          <p14:tracePt t="10515" x="6569075" y="6094413"/>
          <p14:tracePt t="10517" x="6497638" y="6118225"/>
          <p14:tracePt t="10533" x="6367463" y="6165850"/>
          <p14:tracePt t="10546" x="6273800" y="6188075"/>
          <p14:tracePt t="10563" x="6191250" y="6211888"/>
          <p14:tracePt t="10565" x="6154738" y="6224588"/>
          <p14:tracePt t="10580" x="6107113" y="6248400"/>
          <p14:tracePt t="10598" x="6072188" y="6259513"/>
          <p14:tracePt t="10602" x="6048375" y="6270625"/>
          <p14:tracePt t="10614" x="6024563" y="6294438"/>
          <p14:tracePt t="10631" x="6000750" y="6318250"/>
          <p14:tracePt t="10665" x="5989638" y="6354763"/>
          <p14:tracePt t="10681" x="5978525" y="6376988"/>
          <p14:tracePt t="10700" x="5978525" y="6389688"/>
          <p14:tracePt t="10741" x="5965825" y="6389688"/>
          <p14:tracePt t="10765" x="5942013" y="6400800"/>
          <p14:tracePt t="10781" x="5789613" y="6424613"/>
          <p14:tracePt t="10798" x="5564188" y="6461125"/>
          <p14:tracePt t="10814" x="5351463" y="6483350"/>
          <p14:tracePt t="10815" x="5221288" y="6483350"/>
          <p14:tracePt t="10830" x="4984750" y="6472238"/>
          <p14:tracePt t="10847" x="4784725" y="6461125"/>
          <p14:tracePt t="10865" x="4513263" y="6424613"/>
          <p14:tracePt t="10881" x="4359275" y="6400800"/>
          <p14:tracePt t="10899" x="4194175" y="6342063"/>
          <p14:tracePt t="10914" x="4159250" y="6330950"/>
          <p14:tracePt t="10917" x="4111625" y="6318250"/>
          <p14:tracePt t="10932" x="4075113" y="6294438"/>
          <p14:tracePt t="10934" x="4075113" y="6283325"/>
          <p14:tracePt t="10947" x="4064000" y="6270625"/>
          <p14:tracePt t="10947" x="4064000" y="6259513"/>
          <p14:tracePt t="10964" x="4064000" y="6235700"/>
          <p14:tracePt t="10984" x="4194175" y="6176963"/>
          <p14:tracePt t="10997" x="4300538" y="6165850"/>
          <p14:tracePt t="11000" x="4406900" y="6129338"/>
          <p14:tracePt t="11014" x="4713288" y="6070600"/>
          <p14:tracePt t="11031" x="5080000" y="6022975"/>
          <p14:tracePt t="11048" x="5257800" y="5999163"/>
          <p14:tracePt t="11064" x="5364163" y="5988050"/>
          <p14:tracePt t="11081" x="5540375" y="5988050"/>
          <p14:tracePt t="11099" x="5646738" y="5988050"/>
          <p14:tracePt t="11102" x="5718175" y="6011863"/>
          <p14:tracePt t="11114" x="5753100" y="6022975"/>
          <p14:tracePt t="11117" x="5800725" y="6035675"/>
          <p14:tracePt t="11131" x="5872163" y="6046788"/>
          <p14:tracePt t="11149" x="5930900" y="6081713"/>
          <p14:tracePt t="11167" x="5954713" y="6105525"/>
          <p14:tracePt t="11181" x="5965825" y="6118225"/>
          <p14:tracePt t="11185" x="5965825" y="6129338"/>
          <p14:tracePt t="11201" x="5954713" y="6165850"/>
          <p14:tracePt t="11215" x="5894388" y="6188075"/>
          <p14:tracePt t="11231" x="5776913" y="6235700"/>
          <p14:tracePt t="11233" x="5694363" y="6283325"/>
          <p14:tracePt t="11249" x="5553075" y="6342063"/>
          <p14:tracePt t="11264" x="5434013" y="6400800"/>
          <p14:tracePt t="11282" x="5340350" y="6448425"/>
          <p14:tracePt t="11299" x="5303838" y="6472238"/>
          <p14:tracePt t="11303" x="5292725" y="6483350"/>
          <p14:tracePt t="11331" x="5245100" y="6507163"/>
          <p14:tracePt t="11661" x="5375275" y="6507163"/>
          <p14:tracePt t="11678" x="5848350" y="6461125"/>
          <p14:tracePt t="11694" x="6024563" y="6424613"/>
          <p14:tracePt t="11712" x="6308725" y="6376988"/>
          <p14:tracePt t="11727" x="6497638" y="6365875"/>
          <p14:tracePt t="11744" x="6699250" y="6342063"/>
          <p14:tracePt t="11761" x="6946900" y="6330950"/>
          <p14:tracePt t="11777" x="7088188" y="6330950"/>
          <p14:tracePt t="11795" x="7383463" y="6354763"/>
          <p14:tracePt t="11810" x="7524750" y="6354763"/>
          <p14:tracePt t="11827" x="7678738" y="6354763"/>
          <p14:tracePt t="11844" x="7821613" y="6354763"/>
          <p14:tracePt t="11861" x="7880350" y="6354763"/>
          <p14:tracePt t="11878" x="7950200" y="6354763"/>
          <p14:tracePt t="11894" x="7974013" y="6354763"/>
          <p14:tracePt t="11911" x="8021638" y="6354763"/>
          <p14:tracePt t="11912" x="8032750" y="6354763"/>
          <p14:tracePt t="11928" x="8080375" y="6354763"/>
          <p14:tracePt t="11944" x="8104188" y="6354763"/>
          <p14:tracePt t="11961" x="8128000" y="6354763"/>
          <p14:tracePt t="11977" x="8151813" y="6354763"/>
          <p14:tracePt t="11995" x="8162925" y="6354763"/>
          <p14:tracePt t="12317" x="8293100" y="6354763"/>
          <p14:tracePt t="12332" x="8388350" y="6354763"/>
          <p14:tracePt t="12361" x="8540750" y="6354763"/>
          <p14:tracePt t="12378" x="8636000" y="6354763"/>
          <p14:tracePt t="12394" x="8683625" y="6354763"/>
          <p14:tracePt t="12410" x="8742363" y="6365875"/>
          <p14:tracePt t="12429" x="8813800" y="6376988"/>
          <p14:tracePt t="12443" x="8859838" y="6376988"/>
          <p14:tracePt t="12461" x="8920163" y="6376988"/>
          <p14:tracePt t="12463" x="8942388" y="6376988"/>
          <p14:tracePt t="12477" x="8990013" y="6376988"/>
          <p14:tracePt t="12494" x="9037638" y="6365875"/>
          <p14:tracePt t="12511" x="9096375" y="6365875"/>
          <p14:tracePt t="12528" x="9109075" y="6365875"/>
          <p14:tracePt t="12544" x="9167813" y="6365875"/>
          <p14:tracePt t="12560" x="9191625" y="6365875"/>
          <p14:tracePt t="12579" x="9226550" y="6365875"/>
          <p14:tracePt t="12592" x="9261475" y="6365875"/>
          <p14:tracePt t="12609" x="9274175" y="6365875"/>
          <p14:tracePt t="12627" x="9309100" y="6365875"/>
          <p14:tracePt t="12628" x="9321800" y="6365875"/>
          <p14:tracePt t="12643" x="9345613" y="6365875"/>
          <p14:tracePt t="12659" x="9356725" y="6365875"/>
          <p14:tracePt t="12678" x="9404350" y="6365875"/>
          <p14:tracePt t="12693" x="9439275" y="6365875"/>
          <p14:tracePt t="12711" x="9534525" y="6376988"/>
          <p14:tracePt t="12729" x="9604375" y="6389688"/>
          <p14:tracePt t="12744" x="9686925" y="6400800"/>
          <p14:tracePt t="12746" x="9723438" y="6400800"/>
          <p14:tracePt t="12761" x="9769475" y="6413500"/>
          <p14:tracePt t="12777" x="9805988" y="6413500"/>
          <p14:tracePt t="12794" x="9853613" y="6413500"/>
          <p14:tracePt t="12810" x="9864725" y="6413500"/>
          <p14:tracePt t="12831" x="9899650" y="6424613"/>
          <p14:tracePt t="12843" x="9912350" y="6437313"/>
          <p14:tracePt t="12860" x="9947275" y="6437313"/>
          <p14:tracePt t="12878" x="10006013" y="6461125"/>
          <p14:tracePt t="12894" x="10029825" y="6472238"/>
          <p14:tracePt t="12910" x="10053638" y="6472238"/>
          <p14:tracePt t="12928" x="10088563" y="6483350"/>
          <p14:tracePt t="12944" x="10101263" y="6496050"/>
          <p14:tracePt t="13129" x="10101263" y="6483350"/>
          <p14:tracePt t="13148" x="10112375" y="6472238"/>
          <p14:tracePt t="13164" x="10125075" y="6461125"/>
          <p14:tracePt t="13181" x="10136188" y="6448425"/>
          <p14:tracePt t="13200" x="10136188" y="6437313"/>
          <p14:tracePt t="13232" x="10148888" y="6437313"/>
          <p14:tracePt t="13248" x="10160000" y="6437313"/>
          <p14:tracePt t="13265" x="10160000" y="6424613"/>
          <p14:tracePt t="13266" x="10171113" y="6424613"/>
          <p14:tracePt t="13300" x="10183813" y="6424613"/>
          <p14:tracePt t="13676" x="10290175" y="6424613"/>
          <p14:tracePt t="13692" x="10361613" y="6424613"/>
          <p14:tracePt t="13723" x="10420350" y="6424613"/>
          <p14:tracePt t="13740" x="10466388" y="6424613"/>
          <p14:tracePt t="13757" x="10490200" y="6424613"/>
          <p14:tracePt t="13773" x="10526713" y="6424613"/>
          <p14:tracePt t="13790" x="10572750" y="6424613"/>
          <p14:tracePt t="13808" x="10596563" y="6448425"/>
          <p14:tracePt t="13823" x="10620375" y="6448425"/>
          <p14:tracePt t="13840" x="10644188" y="6448425"/>
          <p14:tracePt t="13859" x="10668000" y="6448425"/>
          <p14:tracePt t="13875" x="10679113" y="6448425"/>
          <p14:tracePt t="13889" x="10691813" y="6448425"/>
          <p14:tracePt t="13906" x="10715625" y="6448425"/>
          <p14:tracePt t="13923" x="10726738" y="6448425"/>
          <p14:tracePt t="13940" x="10763250" y="6461125"/>
          <p14:tracePt t="13974" x="10798175" y="6472238"/>
          <p14:tracePt t="13976" x="10809288" y="6472238"/>
          <p14:tracePt t="14006" x="10833100" y="6472238"/>
          <p14:tracePt t="14022" x="10845800" y="6472238"/>
          <p14:tracePt t="14068" x="10845800" y="6483350"/>
          <p14:tracePt t="14089" x="10845800" y="6496050"/>
          <p14:tracePt t="14106" x="10845800" y="6507163"/>
          <p14:tracePt t="14106" x="10845800" y="6519863"/>
          <p14:tracePt t="14138" x="10833100" y="6530975"/>
          <p14:tracePt t="14158" x="10774363" y="6565900"/>
          <p14:tracePt t="14173" x="10679113" y="6578600"/>
          <p14:tracePt t="14190" x="10466388" y="6589713"/>
          <p14:tracePt t="14207" x="10313988" y="6589713"/>
          <p14:tracePt t="14224" x="10231438" y="6589713"/>
          <p14:tracePt t="14225" x="10171113" y="6589713"/>
          <p14:tracePt t="14239" x="10112375" y="6589713"/>
          <p14:tracePt t="14258" x="10029825" y="6578600"/>
          <p14:tracePt t="14260" x="9982200" y="6578600"/>
          <p14:tracePt t="14273" x="9888538" y="6578600"/>
          <p14:tracePt t="14290" x="9782175" y="6578600"/>
          <p14:tracePt t="14309" x="9521825" y="6589713"/>
          <p14:tracePt t="14324" x="9250363" y="6626225"/>
          <p14:tracePt t="14340" x="9013825" y="6650038"/>
          <p14:tracePt t="14357" x="8647113" y="6696075"/>
          <p14:tracePt t="14373" x="8351838" y="6756400"/>
          <p14:tracePt t="14390" x="8080375" y="6791325"/>
          <p14:tracePt t="14392" x="7939088" y="6802438"/>
          <p14:tracePt t="14408" x="7750175" y="6826250"/>
          <p14:tracePt t="14423" x="7572375" y="6861175"/>
          <p14:tracePt t="14440" x="7418388" y="6873875"/>
          <p14:tracePt t="14457" x="7348538" y="6873875"/>
          <p14:tracePt t="14474" x="7289800" y="6884988"/>
          <p14:tracePt t="14476" x="7265988" y="6884988"/>
          <p14:tracePt t="14490" x="7218363" y="6908800"/>
          <p14:tracePt t="14507" x="7170738" y="6932613"/>
          <p14:tracePt t="14801" x="6734175" y="6932613"/>
          <p14:tracePt t="14817" x="6284913" y="6921500"/>
          <p14:tracePt t="14849" x="5386388" y="6908800"/>
          <p14:tracePt t="14866" x="4843463" y="6861175"/>
          <p14:tracePt t="14882" x="4524375" y="6826250"/>
          <p14:tracePt t="14900" x="4241800" y="6815138"/>
          <p14:tracePt t="14916" x="4146550" y="6802438"/>
          <p14:tracePt t="14932" x="4052888" y="6791325"/>
          <p14:tracePt t="14935" x="4016375" y="6778625"/>
          <p14:tracePt t="14948" x="3957638" y="6767513"/>
          <p14:tracePt t="14965" x="3886200" y="6767513"/>
          <p14:tracePt t="14982" x="3840163" y="6767513"/>
          <p14:tracePt t="14998" x="3803650" y="6767513"/>
          <p14:tracePt t="15016" x="3779838" y="6767513"/>
          <p14:tracePt t="15018" x="3768725" y="6767513"/>
          <p14:tracePt t="15032" x="3757613" y="6778625"/>
          <p14:tracePt t="15050" x="3744913" y="6791325"/>
          <p14:tracePt t="15067" x="3744913" y="6802438"/>
          <p14:tracePt t="15082" x="3744913" y="6826250"/>
          <p14:tracePt t="15097" x="3757613" y="6826250"/>
          <p14:tracePt t="15363" x="3603625" y="6826250"/>
          <p14:tracePt t="15381" x="3130550" y="6826250"/>
          <p14:tracePt t="15399" x="2528888" y="6826250"/>
          <p14:tracePt t="15415" x="2220913" y="6826250"/>
          <p14:tracePt t="15432" x="1973263" y="6826250"/>
          <p14:tracePt t="15435" x="1901825" y="6826250"/>
          <p14:tracePt t="15448" x="1784350" y="6826250"/>
          <p14:tracePt t="15466" x="1701800" y="6826250"/>
          <p14:tracePt t="15468" x="1665288" y="6826250"/>
          <p14:tracePt t="15481" x="1630363" y="6826250"/>
          <p14:tracePt t="15483" x="1606550" y="6826250"/>
          <p14:tracePt t="15500" x="1558925" y="6826250"/>
          <p14:tracePt t="15516" x="1535113" y="6826250"/>
          <p14:tracePt t="15519" x="1524000" y="6826250"/>
          <p14:tracePt t="15548" x="1500188" y="6826250"/>
          <p14:tracePt t="15566" x="1489075" y="6838950"/>
          <p14:tracePt t="15582" x="1476375" y="6850063"/>
          <p14:tracePt t="15599" x="1465263" y="6850063"/>
          <p14:tracePt t="15603" x="1465263" y="6861175"/>
          <p14:tracePt t="15632" x="1465263" y="6873875"/>
          <p14:tracePt t="15649" x="1465263" y="6884988"/>
          <p14:tracePt t="15681" x="1476375" y="6884988"/>
          <p14:tracePt t="15699" x="1489075" y="6884988"/>
          <p14:tracePt t="15718" x="1512888" y="6884988"/>
          <p14:tracePt t="15748" x="1524000" y="6897688"/>
          <p14:tracePt t="15765" x="1535113" y="6908800"/>
          <p14:tracePt t="15781" x="1547813" y="6908800"/>
          <p14:tracePt t="15799" x="1558925" y="6908800"/>
          <p14:tracePt t="15803" x="1571625" y="6908800"/>
          <p14:tracePt t="15832" x="1582738" y="6908800"/>
          <p14:tracePt t="15867" x="1606550" y="6908800"/>
          <p14:tracePt t="15882" x="1641475" y="6897688"/>
          <p14:tracePt t="15899" x="1701800" y="6897688"/>
          <p14:tracePt t="15915" x="1771650" y="6897688"/>
          <p14:tracePt t="15932" x="1830388" y="6897688"/>
          <p14:tracePt t="15933" x="1854200" y="6884988"/>
          <p14:tracePt t="15950" x="1890713" y="6884988"/>
          <p14:tracePt t="15966" x="1914525" y="6873875"/>
          <p14:tracePt t="15968" x="1936750" y="6873875"/>
          <p14:tracePt t="15981" x="1949450" y="6873875"/>
          <p14:tracePt t="15983" x="1960563" y="6873875"/>
          <p14:tracePt t="15998" x="1973263" y="6873875"/>
          <p14:tracePt t="16031" x="1997075" y="6873875"/>
          <p14:tracePt t="16048" x="2020888" y="6873875"/>
          <p14:tracePt t="16052" x="2032000" y="6873875"/>
          <p14:tracePt t="16066" x="2043113" y="6873875"/>
          <p14:tracePt t="16081" x="2079625" y="6873875"/>
          <p14:tracePt t="16098" x="2114550" y="6873875"/>
          <p14:tracePt t="16101" x="2127250" y="6873875"/>
          <p14:tracePt t="16116" x="2138363" y="6861175"/>
          <p14:tracePt t="16131" x="2173288" y="6850063"/>
          <p14:tracePt t="16147" x="2197100" y="6838950"/>
          <p14:tracePt t="16148" x="2220913" y="6838950"/>
          <p14:tracePt t="16164" x="2233613" y="6838950"/>
          <p14:tracePt t="16181" x="2268538" y="6838950"/>
          <p14:tracePt t="16199" x="2303463" y="6826250"/>
          <p14:tracePt t="16215" x="2338388" y="6826250"/>
          <p14:tracePt t="16219" x="2362200" y="6826250"/>
          <p14:tracePt t="16232" x="2409825" y="6826250"/>
          <p14:tracePt t="16249" x="2444750" y="6826250"/>
          <p14:tracePt t="16266" x="2505075" y="6826250"/>
          <p14:tracePt t="16273" x="2528888" y="6826250"/>
          <p14:tracePt t="16275" x="2551113" y="6826250"/>
          <p14:tracePt t="16299" x="2611438" y="6826250"/>
          <p14:tracePt t="16317" x="2693988" y="6826250"/>
          <p14:tracePt t="16333" x="2763838" y="6826250"/>
          <p14:tracePt t="16349" x="2800350" y="6826250"/>
          <p14:tracePt t="16352" x="2824163" y="6826250"/>
          <p14:tracePt t="16365" x="2882900" y="6826250"/>
          <p14:tracePt t="16383" x="2917825" y="6826250"/>
          <p14:tracePt t="16384" x="2952750" y="6826250"/>
          <p14:tracePt t="16399" x="2989263" y="6826250"/>
          <p14:tracePt t="16415" x="3036888" y="6826250"/>
          <p14:tracePt t="16432" x="3082925" y="6826250"/>
          <p14:tracePt t="16434" x="3106738" y="6826250"/>
          <p14:tracePt t="16448" x="3143250" y="6826250"/>
          <p14:tracePt t="16466" x="3165475" y="6838950"/>
          <p14:tracePt t="16469" x="3189288" y="6850063"/>
          <p14:tracePt t="16481" x="3201988" y="6850063"/>
          <p14:tracePt t="16484" x="3213100" y="6850063"/>
          <p14:tracePt t="16500" x="3236913" y="6861175"/>
          <p14:tracePt t="16503" x="3249613" y="6861175"/>
          <p14:tracePt t="16516" x="3260725" y="6861175"/>
          <p14:tracePt t="16517" x="3271838" y="6873875"/>
          <p14:tracePt t="16532" x="3308350" y="6884988"/>
          <p14:tracePt t="16548" x="3332163" y="6884988"/>
          <p14:tracePt t="16553" x="3343275" y="6884988"/>
          <p14:tracePt t="16566" x="3378200" y="6884988"/>
          <p14:tracePt t="16583" x="3425825" y="6884988"/>
          <p14:tracePt t="16598" x="3449638" y="6884988"/>
          <p14:tracePt t="16601" x="3460750" y="6884988"/>
          <p14:tracePt t="16616" x="3473450" y="6884988"/>
          <p14:tracePt t="16926" x="3556000" y="6884988"/>
          <p14:tracePt t="16942" x="3768725" y="6884988"/>
          <p14:tracePt t="16969" x="4159250" y="6873875"/>
          <p14:tracePt t="16985" x="4265613" y="6850063"/>
          <p14:tracePt t="17003" x="4370388" y="6850063"/>
          <p14:tracePt t="17019" x="4406900" y="6850063"/>
          <p14:tracePt t="17037" x="4441825" y="6850063"/>
          <p14:tracePt t="17038" x="4465638" y="6850063"/>
          <p14:tracePt t="17052" x="4500563" y="6850063"/>
          <p14:tracePt t="17069" x="4513263" y="6850063"/>
          <p14:tracePt t="17087" x="4560888" y="6850063"/>
          <p14:tracePt t="17101" x="4595813" y="6850063"/>
          <p14:tracePt t="17120" x="4606925" y="6850063"/>
          <p14:tracePt t="17121" x="4619625" y="6850063"/>
          <p14:tracePt t="17136" x="4654550" y="6850063"/>
          <p14:tracePt t="17152" x="4667250" y="6850063"/>
          <p14:tracePt t="17168" x="4678363" y="6850063"/>
          <p14:tracePt t="17169" x="4689475" y="6850063"/>
          <p14:tracePt t="17185" x="4725988" y="6850063"/>
          <p14:tracePt t="17203" x="4749800" y="6850063"/>
          <p14:tracePt t="17204" x="4773613" y="6850063"/>
          <p14:tracePt t="17219" x="4795838" y="6850063"/>
          <p14:tracePt t="17235" x="4843463" y="6850063"/>
          <p14:tracePt t="17252" x="4891088" y="6850063"/>
          <p14:tracePt t="17253" x="4914900" y="6850063"/>
          <p14:tracePt t="17268" x="4962525" y="6861175"/>
          <p14:tracePt t="17287" x="5032375" y="6884988"/>
          <p14:tracePt t="17289" x="5068888" y="6884988"/>
          <p14:tracePt t="17302" x="5138738" y="6884988"/>
          <p14:tracePt t="17318" x="5175250" y="6884988"/>
          <p14:tracePt t="17338" x="5257800" y="6884988"/>
          <p14:tracePt t="17352" x="5303838" y="6884988"/>
          <p14:tracePt t="17368" x="5351463" y="6873875"/>
          <p14:tracePt t="17386" x="5422900" y="6861175"/>
          <p14:tracePt t="17402" x="5457825" y="6861175"/>
          <p14:tracePt t="17420" x="5481638" y="6850063"/>
          <p14:tracePt t="17435" x="5516563" y="6838950"/>
          <p14:tracePt t="17452" x="5540375" y="6838950"/>
          <p14:tracePt t="17454" x="5553075" y="6826250"/>
          <p14:tracePt t="17468" x="5564188" y="6815138"/>
          <p14:tracePt t="17486" x="5599113" y="6802438"/>
          <p14:tracePt t="17503" x="5646738" y="6802438"/>
          <p14:tracePt t="17519" x="5659438" y="6802438"/>
          <p14:tracePt t="17536" x="5694363" y="6802438"/>
          <p14:tracePt t="17538" x="5705475" y="6802438"/>
          <p14:tracePt t="17552" x="5718175" y="6826250"/>
          <p14:tracePt t="17569" x="5729288" y="6838950"/>
          <p14:tracePt t="17587" x="5765800" y="6850063"/>
          <p14:tracePt t="17602" x="5776913" y="6850063"/>
          <p14:tracePt t="17619" x="5789613" y="6861175"/>
          <p14:tracePt t="17636" x="5789613" y="6873875"/>
          <p14:tracePt t="17652" x="5800725" y="6873875"/>
          <p14:tracePt t="17669" x="5824538" y="6884988"/>
          <p14:tracePt t="17686" x="5824538" y="6897688"/>
          <p14:tracePt t="17701" x="5835650" y="6908800"/>
          <p14:tracePt t="17717" x="5848350" y="6908800"/>
          <p14:tracePt t="17735" x="5848350" y="6921500"/>
          <p14:tracePt t="17752" x="5848350" y="6932613"/>
          <p14:tracePt t="17768" x="5848350" y="6945313"/>
          <p14:tracePt t="17786" x="5848350" y="6956425"/>
          <p14:tracePt t="17802" x="5848350" y="6967538"/>
          <p14:tracePt t="17819" x="5848350" y="6980238"/>
          <p14:tracePt t="17852" x="5848350" y="6991350"/>
          <p14:tracePt t="17895" x="5848350" y="7004050"/>
          <p14:tracePt t="17919" x="5824538" y="7015163"/>
          <p14:tracePt t="17934" x="5800725" y="7038975"/>
          <p14:tracePt t="17951" x="5776913" y="7051675"/>
          <p14:tracePt t="17969" x="5683250" y="7097713"/>
          <p14:tracePt t="17985" x="5622925" y="7121525"/>
          <p14:tracePt t="18002" x="5553075" y="7156450"/>
          <p14:tracePt t="18019" x="5529263" y="7180263"/>
          <p14:tracePt t="18034" x="5505450" y="7192963"/>
          <p14:tracePt t="18051" x="5457825" y="7192963"/>
          <p14:tracePt t="18068" x="5434013" y="7204075"/>
          <p14:tracePt t="18086" x="5399088" y="7216775"/>
          <p14:tracePt t="18104" x="5364163" y="7227888"/>
          <p14:tracePt t="18120" x="5351463" y="7240588"/>
          <p14:tracePt t="18121" x="5340350" y="7251700"/>
          <p14:tracePt t="18151" x="5316538" y="7262813"/>
          <p14:tracePt t="18169" x="5303838" y="7275513"/>
          <p14:tracePt t="18184" x="5292725" y="7275513"/>
          <p14:tracePt t="18239" x="5281613" y="7275513"/>
          <p14:tracePt t="18255" x="5268913" y="7275513"/>
          <p14:tracePt t="18316" x="5257800" y="7275513"/>
          <p14:tracePt t="18334" x="5245100" y="7275513"/>
          <p14:tracePt t="18335" x="5221288" y="7275513"/>
          <p14:tracePt t="18350" x="5197475" y="7275513"/>
          <p14:tracePt t="18368" x="5175250" y="7275513"/>
          <p14:tracePt t="18384" x="5151438" y="7275513"/>
          <p14:tracePt t="18400" x="5138738" y="7275513"/>
          <p14:tracePt t="18417" x="5114925" y="7275513"/>
          <p14:tracePt t="18434" x="5080000" y="7275513"/>
          <p14:tracePt t="18451" x="5021263" y="7275513"/>
          <p14:tracePt t="18468" x="4938713" y="7275513"/>
          <p14:tracePt t="18485" x="4891088" y="7262813"/>
          <p14:tracePt t="18501" x="4843463" y="7262813"/>
          <p14:tracePt t="18518" x="4819650" y="7262813"/>
          <p14:tracePt t="18534" x="4808538" y="7262813"/>
          <p14:tracePt t="18551" x="4795838" y="7262813"/>
          <p14:tracePt t="18585" x="4795838" y="7275513"/>
          <p14:tracePt t="18676" x="4795838" y="7286625"/>
          <p14:tracePt t="18692" x="4795838" y="7299325"/>
          <p14:tracePt t="18717" x="4832350" y="7310438"/>
          <p14:tracePt t="18734" x="4878388" y="7310438"/>
          <p14:tracePt t="18750" x="4949825" y="7323138"/>
          <p14:tracePt t="18767" x="5080000" y="7358063"/>
          <p14:tracePt t="18785" x="5162550" y="7358063"/>
          <p14:tracePt t="18801" x="5303838" y="7334250"/>
          <p14:tracePt t="18818" x="5410200" y="7323138"/>
          <p14:tracePt t="18834" x="5540375" y="7310438"/>
          <p14:tracePt t="18835" x="5622925" y="7299325"/>
          <p14:tracePt t="18850" x="5741988" y="7299325"/>
          <p14:tracePt t="18867" x="5872163" y="7299325"/>
          <p14:tracePt t="18884" x="6084888" y="7299325"/>
          <p14:tracePt t="18902" x="6213475" y="7310438"/>
          <p14:tracePt t="18920" x="6402388" y="7323138"/>
          <p14:tracePt t="18935" x="6486525" y="7346950"/>
          <p14:tracePt t="18952" x="6556375" y="7358063"/>
          <p14:tracePt t="18955" x="6580188" y="7358063"/>
          <p14:tracePt t="18968" x="6604000" y="7369175"/>
          <p14:tracePt t="18986" x="6638925" y="7381875"/>
          <p14:tracePt t="18988" x="6651625" y="7381875"/>
          <p14:tracePt t="19002" x="6675438" y="7381875"/>
          <p14:tracePt t="19019" x="6686550" y="7369175"/>
          <p14:tracePt t="19036" x="6699250" y="7369175"/>
          <p14:tracePt t="19347" x="7064375" y="7334250"/>
          <p14:tracePt t="19364" x="7561263" y="7262813"/>
          <p14:tracePt t="19387" x="8021638" y="7227888"/>
          <p14:tracePt t="19405" x="8564563" y="7169150"/>
          <p14:tracePt t="19421" x="8896350" y="7145338"/>
          <p14:tracePt t="19439" x="9321800" y="7145338"/>
          <p14:tracePt t="19455" x="9498013" y="7145338"/>
          <p14:tracePt t="19471" x="9604375" y="7145338"/>
          <p14:tracePt t="19491" x="9686925" y="7145338"/>
          <p14:tracePt t="19521" x="9747250" y="7145338"/>
          <p14:tracePt t="19538" x="9769475" y="7145338"/>
          <p14:tracePt t="19554" x="9793288" y="7145338"/>
          <p14:tracePt t="19894" x="9923463" y="7145338"/>
          <p14:tracePt t="19914" x="10148888" y="7145338"/>
          <p14:tracePt t="19932" x="10255250" y="7145338"/>
          <p14:tracePt t="19933" x="10290175" y="7145338"/>
          <p14:tracePt t="19950" x="10372725" y="7145338"/>
          <p14:tracePt t="19965" x="10455275" y="7145338"/>
          <p14:tracePt t="19982" x="10550525" y="7156450"/>
          <p14:tracePt t="19999" x="10620375" y="7169150"/>
          <p14:tracePt t="20017" x="10702925" y="7204075"/>
          <p14:tracePt t="20031" x="10739438" y="7204075"/>
          <p14:tracePt t="20047" x="10774363" y="7204075"/>
          <p14:tracePt t="20064" x="10845800" y="7204075"/>
          <p14:tracePt t="20081" x="10891838" y="7204075"/>
          <p14:tracePt t="20099" x="10952163" y="7192963"/>
          <p14:tracePt t="20100" x="10998200" y="7180263"/>
          <p14:tracePt t="20114" x="11069638" y="7169150"/>
          <p14:tracePt t="20131" x="11141075" y="7169150"/>
          <p14:tracePt t="20150" x="11234738" y="7180263"/>
          <p14:tracePt t="20168" x="11282363" y="7192963"/>
          <p14:tracePt t="20169" x="11317288" y="7192963"/>
          <p14:tracePt t="20182" x="11341100" y="7192963"/>
          <p14:tracePt t="20183" x="11364913" y="7192963"/>
          <p14:tracePt t="20199" x="11399838" y="7192963"/>
          <p14:tracePt t="20215" x="11436350" y="7192963"/>
          <p14:tracePt t="20232" x="11471275" y="7204075"/>
          <p14:tracePt t="20247" x="11495088" y="7216775"/>
          <p14:tracePt t="20264" x="11530013" y="7227888"/>
          <p14:tracePt t="20280" x="11553825" y="7240588"/>
          <p14:tracePt t="20297" x="11577638" y="7251700"/>
          <p14:tracePt t="20315" x="11588750" y="7262813"/>
          <p14:tracePt t="20332" x="11601450" y="7262813"/>
          <p14:tracePt t="20411" x="11588750" y="7275513"/>
          <p14:tracePt t="20430" x="11566525" y="7299325"/>
          <p14:tracePt t="20448" x="11518900" y="7334250"/>
          <p14:tracePt t="20464" x="11471275" y="7358063"/>
          <p14:tracePt t="20481" x="11399838" y="7405688"/>
          <p14:tracePt t="20497" x="11364913" y="7416800"/>
          <p14:tracePt t="20515" x="11329988" y="7440613"/>
          <p14:tracePt t="20516" x="11317288" y="7451725"/>
          <p14:tracePt t="20531" x="11293475" y="7464425"/>
          <p14:tracePt t="20548" x="11271250" y="7488238"/>
          <p14:tracePt t="20566" x="11223625" y="7523163"/>
          <p14:tracePt t="20582" x="11210925" y="7535863"/>
          <p14:tracePt t="20602" x="11199813" y="7546975"/>
          <p14:tracePt t="20615" x="11187113" y="7558088"/>
          <p14:tracePt t="20632" x="11176000" y="7570788"/>
          <p14:tracePt t="20634" x="11164888" y="7570788"/>
          <p14:tracePt t="20647" x="11164888" y="7581900"/>
          <p14:tracePt t="20665" x="11152188" y="7594600"/>
          <p14:tracePt t="20682" x="11152188" y="7605713"/>
          <p14:tracePt t="20699" x="11141075" y="7605713"/>
          <p14:tracePt t="20715" x="11128375" y="7605713"/>
          <p14:tracePt t="20717" x="11117263" y="7605713"/>
          <p14:tracePt t="20732" x="11093450" y="7605713"/>
          <p14:tracePt t="20750" x="11069638" y="7605713"/>
          <p14:tracePt t="20764" x="11022013" y="7618413"/>
          <p14:tracePt t="20765" x="10998200" y="7618413"/>
          <p14:tracePt t="20780" x="10952163" y="7618413"/>
          <p14:tracePt t="20798" x="10891838" y="7618413"/>
          <p14:tracePt t="20815" x="10809288" y="7618413"/>
          <p14:tracePt t="20831" x="10702925" y="7618413"/>
          <p14:tracePt t="20852" x="10396538" y="7618413"/>
          <p14:tracePt t="20882" x="9982200" y="7618413"/>
          <p14:tracePt t="20899" x="9675813" y="7618413"/>
          <p14:tracePt t="20914" x="9510713" y="7618413"/>
          <p14:tracePt t="20931" x="9380538" y="7618413"/>
          <p14:tracePt t="20933" x="9332913" y="7618413"/>
          <p14:tracePt t="20948" x="9239250" y="7618413"/>
          <p14:tracePt t="20965" x="9144000" y="7618413"/>
          <p14:tracePt t="20982" x="9048750" y="7618413"/>
          <p14:tracePt t="20999" x="8990013" y="7618413"/>
          <p14:tracePt t="21016" x="8907463" y="7618413"/>
          <p14:tracePt t="21031" x="8859838" y="7618413"/>
          <p14:tracePt t="21050" x="8813800" y="7618413"/>
          <p14:tracePt t="21051" x="8801100" y="7618413"/>
          <p14:tracePt t="21066" x="8766175" y="7618413"/>
          <p14:tracePt t="21081" x="8753475" y="7618413"/>
          <p14:tracePt t="21099" x="8742363" y="7618413"/>
          <p14:tracePt t="21116" x="8731250" y="7618413"/>
          <p14:tracePt t="21132" x="8718550" y="7618413"/>
          <p14:tracePt t="21224" x="8731250" y="7642225"/>
          <p14:tracePt t="21239" x="8742363" y="7642225"/>
          <p14:tracePt t="21265" x="8753475" y="7664450"/>
          <p14:tracePt t="21281" x="8766175" y="7664450"/>
          <p14:tracePt t="21315" x="8777288" y="7664450"/>
          <p14:tracePt t="21381" x="8789988" y="7664450"/>
          <p14:tracePt t="21397" x="8789988" y="7677150"/>
          <p14:tracePt t="21414" x="8801100" y="7688263"/>
          <p14:tracePt t="21451" x="8801100" y="7700963"/>
          <p14:tracePt t="21505" x="8801100" y="7712075"/>
          <p14:tracePt t="21521" x="8801100" y="7724775"/>
          <p14:tracePt t="21547" x="8801100" y="7735888"/>
          <p14:tracePt t="21581" x="8789988" y="7735888"/>
          <p14:tracePt t="21602" x="8753475" y="7735888"/>
          <p14:tracePt t="21614" x="8707438" y="7735888"/>
          <p14:tracePt t="21632" x="8659813" y="7735888"/>
          <p14:tracePt t="21634" x="8636000" y="7735888"/>
          <p14:tracePt t="21649" x="8588375" y="7735888"/>
          <p14:tracePt t="21665" x="8529638" y="7735888"/>
          <p14:tracePt t="21682" x="8458200" y="7735888"/>
          <p14:tracePt t="21698" x="8412163" y="7735888"/>
          <p14:tracePt t="21715" x="8351838" y="7747000"/>
          <p14:tracePt t="21717" x="8316913" y="7747000"/>
          <p14:tracePt t="21732" x="8258175" y="7759700"/>
          <p14:tracePt t="21749" x="8199438" y="7770813"/>
          <p14:tracePt t="21766" x="8128000" y="7783513"/>
          <p14:tracePt t="21781" x="8093075" y="7794625"/>
          <p14:tracePt t="21798" x="8056563" y="7807325"/>
          <p14:tracePt t="21814" x="8032750" y="7818438"/>
          <p14:tracePt t="21831" x="8010525" y="7831138"/>
          <p14:tracePt t="21849" x="7986713" y="7831138"/>
          <p14:tracePt t="21865" x="7974013" y="7831138"/>
          <p14:tracePt t="21897" x="7962900" y="7831138"/>
          <p14:tracePt t="22161" x="7974013" y="7831138"/>
          <p14:tracePt t="22176" x="7997825" y="7831138"/>
          <p14:tracePt t="22210" x="8021638" y="7831138"/>
          <p14:tracePt t="22243" x="8032750" y="7831138"/>
          <p14:tracePt t="22287" x="8045450" y="7831138"/>
          <p14:tracePt t="22308" x="8080375" y="7818438"/>
          <p14:tracePt t="22324" x="8104188" y="7794625"/>
          <p14:tracePt t="22342" x="8162925" y="7759700"/>
          <p14:tracePt t="22359" x="8199438" y="7747000"/>
          <p14:tracePt t="22375" x="8234363" y="7747000"/>
          <p14:tracePt t="22376" x="8258175" y="7747000"/>
          <p14:tracePt t="22391" x="8281988" y="7747000"/>
          <p14:tracePt t="22409" x="8329613" y="7747000"/>
          <p14:tracePt t="22413" x="8351838" y="7747000"/>
          <p14:tracePt t="22425" x="8388350" y="7747000"/>
          <p14:tracePt t="22442" x="8434388" y="7747000"/>
          <p14:tracePt t="22460" x="8494713" y="7747000"/>
          <p14:tracePt t="22462" x="8518525" y="7759700"/>
          <p14:tracePt t="22476" x="8577263" y="7759700"/>
          <p14:tracePt t="22493" x="8624888" y="7770813"/>
          <p14:tracePt t="22496" x="8659813" y="7770813"/>
          <p14:tracePt t="22510" x="8718550" y="7770813"/>
          <p14:tracePt t="22527" x="8777288" y="7770813"/>
          <p14:tracePt t="22542" x="8859838" y="7770813"/>
          <p14:tracePt t="22543" x="8896350" y="7770813"/>
          <p14:tracePt t="22560" x="8978900" y="7747000"/>
          <p14:tracePt t="22575" x="9013825" y="7735888"/>
          <p14:tracePt t="22592" x="9072563" y="7735888"/>
          <p14:tracePt t="22609" x="9096375" y="7735888"/>
          <p14:tracePt t="22626" x="9132888" y="7735888"/>
          <p14:tracePt t="22642" x="9167813" y="7735888"/>
          <p14:tracePt t="22659" x="9191625" y="7735888"/>
          <p14:tracePt t="22662" x="9202738" y="7735888"/>
          <p14:tracePt t="22692" x="9215438" y="7735888"/>
          <p14:tracePt t="22710" x="9239250" y="7735888"/>
          <p14:tracePt t="22743" x="9250363" y="7735888"/>
          <p14:tracePt t="22777" x="9261475" y="7735888"/>
          <p14:tracePt t="22792" x="9274175" y="7735888"/>
          <p14:tracePt t="24646" x="9239250" y="7735888"/>
          <p14:tracePt t="24663" x="9144000" y="7735888"/>
          <p14:tracePt t="24698" x="8931275" y="7759700"/>
          <p14:tracePt t="24716" x="8859838" y="7770813"/>
          <p14:tracePt t="24732" x="8766175" y="7783513"/>
          <p14:tracePt t="24748" x="8731250" y="7783513"/>
          <p14:tracePt t="24766" x="8670925" y="7783513"/>
          <p14:tracePt t="24781" x="8636000" y="7783513"/>
          <p14:tracePt t="24800" x="8601075" y="7783513"/>
          <p14:tracePt t="24816" x="8564563" y="7783513"/>
          <p14:tracePt t="24832" x="8529638" y="7783513"/>
          <p14:tracePt t="24849" x="8505825" y="7783513"/>
          <p14:tracePt t="24864" x="8482013" y="7783513"/>
          <p14:tracePt t="24880" x="8458200" y="7783513"/>
          <p14:tracePt t="24897" x="8423275" y="7783513"/>
          <p14:tracePt t="24914" x="8375650" y="7783513"/>
          <p14:tracePt t="24932" x="8316913" y="7783513"/>
          <p14:tracePt t="24949" x="8293100" y="7783513"/>
          <p14:tracePt t="24953" x="8269288" y="7783513"/>
          <p14:tracePt t="24965" x="8223250" y="7770813"/>
          <p14:tracePt t="24967" x="8199438" y="7770813"/>
          <p14:tracePt t="24981" x="8139113" y="7770813"/>
          <p14:tracePt t="24999" x="8069263" y="7770813"/>
          <p14:tracePt t="25016" x="7974013" y="7770813"/>
          <p14:tracePt t="25031" x="7904163" y="7770813"/>
          <p14:tracePt t="25048" x="7843838" y="7770813"/>
          <p14:tracePt t="25052" x="7808913" y="7770813"/>
          <p14:tracePt t="25065" x="7785100" y="7770813"/>
          <p14:tracePt t="25067" x="7750175" y="7770813"/>
          <p14:tracePt t="25083" x="7691438" y="7783513"/>
          <p14:tracePt t="25085" x="7667625" y="7794625"/>
          <p14:tracePt t="25099" x="7585075" y="7807325"/>
          <p14:tracePt t="25115" x="7524750" y="7831138"/>
          <p14:tracePt t="25132" x="7454900" y="7853363"/>
          <p14:tracePt t="25133" x="7454900" y="7866063"/>
          <p14:tracePt t="25149" x="7418388" y="7877175"/>
          <p14:tracePt t="25155" x="7407275" y="7889875"/>
          <p14:tracePt t="25164" x="7396163" y="7900988"/>
          <p14:tracePt t="25458" x="7253288" y="7900988"/>
          <p14:tracePt t="25473" x="6486525" y="7900988"/>
          <p14:tracePt t="25497" x="5729288" y="7935913"/>
          <p14:tracePt t="25515" x="5138738" y="7959725"/>
          <p14:tracePt t="25532" x="4856163" y="7948613"/>
          <p14:tracePt t="25547" x="4630738" y="7913688"/>
          <p14:tracePt t="25564" x="4406900" y="7913688"/>
          <p14:tracePt t="25580" x="4300538" y="7900988"/>
          <p14:tracePt t="25598" x="4064000" y="7900988"/>
          <p14:tracePt t="25614" x="3862388" y="7900988"/>
          <p14:tracePt t="25630" x="3697288" y="7935913"/>
          <p14:tracePt t="25647" x="3497263" y="7948613"/>
          <p14:tracePt t="25664" x="3367088" y="7972425"/>
          <p14:tracePt t="25681" x="3236913" y="7972425"/>
          <p14:tracePt t="25698" x="3154363" y="7972425"/>
          <p14:tracePt t="25715" x="3095625" y="7972425"/>
          <p14:tracePt t="25716" x="3071813" y="7972425"/>
          <p14:tracePt t="25731" x="3024188" y="7972425"/>
          <p14:tracePt t="25748" x="2965450" y="7972425"/>
          <p14:tracePt t="25751" x="2952750" y="7972425"/>
          <p14:tracePt t="25766" x="2930525" y="7972425"/>
          <p14:tracePt t="25782" x="2894013" y="7972425"/>
          <p14:tracePt t="25799" x="2870200" y="7972425"/>
          <p14:tracePt t="25800" x="2859088" y="7972425"/>
          <p14:tracePt t="25816" x="2846388" y="7972425"/>
          <p14:tracePt t="25832" x="2824163" y="7972425"/>
          <p14:tracePt t="25850" x="2811463" y="7972425"/>
          <p14:tracePt t="25866" x="2800350" y="7972425"/>
          <p14:tracePt t="25898" x="2800350" y="7983538"/>
          <p14:tracePt t="25914" x="2800350" y="7996238"/>
          <p14:tracePt t="25933" x="2846388" y="7996238"/>
          <p14:tracePt t="25949" x="2906713" y="7996238"/>
          <p14:tracePt t="25966" x="2989263" y="7972425"/>
          <p14:tracePt t="25967" x="3036888" y="7959725"/>
          <p14:tracePt t="25981" x="3130550" y="7924800"/>
          <p14:tracePt t="25999" x="3236913" y="7913688"/>
          <p14:tracePt t="26000" x="3284538" y="7889875"/>
          <p14:tracePt t="26015" x="3390900" y="7866063"/>
          <p14:tracePt t="26031" x="3521075" y="7818438"/>
          <p14:tracePt t="26048" x="3744913" y="7783513"/>
          <p14:tracePt t="26051" x="3862388" y="7770813"/>
          <p14:tracePt t="26065" x="4087813" y="7770813"/>
          <p14:tracePt t="26082" x="4300538" y="7770813"/>
          <p14:tracePt t="26085" x="4394200" y="7770813"/>
          <p14:tracePt t="26097" x="4583113" y="7770813"/>
          <p14:tracePt t="26114" x="4749800" y="7770813"/>
          <p14:tracePt t="26131" x="4902200" y="7770813"/>
          <p14:tracePt t="26134" x="4949825" y="7770813"/>
          <p14:tracePt t="26149" x="5103813" y="7770813"/>
          <p14:tracePt t="26166" x="5221288" y="7747000"/>
          <p14:tracePt t="26168" x="5303838" y="7735888"/>
          <p14:tracePt t="26183" x="5457825" y="7712075"/>
          <p14:tracePt t="26199" x="5659438" y="7677150"/>
          <p14:tracePt t="26216" x="5942013" y="7653338"/>
          <p14:tracePt t="26232" x="6167438" y="7642225"/>
          <p14:tracePt t="26250" x="6356350" y="7642225"/>
          <p14:tracePt t="26253" x="6462713" y="7642225"/>
          <p14:tracePt t="26265" x="6627813" y="7677150"/>
          <p14:tracePt t="26283" x="6781800" y="7712075"/>
          <p14:tracePt t="26286" x="6864350" y="7724775"/>
          <p14:tracePt t="26298" x="6946900" y="7735888"/>
          <p14:tracePt t="26301" x="6994525" y="7747000"/>
          <p14:tracePt t="26332" x="7159625" y="7783513"/>
          <p14:tracePt t="26348" x="7253288" y="7807325"/>
          <p14:tracePt t="26367" x="7289800" y="7818438"/>
          <p14:tracePt t="26370" x="7300913" y="7818438"/>
          <p14:tracePt t="26381" x="7313613" y="7818438"/>
          <p14:tracePt t="26383" x="7324725" y="7818438"/>
          <p14:tracePt t="26398" x="7348538" y="7818438"/>
          <p14:tracePt t="26415" x="7359650" y="7818438"/>
          <p14:tracePt t="26432" x="7372350" y="7818438"/>
          <p14:tracePt t="26449" x="7383463" y="7818438"/>
          <p14:tracePt t="26738" x="7524750" y="7807325"/>
          <p14:tracePt t="26754" x="7867650" y="7770813"/>
          <p14:tracePt t="26785" x="8375650" y="7735888"/>
          <p14:tracePt t="26787" x="8447088" y="7735888"/>
          <p14:tracePt t="26801" x="8577263" y="7724775"/>
          <p14:tracePt t="26819" x="8647113" y="7724775"/>
          <p14:tracePt t="26822" x="8683625" y="7724775"/>
          <p14:tracePt t="26834" x="8731250" y="7724775"/>
          <p14:tracePt t="26851" x="8777288" y="7712075"/>
          <p14:tracePt t="26868" x="8824913" y="7700963"/>
          <p14:tracePt t="26870" x="8859838" y="7700963"/>
          <p14:tracePt t="26884" x="8920163" y="7688263"/>
          <p14:tracePt t="26900" x="9002713" y="7688263"/>
          <p14:tracePt t="26917" x="9109075" y="7688263"/>
          <p14:tracePt t="26933" x="9178925" y="7688263"/>
          <p14:tracePt t="26951" x="9239250" y="7700963"/>
          <p14:tracePt t="26953" x="9274175" y="7700963"/>
          <p14:tracePt t="26967" x="9332913" y="7712075"/>
          <p14:tracePt t="26985" x="9415463" y="7724775"/>
          <p14:tracePt t="27002" x="9545638" y="7724775"/>
          <p14:tracePt t="27017" x="9640888" y="7735888"/>
          <p14:tracePt t="27034" x="9699625" y="7747000"/>
          <p14:tracePt t="27037" x="9723438" y="7747000"/>
          <p14:tracePt t="27042" x="9747250" y="7747000"/>
          <p14:tracePt t="27050" x="9769475" y="7747000"/>
          <p14:tracePt t="27069" x="9793288" y="7747000"/>
          <p14:tracePt t="27072" x="9805988" y="7747000"/>
          <p14:tracePt t="27084" x="9829800" y="7747000"/>
          <p14:tracePt t="27101" x="9840913" y="7747000"/>
          <p14:tracePt t="27134" x="9853613" y="7747000"/>
          <p14:tracePt t="27150" x="9864725" y="7747000"/>
          <p14:tracePt t="27848" x="10018713" y="7747000"/>
          <p14:tracePt t="27866" x="10112375" y="7747000"/>
          <p14:tracePt t="27900" x="10231438" y="7747000"/>
          <p14:tracePt t="27919" x="10255250" y="7735888"/>
          <p14:tracePt t="27933" x="10277475" y="7735888"/>
          <p14:tracePt t="27949" x="10301288" y="7724775"/>
          <p14:tracePt t="27966" x="10313988" y="7700963"/>
          <p14:tracePt t="27984" x="10337800" y="7700963"/>
          <p14:tracePt t="28002" x="10361613" y="7700963"/>
          <p14:tracePt t="28016" x="10372725" y="7700963"/>
          <p14:tracePt t="28051" x="10407650" y="7677150"/>
          <p14:tracePt t="28067" x="10420350" y="7677150"/>
          <p14:tracePt t="28085" x="10431463" y="7664450"/>
          <p14:tracePt t="28101" x="10444163" y="7653338"/>
          <p14:tracePt t="28132" x="10455275" y="7653338"/>
          <p14:tracePt t="28151" x="10466388" y="7653338"/>
          <p14:tracePt t="28167" x="10479088" y="7653338"/>
          <p14:tracePt t="28184" x="10490200" y="7642225"/>
          <p14:tracePt t="28201" x="10502900" y="7642225"/>
          <p14:tracePt t="28204" x="10502900" y="7629525"/>
          <p14:tracePt t="28270" x="10514013" y="7629525"/>
          <p14:tracePt t="28363" x="10526713" y="7629525"/>
          <p14:tracePt t="28396" x="10537825" y="7629525"/>
          <p14:tracePt t="29583" x="10572750" y="7618413"/>
          <p14:tracePt t="29590" x="10633075" y="7594600"/>
          <p14:tracePt t="29604" x="10668000" y="7558088"/>
          <p14:tracePt t="29605" x="10726738" y="7546975"/>
          <p14:tracePt t="29621" x="10821988" y="7512050"/>
          <p14:tracePt t="29638" x="10915650" y="7464425"/>
          <p14:tracePt t="29643" x="10952163" y="7451725"/>
          <p14:tracePt t="29654" x="11080750" y="7405688"/>
          <p14:tracePt t="29672" x="11210925" y="7381875"/>
          <p14:tracePt t="29675" x="11271250" y="7369175"/>
          <p14:tracePt t="29689" x="11364913" y="7358063"/>
          <p14:tracePt t="29705" x="11436350" y="7346950"/>
          <p14:tracePt t="29722" x="11518900" y="7323138"/>
          <p14:tracePt t="29726" x="11566525" y="7323138"/>
          <p14:tracePt t="29739" x="11649075" y="7323138"/>
          <p14:tracePt t="29756" x="11707813" y="7323138"/>
          <p14:tracePt t="29759" x="11731625" y="7323138"/>
          <p14:tracePt t="29770" x="11766550" y="7323138"/>
          <p14:tracePt t="29771" x="11779250" y="7323138"/>
          <p14:tracePt t="29787" x="11814175" y="7323138"/>
          <p14:tracePt t="29803" x="11837988" y="7323138"/>
          <p14:tracePt t="29820" x="11872913" y="7323138"/>
          <p14:tracePt t="29839" x="11907838" y="7323138"/>
          <p14:tracePt t="29854" x="11944350" y="7323138"/>
          <p14:tracePt t="29871" x="11968163" y="7310438"/>
          <p14:tracePt t="29888" x="12003088" y="7299325"/>
          <p14:tracePt t="29889" x="12003088" y="7286625"/>
          <p14:tracePt t="29904" x="12038013" y="7275513"/>
          <p14:tracePt t="29921" x="12074525" y="7251700"/>
          <p14:tracePt t="29939" x="12157075" y="7192963"/>
          <p14:tracePt t="29954" x="12239625" y="7121525"/>
          <p14:tracePt t="29970" x="12357100" y="7051675"/>
          <p14:tracePt t="29971" x="12428538" y="7004050"/>
          <p14:tracePt t="29987" x="12476163" y="6980238"/>
          <p14:tracePt t="29988" x="12522200" y="6932613"/>
          <p14:tracePt t="30006" x="12604750" y="6861175"/>
          <p14:tracePt t="30008" x="12641263" y="6826250"/>
          <p14:tracePt t="30021" x="12747625" y="6756400"/>
          <p14:tracePt t="30038" x="12865100" y="6661150"/>
          <p14:tracePt t="30057" x="13112750" y="6496050"/>
          <p14:tracePt t="30071" x="13303250" y="6376988"/>
          <p14:tracePt t="30089" x="13444538" y="6294438"/>
          <p14:tracePt t="30090" x="13503275" y="6248400"/>
          <p14:tracePt t="30105" x="13609638" y="6200775"/>
          <p14:tracePt t="30121" x="13692188" y="6142038"/>
        </p14:tracePtLst>
      </p14:laserTraceLst>
    </p:ext>
    <p:ext uri="{E180D4A7-C9FB-4DFB-919C-405C955672EB}">
      <p14:showEvtLst xmlns:p14="http://schemas.microsoft.com/office/powerpoint/2010/main">
        <p14:playEvt time="340" objId="4"/>
        <p14:stopEvt time="29459" objId="4"/>
      </p14:showEvt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="" xmlns:a16="http://schemas.microsoft.com/office/drawing/2014/main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="" xmlns:a16="http://schemas.microsoft.com/office/drawing/2014/main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701701"/>
            <a:chOff x="591053" y="2050493"/>
            <a:chExt cx="12820150" cy="6701701"/>
          </a:xfrm>
        </p:grpSpPr>
        <p:grpSp>
          <p:nvGrpSpPr>
            <p:cNvPr id="25" name="그룹 24">
              <a:extLst>
                <a:ext uri="{FF2B5EF4-FFF2-40B4-BE49-F238E27FC236}">
                  <a16:creationId xmlns="" xmlns:a16="http://schemas.microsoft.com/office/drawing/2014/main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701701"/>
              <a:chOff x="616863" y="2825214"/>
              <a:chExt cx="8637608" cy="6701701"/>
            </a:xfrm>
          </p:grpSpPr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6305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Seq2Seq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모델에서 번역을 수행할 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입력 문장을 원래 순서로 학습하기보다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 문장을 뒤집어서 학습을 진행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하였음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원래 문장 순서로 학습하는 경우 출력 단어와 대응하는 입력 단어 사이의 거리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(minimum Time lag)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</a:t>
                </a:r>
                <a:r>
                  <a:rPr lang="ko-KR" altLang="en-US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길어짐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I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love you -&gt; </a:t>
                </a:r>
                <a:r>
                  <a:rPr lang="en-US" altLang="ko-KR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Je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t'aime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   /  you love</a:t>
                </a:r>
                <a:r>
                  <a:rPr lang="en-US" altLang="ko-KR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I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-&gt; </a:t>
                </a:r>
                <a:r>
                  <a:rPr lang="en-US" altLang="ko-KR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Je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t'aime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뒤집어서 학습하면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평균적인 입력 문장과 출력 문장내 단어간 거리를 크게 변하지 않지만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출력 문장의 첫 번째 단어와 입력 문장의 첫 번째 단어와 가까워지는 효과가 있음</a:t>
                </a:r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실제로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LSTM’s test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perplexity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4.8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4.7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로 감소함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 = Entropy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낮다 </a:t>
                </a:r>
                <a:r>
                  <a:rPr lang="en-US" altLang="ko-KR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= </a:t>
                </a:r>
                <a:r>
                  <a: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다음에 올 단어의 범위를 줄일 수 있음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Question: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그럼 모든 경우에 이런 방식이 유리할 것인가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</a:t>
                </a:r>
              </a:p>
              <a:p>
                <a:pPr marL="1257300" lvl="2" indent="-34290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Question: </a:t>
                </a:r>
                <a:r>
                  <a:rPr lang="ko-KR" altLang="en-US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그럼 어떤 것으로 해결해볼까</a:t>
                </a:r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</a:t>
                </a: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장기 의존성 문제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측면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보통의 언어는 문장의 첫 번째 부분에 중요한 요소가 들어있는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key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있는 경우가 많음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 문장이 길어지면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초반 정보가 희미해지는 문제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발생할 수 있음</a:t>
                </a:r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원래 문장에서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중요 단어가 초반부에 나올 경우 이를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Decoder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로 전달되며 정보 손실의 가능성이 큼</a:t>
                </a: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endParaRPr lang="en-US" altLang="ko-KR" sz="105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b="1" dirty="0">
                    <a:highlight>
                      <a:srgbClr val="FFFF00"/>
                    </a:highligh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Backpropagation 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측면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 Decoder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Encoder LSTM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으로 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Loss</a:t>
                </a:r>
                <a:r>
                  <a:rPr lang="ko-KR" altLang="en-US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흐를 때</a:t>
                </a:r>
                <a:r>
                  <a:rPr lang="en-US" altLang="ko-KR" sz="2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이를 중요 단어가 기울기 소실문제 없이 잘 학습될 수 있음</a:t>
                </a: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3.3.3. Reversing the Source Sentences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="" xmlns:a16="http://schemas.microsoft.com/office/drawing/2014/main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(3/4)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="" xmlns:a16="http://schemas.microsoft.com/office/drawing/2014/main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="" xmlns:a16="http://schemas.microsoft.com/office/drawing/2014/main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="" xmlns:a16="http://schemas.microsoft.com/office/drawing/2014/main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="" xmlns:a16="http://schemas.microsoft.com/office/drawing/2014/main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</p:spTree>
    <p:extLst>
      <p:ext uri="{BB962C8B-B14F-4D97-AF65-F5344CB8AC3E}">
        <p14:creationId xmlns:p14="http://schemas.microsoft.com/office/powerpoint/2010/main" val="52365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5830437"/>
            <a:chOff x="591053" y="2050493"/>
            <a:chExt cx="12820150" cy="5830437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5830437"/>
              <a:chOff x="616863" y="2825214"/>
              <a:chExt cx="8637608" cy="583043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543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단어 </a:t>
                </a:r>
                <a:r>
                  <a:rPr lang="ko-KR" altLang="en-US" sz="2000" dirty="0" err="1" smtClean="0">
                    <a:latin typeface="한컴 고딕" panose="020B0600000101010101" charset="-127"/>
                    <a:ea typeface="한컴 고딕" panose="020B0600000101010101" charset="-127"/>
                  </a:rPr>
                  <a:t>임베딩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 차원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1000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으로 설정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4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층을 가진 심층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LSTM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사용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각 층에는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1000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개의 셀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-&gt;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문장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8000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개의 실수로 표현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384M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매개변수 포함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64M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개는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recurrent connections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매개변수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/>
                  <a:t>모든 </a:t>
                </a:r>
                <a:r>
                  <a:rPr lang="en-US" altLang="ko-KR" sz="2000" dirty="0"/>
                  <a:t>LSTM </a:t>
                </a:r>
                <a:r>
                  <a:rPr lang="ko-KR" altLang="en-US" sz="2000" dirty="0"/>
                  <a:t>매개변수는 </a:t>
                </a:r>
                <a:r>
                  <a:rPr lang="en-US" altLang="ko-KR" sz="2000" dirty="0"/>
                  <a:t>-0.08</a:t>
                </a:r>
                <a:r>
                  <a:rPr lang="ko-KR" altLang="en-US" sz="2000" dirty="0"/>
                  <a:t>에서 </a:t>
                </a:r>
                <a:r>
                  <a:rPr lang="en-US" altLang="ko-KR" sz="2000" dirty="0"/>
                  <a:t>0.08 </a:t>
                </a:r>
                <a:r>
                  <a:rPr lang="ko-KR" altLang="en-US" sz="2000" dirty="0"/>
                  <a:t>사이의 균등 분포를 사용하여 초기화</a:t>
                </a:r>
                <a:endParaRPr lang="en-US" altLang="ko-KR" sz="2000" dirty="0"/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모멘텀이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 없는 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SGD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사용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학습률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0.7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설정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5 epoch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이후에는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epoch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마다 절반으로 감소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총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7.5 epoch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진행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배치 크기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128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설정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3.3.4.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Training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Details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648" y="2771120"/>
            <a:ext cx="6160979" cy="25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0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630656"/>
            <a:chOff x="591053" y="2050493"/>
            <a:chExt cx="12820150" cy="6630656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630656"/>
              <a:chOff x="616863" y="2825214"/>
              <a:chExt cx="8637608" cy="6630656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6234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Deep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LSTM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이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shallow LSTM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보다 우수한 성능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   -&gt;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각 층이 추가될 때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마다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Perplexity 10%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감소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Perplexity =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혼란도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모델이 다음 단어를 얼마나 혼란스럽게 예측하는지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H(p) =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확률분포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를 따르는 문장 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W = w1,w2,…,</a:t>
                </a:r>
                <a:r>
                  <a:rPr lang="en-US" altLang="ko-KR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wN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에 대한 크로스 엔트로피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완벽한 모델의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Perplexity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   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: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매 단어를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100%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정확히 예측 시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P(</a:t>
                </a:r>
                <a:r>
                  <a:rPr lang="en-US" altLang="ko-KR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wi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​∣w1​,...,wi−1​) = 1,   PPL = 2^{0} = 1</a:t>
                </a: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랜덤 예측 모델의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Perplexity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   : 1000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 어휘에서 완전히 </a:t>
                </a: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랜덤하게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예측 시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P(</a:t>
                </a:r>
                <a:r>
                  <a:rPr lang="en-US" altLang="ko-KR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wi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​∣w1​,...,wi−1​) = 1/1000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      H(P) = −log2​(1/1000​) = log2​(1000) ≈ 10,   PPL = 2^{10} = 1024</a:t>
                </a:r>
              </a:p>
              <a:p>
                <a:pPr>
                  <a:lnSpc>
                    <a:spcPct val="130000"/>
                  </a:lnSpc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3.3.4.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Training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Details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55" y="5081568"/>
            <a:ext cx="1817545" cy="44293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9" y="4831792"/>
            <a:ext cx="5025545" cy="107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4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630656"/>
            <a:chOff x="591053" y="2050493"/>
            <a:chExt cx="12820150" cy="6630656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630656"/>
              <a:chOff x="616863" y="2825214"/>
              <a:chExt cx="8637608" cy="6630656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6234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LSTM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은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vanishing gradient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문제에는 비교적 강하지만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exploding gradient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문제가 발생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경사 벡터의 노름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(norm)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이 일정 </a:t>
                </a: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임계값을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 초과할 경우 이를 조정하는 방식으로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해결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기울기의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L2 norm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이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5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를 초과하면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5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로 정규화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   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: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학습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배치에 대해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s = ||g||_2​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를 계산하고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g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는 </a:t>
                </a: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그래디언트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      s &gt; 5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이면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g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=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5g / s​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로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조정 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-&gt;  s = 5</a:t>
                </a: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무작위로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128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문장을 선택한 경우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대부분 짧은 문장이 포함되고 긴 문장은 일부만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포함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긴 문장에 맞춰 </a:t>
                </a:r>
                <a:r>
                  <a:rPr lang="ko-KR" altLang="en-US" sz="2000" dirty="0" err="1" smtClean="0">
                    <a:latin typeface="한컴 고딕" panose="020B0600000101010101" charset="-127"/>
                    <a:ea typeface="한컴 고딕" panose="020B0600000101010101" charset="-127"/>
                  </a:rPr>
                  <a:t>패딩을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 진행하여 배치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내에서 연산 리소스가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낭비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배치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내의 문장들이 비슷한 길이를 가지도록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구성 </a:t>
                </a:r>
                <a:r>
                  <a:rPr lang="en-US" altLang="ko-KR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-&gt;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학습 속도를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2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배 </a:t>
                </a:r>
                <a:r>
                  <a:rPr lang="ko-KR" altLang="en-US" sz="2000" dirty="0" smtClean="0">
                    <a:latin typeface="한컴 고딕" panose="020B0600000101010101" charset="-127"/>
                    <a:ea typeface="한컴 고딕" panose="020B0600000101010101" charset="-127"/>
                  </a:rPr>
                  <a:t>향상</a:t>
                </a: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단일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GPU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처리속도 초당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1700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단어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8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GPU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에서 병렬화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LSTM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의 각 층은 서로 다른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4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GPU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에서 실행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, </a:t>
                </a:r>
                <a:r>
                  <a:rPr lang="ko-KR" altLang="en-US" sz="2000" dirty="0" err="1">
                    <a:latin typeface="한컴 고딕" panose="020B0600000101010101" charset="-127"/>
                    <a:ea typeface="한컴 고딕" panose="020B0600000101010101" charset="-127"/>
                  </a:rPr>
                  <a:t>소프트맥스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 연산 병렬화에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4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개의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GPU 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사용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초당 </a:t>
                </a:r>
                <a:r>
                  <a:rPr lang="en-US" altLang="ko-KR" sz="2000" dirty="0">
                    <a:latin typeface="한컴 고딕" panose="020B0600000101010101" charset="-127"/>
                    <a:ea typeface="한컴 고딕" panose="020B0600000101010101" charset="-127"/>
                  </a:rPr>
                  <a:t>6300</a:t>
                </a:r>
                <a:r>
                  <a:rPr lang="ko-KR" altLang="en-US" sz="2000" dirty="0">
                    <a:latin typeface="한컴 고딕" panose="020B0600000101010101" charset="-127"/>
                    <a:ea typeface="한컴 고딕" panose="020B0600000101010101" charset="-127"/>
                  </a:rPr>
                  <a:t>단어 처리 </a:t>
                </a:r>
                <a:endParaRPr lang="en-US" altLang="ko-KR" sz="2000" dirty="0"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3.3.4. </a:t>
                </a:r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Training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Details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</p:spTree>
    <p:extLst>
      <p:ext uri="{BB962C8B-B14F-4D97-AF65-F5344CB8AC3E}">
        <p14:creationId xmlns:p14="http://schemas.microsoft.com/office/powerpoint/2010/main" val="416510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13561"/>
            <a:chOff x="591053" y="2050493"/>
            <a:chExt cx="12820150" cy="61356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13561"/>
              <a:chOff x="616863" y="2825214"/>
              <a:chExt cx="8637608" cy="61356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21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3.3.6. </a:t>
                </a:r>
                <a:r>
                  <a:rPr lang="en-US" altLang="ko-KR" sz="2800" b="1" dirty="0">
                    <a:latin typeface="한컴 고딕" panose="020B0600000101010101" charset="-127"/>
                    <a:ea typeface="한컴 고딕" panose="020B0600000101010101" charset="-127"/>
                  </a:rPr>
                  <a:t>Experimental Results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622" y="2670739"/>
            <a:ext cx="4107858" cy="279057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96" y="6349810"/>
            <a:ext cx="5485344" cy="266186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176" y="6017669"/>
            <a:ext cx="5902924" cy="292640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14" y="2987258"/>
            <a:ext cx="5947261" cy="2082139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784864" y="5254472"/>
            <a:ext cx="6858000" cy="8125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서로 다른 </a:t>
            </a:r>
            <a:r>
              <a:rPr lang="ko-KR" altLang="en-US" dirty="0" err="1">
                <a:latin typeface="한컴 고딕" panose="020B0600000101010101" charset="-127"/>
                <a:ea typeface="한컴 고딕" panose="020B0600000101010101" charset="-127"/>
              </a:rPr>
              <a:t>난수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 초기화와 서로 다른 미니배치 순서를 사용하여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LSTM ENSEMBLE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 학습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394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13561"/>
            <a:chOff x="591053" y="2050493"/>
            <a:chExt cx="12820150" cy="61356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13561"/>
              <a:chOff x="616863" y="2825214"/>
              <a:chExt cx="8637608" cy="61356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21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3.3.6. </a:t>
                </a:r>
                <a:r>
                  <a:rPr lang="en-US" altLang="ko-KR" sz="2800" b="1" dirty="0">
                    <a:latin typeface="한컴 고딕" panose="020B0600000101010101" charset="-127"/>
                    <a:ea typeface="한컴 고딕" panose="020B0600000101010101" charset="-127"/>
                  </a:rPr>
                  <a:t>Experimental Results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77048" y="5190982"/>
            <a:ext cx="9829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OOV(out-of-vocabulary)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단어를 처리할 수 없는 한계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    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-&gt;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어휘 목록에 없는 단어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(OOV)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는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UNK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토큰으로 대체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LSTM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기반 모델은 </a:t>
            </a:r>
            <a:r>
              <a:rPr lang="ko-KR" altLang="en-US" dirty="0" err="1">
                <a:latin typeface="한컴 고딕" panose="020B0600000101010101" charset="-127"/>
                <a:ea typeface="한컴 고딕" panose="020B0600000101010101" charset="-127"/>
              </a:rPr>
              <a:t>임베딩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 사용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-&gt;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고정된 어휘 크기로 인해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OOV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단어를 처리할 방법이 부족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Phrase-Based SMT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는 비슷한 단어를 대체하거나 새로운 단어를 조합하여 처리 가능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  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사전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기반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: BLEU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→ "score"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로 대체하여 번역 가능 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  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편집 거리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기반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: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또는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철자가 비슷한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"blue"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를 선택할 수도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있음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가장 우수한 시스템을 능가하지는 못했지만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,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순수한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신경망 기반 번역 시스템이 처음으로 대규모 기계 번역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작업에서 위 한계에도 불구하고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, SMT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시스템을 상당한 차이로 능가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531" y="3118426"/>
            <a:ext cx="8408938" cy="20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9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13561"/>
            <a:chOff x="591053" y="2050493"/>
            <a:chExt cx="12820150" cy="61356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13561"/>
              <a:chOff x="616863" y="2825214"/>
              <a:chExt cx="8637608" cy="61356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21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3.3.7. </a:t>
                </a:r>
                <a:r>
                  <a:rPr lang="en-US" altLang="ko-KR" sz="2800" b="1" dirty="0">
                    <a:latin typeface="한컴 고딕" panose="020B0600000101010101" charset="-127"/>
                    <a:ea typeface="한컴 고딕" panose="020B0600000101010101" charset="-127"/>
                  </a:rPr>
                  <a:t>Performance on long sentences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46" y="3123351"/>
            <a:ext cx="6366354" cy="3274451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592991" y="6271450"/>
            <a:ext cx="12268200" cy="2613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왼쪽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그래프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: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문장 길이에 따른 성능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변화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,   X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축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: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테스트 문장을 길이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(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단어 개수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)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에 따라 정렬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35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단어 이하의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문장에서는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LSTM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이 기존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SMT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모델보다 전체적으로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우수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오른쪽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그래프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: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희귀 단어 빈도에 따른 성능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변화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,   X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축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: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문장 내 단어들의 평균 빈도 순위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자주 등장하는 단어로 구성된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문장에서는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LSTM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이 압도적으로 우수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희귀 단어가 많아질수록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LSTM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의 장점이 줄어들며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,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기존 모델과 성능이 </a:t>
            </a:r>
            <a:r>
              <a:rPr lang="ko-KR" altLang="en-US" dirty="0" err="1">
                <a:latin typeface="한컴 고딕" panose="020B0600000101010101" charset="-127"/>
                <a:ea typeface="한컴 고딕" panose="020B0600000101010101" charset="-127"/>
              </a:rPr>
              <a:t>비슷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24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3CC5A7-A05D-4EA0-3CE8-A1E82E796B6C}"/>
              </a:ext>
            </a:extLst>
          </p:cNvPr>
          <p:cNvGrpSpPr/>
          <p:nvPr/>
        </p:nvGrpSpPr>
        <p:grpSpPr>
          <a:xfrm>
            <a:off x="438650" y="2247900"/>
            <a:ext cx="12820150" cy="613561"/>
            <a:chOff x="591053" y="2050493"/>
            <a:chExt cx="12820150" cy="61356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B7821D0B-B53E-6CAA-38B2-ACB797631D42}"/>
                </a:ext>
              </a:extLst>
            </p:cNvPr>
            <p:cNvGrpSpPr/>
            <p:nvPr/>
          </p:nvGrpSpPr>
          <p:grpSpPr>
            <a:xfrm>
              <a:off x="591053" y="2050493"/>
              <a:ext cx="12820150" cy="613561"/>
              <a:chOff x="616863" y="2825214"/>
              <a:chExt cx="8637608" cy="61356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F3A4B2FE-8620-61A6-E9B3-DA13456E9B02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8637608" cy="21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35B6B6-7AD5-96CE-224E-A55782A2ADCE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3.3.7. </a:t>
                </a:r>
                <a:r>
                  <a:rPr lang="en-US" altLang="ko-KR" sz="2800" b="1" dirty="0">
                    <a:latin typeface="한컴 고딕" panose="020B0600000101010101" charset="-127"/>
                    <a:ea typeface="한컴 고딕" panose="020B0600000101010101" charset="-127"/>
                  </a:rPr>
                  <a:t>Performance on long sentences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</p:grpSp>
        <p:sp>
          <p:nvSpPr>
            <p:cNvPr id="26" name="순서도: 추출 25">
              <a:extLst>
                <a:ext uri="{FF2B5EF4-FFF2-40B4-BE49-F238E27FC236}">
                  <a16:creationId xmlns:a16="http://schemas.microsoft.com/office/drawing/2014/main" xmlns="" id="{32C63C2D-4BB2-CCD9-1B16-FC9A693975F6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1239945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3.3. Experiments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(4/4</a:t>
              </a:r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Experiments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92991" y="6695344"/>
            <a:ext cx="12268200" cy="225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모델의 매력적인 특징 중 하나는 단어 시퀀스를 고정된 차원의 벡터로 변환할 수 있는 능력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인코더의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hidden states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를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2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차원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PCA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공간에 투영한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결과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   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문장들은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의미적으로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cluster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형성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   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단어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순서에 민감하게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반응 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&lt;-&gt;  Bag-of-Words(BOW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)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모델에서는 포착하기 어려운 특징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   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능동태와 수동태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간의 변환에는 비교적 둔감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52" y="2908937"/>
            <a:ext cx="10476746" cy="39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3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420ACD-B587-D01F-A1DF-015F015F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xmlns="" id="{B5F98368-08C8-F7E5-C2C7-B743D11D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553BEDB-0B32-42C4-29D9-52BA82A36267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76">
            <a:extLst>
              <a:ext uri="{FF2B5EF4-FFF2-40B4-BE49-F238E27FC236}">
                <a16:creationId xmlns:a16="http://schemas.microsoft.com/office/drawing/2014/main" xmlns="" id="{E733D877-F7D6-E76A-C70A-CBD35D8C3508}"/>
              </a:ext>
            </a:extLst>
          </p:cNvPr>
          <p:cNvSpPr txBox="1"/>
          <p:nvPr/>
        </p:nvSpPr>
        <p:spPr>
          <a:xfrm>
            <a:off x="3246465" y="4059531"/>
            <a:ext cx="722307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5400" b="1" kern="0" spc="-75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endParaRPr lang="en-US" altLang="ko-KR" sz="5400" b="1" kern="0" spc="-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5A51D7-D49B-9D40-0F1C-4140C24DD80B}"/>
              </a:ext>
            </a:extLst>
          </p:cNvPr>
          <p:cNvSpPr txBox="1"/>
          <p:nvPr/>
        </p:nvSpPr>
        <p:spPr>
          <a:xfrm>
            <a:off x="4752749" y="5302530"/>
            <a:ext cx="4210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  <a:p>
            <a:pPr algn="ctr"/>
            <a:endParaRPr lang="en-US" altLang="ko-KR" b="1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1E8EAE-0A36-8706-1461-7D52A5173687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grpSp>
        <p:nvGrpSpPr>
          <p:cNvPr id="6" name="그룹 1004">
            <a:extLst>
              <a:ext uri="{FF2B5EF4-FFF2-40B4-BE49-F238E27FC236}">
                <a16:creationId xmlns:a16="http://schemas.microsoft.com/office/drawing/2014/main" xmlns="" id="{9DFE635D-5A9A-11BA-8B72-82122EBEFD47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7" name="Object 14">
              <a:extLst>
                <a:ext uri="{FF2B5EF4-FFF2-40B4-BE49-F238E27FC236}">
                  <a16:creationId xmlns:a16="http://schemas.microsoft.com/office/drawing/2014/main" xmlns="" id="{1A1B8F7C-6244-657D-2CF8-73AEBC69F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260669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7"/>
    </mc:Choice>
    <mc:Fallback xmlns="">
      <p:transition spd="slow" advTm="3797"/>
    </mc:Fallback>
  </mc:AlternateContent>
  <p:extLst mod="1">
    <p:ext uri="{3A86A75C-4F4B-4683-9AE1-C65F6400EC91}">
      <p14:laserTraceLst xmlns:p14="http://schemas.microsoft.com/office/powerpoint/2010/main">
        <p14:tracePtLst>
          <p14:tracePt t="535" x="13173075" y="5091113"/>
          <p14:tracePt t="541" x="13030200" y="5091113"/>
          <p14:tracePt t="557" x="12723813" y="5091113"/>
          <p14:tracePt t="574" x="12345988" y="5113338"/>
          <p14:tracePt t="592" x="11861800" y="5208588"/>
          <p14:tracePt t="608" x="11684000" y="5243513"/>
          <p14:tracePt t="626" x="11577638" y="5256213"/>
          <p14:tracePt t="640" x="11530013" y="5267325"/>
          <p14:tracePt t="658" x="11495088" y="5280025"/>
          <p14:tracePt t="661" x="11471275" y="5280025"/>
          <p14:tracePt t="675" x="11423650" y="5302250"/>
          <p14:tracePt t="691" x="11329988" y="5326063"/>
          <p14:tracePt t="708" x="11164888" y="5373688"/>
          <p14:tracePt t="725" x="11010900" y="5397500"/>
          <p14:tracePt t="741" x="10880725" y="5445125"/>
          <p14:tracePt t="758" x="10763250" y="5480050"/>
          <p14:tracePt t="775" x="10715625" y="5491163"/>
          <p14:tracePt t="778" x="10691813" y="5491163"/>
          <p14:tracePt t="792" x="10668000" y="5503863"/>
          <p14:tracePt t="808" x="10644188" y="5514975"/>
          <p14:tracePt t="825" x="10633075" y="5514975"/>
          <p14:tracePt t="842" x="10620375" y="5514975"/>
          <p14:tracePt t="858" x="10609263" y="5514975"/>
          <p14:tracePt t="884" x="10609263" y="5503863"/>
          <p14:tracePt t="904" x="10609263" y="5491163"/>
          <p14:tracePt t="932" x="10609263" y="5480050"/>
          <p14:tracePt t="1063" x="10609263" y="5468938"/>
          <p14:tracePt t="1078" x="10609263" y="5456238"/>
          <p14:tracePt t="1097" x="10620375" y="5456238"/>
          <p14:tracePt t="1780" x="10644188" y="5445125"/>
          <p14:tracePt t="1796" x="10726738" y="5432425"/>
          <p14:tracePt t="1798" x="10763250" y="5421313"/>
          <p14:tracePt t="1830" x="10904538" y="5397500"/>
          <p14:tracePt t="1847" x="11022013" y="5386388"/>
          <p14:tracePt t="1864" x="11128375" y="5349875"/>
          <p14:tracePt t="1881" x="11234738" y="5326063"/>
          <p14:tracePt t="1884" x="11317288" y="5314950"/>
          <p14:tracePt t="1889" x="11364913" y="5291138"/>
          <p14:tracePt t="1896" x="11423650" y="5280025"/>
          <p14:tracePt t="1914" x="11495088" y="5256213"/>
          <p14:tracePt t="1931" x="11636375" y="5219700"/>
          <p14:tracePt t="1947" x="11707813" y="5208588"/>
          <p14:tracePt t="1964" x="11801475" y="5173663"/>
          <p14:tracePt t="1966" x="11837988" y="5160963"/>
          <p14:tracePt t="1980" x="11955463" y="5137150"/>
          <p14:tracePt t="1997" x="12061825" y="5113338"/>
          <p14:tracePt t="2000" x="12144375" y="5078413"/>
          <p14:tracePt t="2014" x="12239625" y="5054600"/>
          <p14:tracePt t="2349" x="12322175" y="5030788"/>
          <p14:tracePt t="2366" x="12522200" y="5006975"/>
          <p14:tracePt t="2369" x="12604750" y="4984750"/>
          <p14:tracePt t="2374" x="12676188" y="4984750"/>
          <p14:tracePt t="2389" x="12830175" y="4972050"/>
          <p14:tracePt t="2407" x="12936538" y="4960938"/>
          <p14:tracePt t="2424" x="13112750" y="4924425"/>
          <p14:tracePt t="2440" x="13242925" y="4913313"/>
          <p14:tracePt t="2457" x="13373100" y="4889500"/>
          <p14:tracePt t="2461" x="13431838" y="4878388"/>
          <p14:tracePt t="2474" x="13550900" y="4854575"/>
          <p14:tracePt t="2491" x="13668375" y="4841875"/>
          <p14:tracePt t="2493" x="13704888" y="4841875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3A4B2FE-8620-61A6-E9B3-DA13456E9B02}"/>
              </a:ext>
            </a:extLst>
          </p:cNvPr>
          <p:cNvSpPr txBox="1"/>
          <p:nvPr/>
        </p:nvSpPr>
        <p:spPr>
          <a:xfrm>
            <a:off x="438650" y="2095500"/>
            <a:ext cx="12820150" cy="657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[22] Statistical </a:t>
            </a: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Language Models based on Neural Networks</a:t>
            </a: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SMT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시스템이 생성한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n-best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리스트를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rescoring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하여 신경망 언어모델을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MT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에 적용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[1] </a:t>
            </a: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Joint language and translation modeling with recurrent neural networks</a:t>
            </a: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소스 문장의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language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정보를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활용한 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Joint language and translation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모델 사용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[8] </a:t>
            </a: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Fast and robust neural network joint models for statistical machine translation</a:t>
            </a: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.</a:t>
            </a: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 err="1" smtClean="0">
                <a:latin typeface="한컴 고딕" panose="020B0600000101010101" charset="-127"/>
                <a:ea typeface="한컴 고딕" panose="020B0600000101010101" charset="-127"/>
              </a:rPr>
              <a:t>디코더의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정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렬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정보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(</a:t>
            </a:r>
            <a:r>
              <a:rPr lang="ko-KR" altLang="en-US" dirty="0"/>
              <a:t>입력 문장의 단어와 출력 문장의 단어 간의 관계 </a:t>
            </a:r>
            <a:r>
              <a:rPr lang="en-US" altLang="ko-KR" dirty="0" smtClean="0"/>
              <a:t>)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를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활용하여 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/>
              <a:t>출력 문장에서 특정 단어를 예측할 때</a:t>
            </a:r>
            <a:r>
              <a:rPr lang="en-US" altLang="ko-KR" dirty="0"/>
              <a:t>, </a:t>
            </a:r>
            <a:r>
              <a:rPr lang="ko-KR" altLang="en-US" dirty="0"/>
              <a:t>입력 문장에서 가장 관련 있는 단어들만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 -&gt; </a:t>
            </a:r>
            <a:r>
              <a:rPr lang="ko-KR" altLang="en-US" dirty="0" smtClean="0"/>
              <a:t>더 효율적인 문맥 활용</a:t>
            </a:r>
            <a:endParaRPr lang="en-US" altLang="ko-KR" dirty="0" smtClean="0"/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[18]</a:t>
            </a: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 Recurrent continuous translation models.</a:t>
            </a:r>
            <a:endParaRPr lang="en-US" altLang="ko-KR" u="sng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처음으로 입력 문장을 벡터로 변환한 후 다시 문장으로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복원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. CNN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을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사용하여 문장을 벡터로 </a:t>
            </a:r>
            <a:r>
              <a:rPr lang="ko-KR" altLang="en-US" dirty="0" err="1" smtClean="0">
                <a:latin typeface="한컴 고딕" panose="020B0600000101010101" charset="-127"/>
                <a:ea typeface="한컴 고딕" panose="020B0600000101010101" charset="-127"/>
              </a:rPr>
              <a:t>매핑하여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단어 순서 정보가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손실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 smtClean="0">
                <a:latin typeface="한컴 고딕" panose="020B0600000101010101" charset="-127"/>
                <a:ea typeface="한컴 고딕" panose="020B0600000101010101" charset="-127"/>
              </a:rPr>
              <a:t>[5] </a:t>
            </a: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Learning phrase representations using RNN encoder-decoder for statistical machine translation.</a:t>
            </a:r>
            <a:endParaRPr lang="en-US" altLang="ko-KR" u="sng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RNN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구조를 사용하여 문장을 벡터로 변환한 후 다시 문장으로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복원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841053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771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4.1. Related work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ko-KR" sz="4000" kern="0" spc="-75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Related work</a:t>
            </a:r>
            <a:endParaRPr lang="en-US" altLang="ko-KR" sz="4000" kern="0" spc="-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09" y="7895766"/>
            <a:ext cx="3632782" cy="162488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4817" y="1692415"/>
            <a:ext cx="2029658" cy="273562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297" y="4963282"/>
            <a:ext cx="3563983" cy="122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3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56632-4D88-90F3-58A5-BBCD784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F6A9361-BB7F-B06F-C8D8-03FA49015508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xmlns="" id="{0B424D60-D8DF-5005-15AA-1CB74EE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4EF75-ED0D-E5CF-54DB-860F70826DF2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3A4B2FE-8620-61A6-E9B3-DA13456E9B02}"/>
              </a:ext>
            </a:extLst>
          </p:cNvPr>
          <p:cNvSpPr txBox="1"/>
          <p:nvPr/>
        </p:nvSpPr>
        <p:spPr>
          <a:xfrm>
            <a:off x="438650" y="2095500"/>
            <a:ext cx="12820150" cy="333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[26] Overcoming the curse of sentence length for neural machine translation using automatic segmentation.</a:t>
            </a: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신경망 기반 번역 시스템</a:t>
            </a: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(NMT)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은 긴 문장을 번역할 때 품질이 크게 저하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기존의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phrase-based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번역 시스템은 긴 문장에서도 비교적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안정적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자동으로 문장을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phrase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단위로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분할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,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각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phrase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를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독립적으로 번역한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후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최종적으로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결합</a:t>
            </a:r>
            <a:endParaRPr lang="en-US" altLang="ko-KR" dirty="0" smtClean="0">
              <a:latin typeface="한컴 고딕" panose="020B0600000101010101" charset="-127"/>
              <a:ea typeface="한컴 고딕" panose="020B0600000101010101" charset="-127"/>
            </a:endParaRPr>
          </a:p>
          <a:p>
            <a:pPr>
              <a:lnSpc>
                <a:spcPct val="130000"/>
              </a:lnSpc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u="sng" dirty="0">
                <a:latin typeface="한컴 고딕" panose="020B0600000101010101" charset="-127"/>
                <a:ea typeface="한컴 고딕" panose="020B0600000101010101" charset="-127"/>
              </a:rPr>
              <a:t>[2] Neural machine translation by jointly learning to align and translate.</a:t>
            </a: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r>
              <a:rPr lang="en-US" altLang="ko-KR" dirty="0">
                <a:latin typeface="한컴 고딕" panose="020B0600000101010101" charset="-127"/>
                <a:ea typeface="한컴 고딕" panose="020B0600000101010101" charset="-127"/>
              </a:rPr>
              <a:t>Attention Mechanism</a:t>
            </a:r>
            <a:r>
              <a:rPr lang="ko-KR" altLang="en-US" dirty="0">
                <a:latin typeface="한컴 고딕" panose="020B0600000101010101" charset="-127"/>
                <a:ea typeface="한컴 고딕" panose="020B0600000101010101" charset="-127"/>
              </a:rPr>
              <a:t>을 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 </a:t>
            </a:r>
            <a:r>
              <a:rPr lang="en-US" altLang="ko-KR" dirty="0" smtClean="0">
                <a:latin typeface="한컴 고딕" panose="020B0600000101010101" charset="-127"/>
                <a:ea typeface="한컴 고딕" panose="020B0600000101010101" charset="-127"/>
              </a:rPr>
              <a:t>RNN seq2seq</a:t>
            </a:r>
            <a:r>
              <a:rPr lang="ko-KR" altLang="en-US" dirty="0" smtClean="0">
                <a:latin typeface="한컴 고딕" panose="020B0600000101010101" charset="-127"/>
                <a:ea typeface="한컴 고딕" panose="020B0600000101010101" charset="-127"/>
              </a:rPr>
              <a:t>에 사용</a:t>
            </a: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  <a:p>
            <a:pPr marL="285744" indent="-285744">
              <a:lnSpc>
                <a:spcPct val="130000"/>
              </a:lnSpc>
              <a:buFont typeface="한컴 고딕" panose="02030504000101010101" pitchFamily="18" charset="-127"/>
              <a:buChar char="○"/>
            </a:pPr>
            <a:endParaRPr lang="en-US" altLang="ko-KR" dirty="0">
              <a:latin typeface="한컴 고딕" panose="020B0600000101010101" charset="-127"/>
              <a:ea typeface="한컴 고딕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8117A7-6D26-B2F1-D3DD-D8DFE3AAB91D}"/>
              </a:ext>
            </a:extLst>
          </p:cNvPr>
          <p:cNvGrpSpPr/>
          <p:nvPr/>
        </p:nvGrpSpPr>
        <p:grpSpPr>
          <a:xfrm>
            <a:off x="433048" y="1645254"/>
            <a:ext cx="12986271" cy="841053"/>
            <a:chOff x="616863" y="2825214"/>
            <a:chExt cx="15756756" cy="12399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02141E1-4430-32F3-10A9-C4DD4185555B}"/>
                </a:ext>
              </a:extLst>
            </p:cNvPr>
            <p:cNvSpPr txBox="1"/>
            <p:nvPr/>
          </p:nvSpPr>
          <p:spPr>
            <a:xfrm>
              <a:off x="616863" y="3848240"/>
              <a:ext cx="15756756" cy="216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4D0E60-5D7C-02BD-2BC0-A1DBC6211FBF}"/>
                </a:ext>
              </a:extLst>
            </p:cNvPr>
            <p:cNvSpPr txBox="1"/>
            <p:nvPr/>
          </p:nvSpPr>
          <p:spPr>
            <a:xfrm>
              <a:off x="679530" y="2825214"/>
              <a:ext cx="14029874" cy="771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 </a:t>
              </a:r>
              <a:r>
                <a:rPr lang="en-US" altLang="ko-KR" sz="28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rPr>
                <a:t>4.1. Related work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C5D5E9"/>
                </a:highlight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12" name="순서도: 추출 11">
            <a:extLst>
              <a:ext uri="{FF2B5EF4-FFF2-40B4-BE49-F238E27FC236}">
                <a16:creationId xmlns:a16="http://schemas.microsoft.com/office/drawing/2014/main" xmlns="" id="{A5B7E6C9-6694-CBAC-BE45-64C78A0AB92D}"/>
              </a:ext>
            </a:extLst>
          </p:cNvPr>
          <p:cNvSpPr/>
          <p:nvPr/>
        </p:nvSpPr>
        <p:spPr>
          <a:xfrm rot="5400000">
            <a:off x="397048" y="1854954"/>
            <a:ext cx="216000" cy="144000"/>
          </a:xfrm>
          <a:prstGeom prst="flowChartExtract">
            <a:avLst/>
          </a:prstGeom>
          <a:solidFill>
            <a:srgbClr val="18253B"/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4">
            <a:extLst>
              <a:ext uri="{FF2B5EF4-FFF2-40B4-BE49-F238E27FC236}">
                <a16:creationId xmlns:a16="http://schemas.microsoft.com/office/drawing/2014/main" xmlns="" id="{B7CBB218-9558-879B-D197-4FABB7A27E61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xmlns="" id="{CCD2FC11-253F-B346-CDA8-55BB97C79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22E5125-49B0-CCBF-7903-4107C4513946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sp>
        <p:nvSpPr>
          <p:cNvPr id="5" name="Object 76">
            <a:extLst>
              <a:ext uri="{FF2B5EF4-FFF2-40B4-BE49-F238E27FC236}">
                <a16:creationId xmlns:a16="http://schemas.microsoft.com/office/drawing/2014/main" xmlns="" id="{98ADA087-E4EF-047F-F4C4-92A1B0B79E4E}"/>
              </a:ext>
            </a:extLst>
          </p:cNvPr>
          <p:cNvSpPr txBox="1"/>
          <p:nvPr/>
        </p:nvSpPr>
        <p:spPr>
          <a:xfrm>
            <a:off x="446495" y="266700"/>
            <a:ext cx="1006910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ko-KR" sz="4000" kern="0" spc="-75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Related work</a:t>
            </a:r>
            <a:endParaRPr lang="en-US" altLang="ko-KR" sz="4000" kern="0" spc="-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78" y="5650988"/>
            <a:ext cx="3810000" cy="185530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185235"/>
            <a:ext cx="7921459" cy="39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56"/>
    </mc:Choice>
    <mc:Fallback xmlns="">
      <p:transition spd="slow" advTm="46656"/>
    </mc:Fallback>
  </mc:AlternateContent>
  <p:extLst mod="1">
    <p:ext uri="{3A86A75C-4F4B-4683-9AE1-C65F6400EC91}">
      <p14:laserTraceLst xmlns:p14="http://schemas.microsoft.com/office/powerpoint/2010/main">
        <p14:tracePtLst>
          <p14:tracePt t="495" x="11672888" y="4878388"/>
          <p14:tracePt t="512" x="11034713" y="4865688"/>
          <p14:tracePt t="529" x="10290175" y="4865688"/>
          <p14:tracePt t="546" x="9982200" y="4889500"/>
          <p14:tracePt t="563" x="9805988" y="4924425"/>
          <p14:tracePt t="566" x="9747250" y="4937125"/>
          <p14:tracePt t="579" x="9686925" y="4948238"/>
          <p14:tracePt t="596" x="9675813" y="4960938"/>
          <p14:tracePt t="902" x="9534525" y="4960938"/>
          <p14:tracePt t="916" x="9132888" y="4948238"/>
          <p14:tracePt t="920" x="8920163" y="4924425"/>
          <p14:tracePt t="932" x="8518525" y="4889500"/>
          <p14:tracePt t="949" x="8128000" y="4830763"/>
          <p14:tracePt t="968" x="7631113" y="4735513"/>
          <p14:tracePt t="981" x="7383463" y="4700588"/>
          <p14:tracePt t="998" x="7183438" y="4652963"/>
          <p14:tracePt t="1015" x="6970713" y="4570413"/>
          <p14:tracePt t="1032" x="6888163" y="4546600"/>
          <p14:tracePt t="1050" x="6805613" y="4522788"/>
          <p14:tracePt t="1065" x="6757988" y="4511675"/>
          <p14:tracePt t="1083" x="6734175" y="4511675"/>
          <p14:tracePt t="1085" x="6721475" y="4511675"/>
          <p14:tracePt t="1099" x="6721475" y="4546600"/>
          <p14:tracePt t="1414" x="6391275" y="4500563"/>
          <p14:tracePt t="1432" x="5718175" y="4405313"/>
          <p14:tracePt t="1449" x="5316538" y="4346575"/>
          <p14:tracePt t="1464" x="4984750" y="4310063"/>
          <p14:tracePt t="1481" x="4667250" y="4251325"/>
          <p14:tracePt t="1498" x="4513263" y="4251325"/>
          <p14:tracePt t="1516" x="4370388" y="4240213"/>
          <p14:tracePt t="1533" x="4311650" y="4240213"/>
          <p14:tracePt t="1550" x="4265613" y="4240213"/>
          <p14:tracePt t="1552" x="4252913" y="4240213"/>
          <p14:tracePt t="1566" x="4217988" y="4240213"/>
          <p14:tracePt t="1584" x="4194175" y="4240213"/>
          <p14:tracePt t="1587" x="4181475" y="4251325"/>
          <p14:tracePt t="1601" x="4159250" y="4264025"/>
          <p14:tracePt t="1616" x="4146550" y="4264025"/>
          <p14:tracePt t="1649" x="4135438" y="4264025"/>
          <p14:tracePt t="1774" x="4122738" y="4264025"/>
          <p14:tracePt t="1821" x="4111625" y="4264025"/>
          <p14:tracePt t="1837" x="4098925" y="4264025"/>
          <p14:tracePt t="1865" x="4087813" y="4264025"/>
          <p14:tracePt t="1884" x="4064000" y="4264025"/>
          <p14:tracePt t="1900" x="4052888" y="4264025"/>
          <p14:tracePt t="1947" x="4040188" y="4264025"/>
          <p14:tracePt t="1967" x="4016375" y="4275138"/>
          <p14:tracePt t="1982" x="4005263" y="4287838"/>
          <p14:tracePt t="2001" x="3992563" y="4287838"/>
          <p14:tracePt t="2016" x="3981450" y="4287838"/>
          <p14:tracePt t="2057" x="3968750" y="4287838"/>
          <p14:tracePt t="2083" x="3957638" y="4287838"/>
          <p14:tracePt t="2101" x="3946525" y="4287838"/>
          <p14:tracePt t="2132" x="3933825" y="4287838"/>
          <p14:tracePt t="2180" x="3933825" y="4298950"/>
          <p14:tracePt t="2198" x="3933825" y="4322763"/>
          <p14:tracePt t="2232" x="3933825" y="4346575"/>
          <p14:tracePt t="2267" x="3946525" y="4346575"/>
          <p14:tracePt t="2282" x="3957638" y="4346575"/>
          <p14:tracePt t="2300" x="3968750" y="4346575"/>
          <p14:tracePt t="2332" x="3992563" y="4346575"/>
          <p14:tracePt t="2349" x="4029075" y="4346575"/>
          <p14:tracePt t="2367" x="4040188" y="4346575"/>
          <p14:tracePt t="2382" x="4052888" y="4346575"/>
          <p14:tracePt t="2385" x="4064000" y="4346575"/>
          <p14:tracePt t="2401" x="4087813" y="4346575"/>
          <p14:tracePt t="2434" x="4135438" y="4346575"/>
          <p14:tracePt t="2450" x="4170363" y="4346575"/>
          <p14:tracePt t="2466" x="4205288" y="4346575"/>
          <p14:tracePt t="2468" x="4217988" y="4346575"/>
          <p14:tracePt t="2481" x="4252913" y="4346575"/>
          <p14:tracePt t="2499" x="4276725" y="4346575"/>
          <p14:tracePt t="2517" x="4311650" y="4346575"/>
          <p14:tracePt t="2534" x="4324350" y="4346575"/>
          <p14:tracePt t="2549" x="4335463" y="4346575"/>
          <p14:tracePt t="2565" x="4348163" y="4346575"/>
          <p14:tracePt t="2583" x="4359275" y="4346575"/>
          <p14:tracePt t="2635" x="4348163" y="4333875"/>
          <p14:tracePt t="2651" x="4311650" y="4333875"/>
          <p14:tracePt t="2667" x="4252913" y="4333875"/>
          <p14:tracePt t="2670" x="4217988" y="4333875"/>
          <p14:tracePt t="2682" x="4159250" y="4333875"/>
          <p14:tracePt t="2700" x="4098925" y="4333875"/>
          <p14:tracePt t="2716" x="4040188" y="4333875"/>
          <p14:tracePt t="2718" x="4016375" y="4333875"/>
          <p14:tracePt t="2732" x="3957638" y="4333875"/>
          <p14:tracePt t="2750" x="3922713" y="4333875"/>
          <p14:tracePt t="2766" x="3851275" y="4333875"/>
          <p14:tracePt t="2782" x="3840163" y="4333875"/>
          <p14:tracePt t="2799" x="3803650" y="4333875"/>
          <p14:tracePt t="2800" x="3792538" y="4333875"/>
          <p14:tracePt t="2814" x="3768725" y="4333875"/>
          <p14:tracePt t="2832" x="3757613" y="4333875"/>
          <p14:tracePt t="2867" x="3744913" y="4333875"/>
          <p14:tracePt t="2914" x="3733800" y="4333875"/>
          <p14:tracePt t="2932" x="3709988" y="4333875"/>
          <p14:tracePt t="2949" x="3697288" y="4322763"/>
          <p14:tracePt t="2966" x="3686175" y="4310063"/>
          <p14:tracePt t="2968" x="3673475" y="4310063"/>
          <p14:tracePt t="2983" x="3651250" y="4298950"/>
          <p14:tracePt t="2999" x="3627438" y="4298950"/>
          <p14:tracePt t="3032" x="3614738" y="4298950"/>
          <p14:tracePt t="3430" x="3627438" y="4298950"/>
          <p14:tracePt t="3448" x="3686175" y="4298950"/>
          <p14:tracePt t="3482" x="3803650" y="4310063"/>
          <p14:tracePt t="3500" x="3851275" y="4322763"/>
          <p14:tracePt t="3515" x="3886200" y="4333875"/>
          <p14:tracePt t="3531" x="3922713" y="4346575"/>
          <p14:tracePt t="3550" x="3957638" y="4346575"/>
          <p14:tracePt t="3565" x="3981450" y="4346575"/>
          <p14:tracePt t="3582" x="4005263" y="4346575"/>
          <p14:tracePt t="3600" x="4029075" y="4346575"/>
          <p14:tracePt t="3616" x="4052888" y="4346575"/>
          <p14:tracePt t="3631" x="4052888" y="4357688"/>
          <p14:tracePt t="3648" x="4064000" y="4357688"/>
          <p14:tracePt t="4008" x="4064000" y="4370388"/>
          <p14:tracePt t="4024" x="4064000" y="4381500"/>
          <p14:tracePt t="4051" x="4064000" y="4394200"/>
          <p14:tracePt t="4633" x="4075113" y="4394200"/>
          <p14:tracePt t="4651" x="4087813" y="4405313"/>
          <p14:tracePt t="4685" x="4111625" y="4429125"/>
          <p14:tracePt t="4790" x="4122738" y="4429125"/>
          <p14:tracePt t="4977" x="4122738" y="4416425"/>
          <p14:tracePt t="5008" x="4122738" y="4405313"/>
          <p14:tracePt t="5040" x="4122738" y="4394200"/>
          <p14:tracePt t="5055" x="4122738" y="4381500"/>
          <p14:tracePt t="5086" x="4122738" y="4333875"/>
          <p14:tracePt t="5120" x="4111625" y="4322763"/>
          <p14:tracePt t="5135" x="4111625" y="4310063"/>
          <p14:tracePt t="5151" x="4111625" y="4298950"/>
          <p14:tracePt t="5168" x="4098925" y="4275138"/>
          <p14:tracePt t="5184" x="4098925" y="4264025"/>
          <p14:tracePt t="5201" x="4087813" y="4251325"/>
          <p14:tracePt t="5202" x="4087813" y="4240213"/>
          <p14:tracePt t="5218" x="4087813" y="4216400"/>
          <p14:tracePt t="5235" x="4087813" y="4205288"/>
          <p14:tracePt t="5252" x="4075113" y="4192588"/>
          <p14:tracePt t="5269" x="4075113" y="4181475"/>
          <p14:tracePt t="5273" x="4075113" y="4168775"/>
          <p14:tracePt t="5303" x="4075113" y="4157663"/>
          <p14:tracePt t="5352" x="4075113" y="4144963"/>
          <p14:tracePt t="5370" x="4064000" y="4133850"/>
          <p14:tracePt t="5403" x="4052888" y="4133850"/>
          <p14:tracePt t="5407" x="4052888" y="4121150"/>
          <p14:tracePt t="5421" x="4040188" y="4110038"/>
          <p14:tracePt t="5436" x="4029075" y="4098925"/>
          <p14:tracePt t="5453" x="4029075" y="4086225"/>
          <p14:tracePt t="5469" x="4029075" y="4075113"/>
          <p14:tracePt t="5680" x="4029075" y="4086225"/>
          <p14:tracePt t="5698" x="4040188" y="4098925"/>
          <p14:tracePt t="5717" x="4040188" y="4121150"/>
          <p14:tracePt t="5732" x="4052888" y="4121150"/>
          <p14:tracePt t="5789" x="4064000" y="4121150"/>
          <p14:tracePt t="5805" x="4064000" y="4133850"/>
          <p14:tracePt t="5833" x="4087813" y="4144963"/>
          <p14:tracePt t="5850" x="4111625" y="4181475"/>
          <p14:tracePt t="5866" x="4122738" y="4192588"/>
          <p14:tracePt t="5882" x="4146550" y="4192588"/>
          <p14:tracePt t="5899" x="4159250" y="4205288"/>
          <p14:tracePt t="5917" x="4170363" y="4216400"/>
          <p14:tracePt t="5920" x="4170363" y="4227513"/>
          <p14:tracePt t="5933" x="4181475" y="4227513"/>
          <p14:tracePt t="5950" x="4181475" y="4240213"/>
          <p14:tracePt t="5968" x="4194175" y="4240213"/>
          <p14:tracePt t="6000" x="4205288" y="4240213"/>
          <p14:tracePt t="6003" x="4205288" y="4251325"/>
          <p14:tracePt t="6017" x="4217988" y="4251325"/>
          <p14:tracePt t="6034" x="4229100" y="4251325"/>
          <p14:tracePt t="6037" x="4241800" y="4264025"/>
          <p14:tracePt t="6067" x="4252913" y="4275138"/>
          <p14:tracePt t="6083" x="4252913" y="4287838"/>
          <p14:tracePt t="6085" x="4252913" y="4298950"/>
          <p14:tracePt t="6180" x="4252913" y="4310063"/>
          <p14:tracePt t="6199" x="4252913" y="4322763"/>
          <p14:tracePt t="6233" x="4252913" y="4333875"/>
          <p14:tracePt t="6250" x="4252913" y="4357688"/>
          <p14:tracePt t="6268" x="4252913" y="4394200"/>
          <p14:tracePt t="6284" x="4241800" y="4405313"/>
          <p14:tracePt t="6301" x="4217988" y="4452938"/>
          <p14:tracePt t="6316" x="4217988" y="4476750"/>
          <p14:tracePt t="6333" x="4205288" y="4476750"/>
          <p14:tracePt t="6350" x="4205288" y="4500563"/>
          <p14:tracePt t="6367" x="4205288" y="4522788"/>
          <p14:tracePt t="6369" x="4205288" y="4535488"/>
          <p14:tracePt t="6400" x="4205288" y="4559300"/>
          <p14:tracePt t="6418" x="4205288" y="4570413"/>
          <p14:tracePt t="6433" x="4205288" y="4583113"/>
          <p14:tracePt t="6450" x="4194175" y="4594225"/>
          <p14:tracePt t="6468" x="4194175" y="4605338"/>
          <p14:tracePt t="6483" x="4194175" y="4618038"/>
          <p14:tracePt t="6500" x="4194175" y="4629150"/>
          <p14:tracePt t="6501" x="4194175" y="4641850"/>
          <p14:tracePt t="6533" x="4194175" y="4676775"/>
          <p14:tracePt t="6550" x="4205288" y="4700588"/>
          <p14:tracePt t="6567" x="4205288" y="4735513"/>
          <p14:tracePt t="6584" x="4205288" y="4748213"/>
          <p14:tracePt t="6587" x="4205288" y="4759325"/>
          <p14:tracePt t="6615" x="4205288" y="4772025"/>
          <p14:tracePt t="6633" x="4217988" y="4772025"/>
          <p14:tracePt t="6696" x="4229100" y="4772025"/>
          <p14:tracePt t="6758" x="4241800" y="4772025"/>
          <p14:tracePt t="6775" x="4241800" y="4783138"/>
          <p14:tracePt t="6799" x="4252913" y="4795838"/>
          <p14:tracePt t="6817" x="4265613" y="4818063"/>
          <p14:tracePt t="6832" x="4287838" y="4830763"/>
          <p14:tracePt t="6849" x="4324350" y="4854575"/>
          <p14:tracePt t="6866" x="4348163" y="4878388"/>
          <p14:tracePt t="6884" x="4383088" y="4924425"/>
          <p14:tracePt t="6898" x="4418013" y="4960938"/>
          <p14:tracePt t="6917" x="4465638" y="4995863"/>
          <p14:tracePt t="6917" x="4489450" y="5019675"/>
          <p14:tracePt t="6932" x="4560888" y="5054600"/>
          <p14:tracePt t="6949" x="4619625" y="5113338"/>
          <p14:tracePt t="6966" x="4678363" y="5137150"/>
          <p14:tracePt t="6982" x="4725988" y="5160963"/>
          <p14:tracePt t="7000" x="4749800" y="5173663"/>
          <p14:tracePt t="7003" x="4760913" y="5184775"/>
          <p14:tracePt t="7017" x="4784725" y="5208588"/>
          <p14:tracePt t="7034" x="4808538" y="5232400"/>
          <p14:tracePt t="7037" x="4832350" y="5243513"/>
          <p14:tracePt t="7068" x="4878388" y="5267325"/>
          <p14:tracePt t="7084" x="4891088" y="5280025"/>
          <p14:tracePt t="7099" x="4914900" y="5291138"/>
          <p14:tracePt t="7117" x="4926013" y="5302250"/>
          <p14:tracePt t="7151" x="4949825" y="5302250"/>
          <p14:tracePt t="7243" x="4962525" y="5302250"/>
          <p14:tracePt t="7697" x="4949825" y="5302250"/>
          <p14:tracePt t="7715" x="4878388" y="5291138"/>
          <p14:tracePt t="7748" x="4760913" y="5243513"/>
          <p14:tracePt t="7765" x="4713288" y="5219700"/>
          <p14:tracePt t="7766" x="4689475" y="5219700"/>
          <p14:tracePt t="7781" x="4667250" y="5195888"/>
          <p14:tracePt t="7798" x="4606925" y="5173663"/>
          <p14:tracePt t="7799" x="4583113" y="5160963"/>
          <p14:tracePt t="7815" x="4524375" y="5113338"/>
          <p14:tracePt t="7831" x="4430713" y="5078413"/>
          <p14:tracePt t="7849" x="4252913" y="5006975"/>
          <p14:tracePt t="7864" x="4098925" y="4948238"/>
          <p14:tracePt t="7882" x="3862388" y="4841875"/>
          <p14:tracePt t="7915" x="3544888" y="4724400"/>
          <p14:tracePt t="7931" x="3378200" y="4652963"/>
          <p14:tracePt t="7932" x="3319463" y="4641850"/>
          <p14:tracePt t="7948" x="3225800" y="4605338"/>
          <p14:tracePt t="7964" x="3165475" y="4583113"/>
          <p14:tracePt t="7965" x="3143250" y="4570413"/>
          <p14:tracePt t="7981" x="3095625" y="4559300"/>
          <p14:tracePt t="7999" x="3048000" y="4559300"/>
          <p14:tracePt t="8002" x="3036888" y="4559300"/>
          <p14:tracePt t="8016" x="3013075" y="4559300"/>
          <p14:tracePt t="8032" x="3000375" y="4559300"/>
          <p14:tracePt t="8383" x="2859088" y="4522788"/>
          <p14:tracePt t="8403" x="2763838" y="4476750"/>
          <p14:tracePt t="8404" x="2728913" y="4452938"/>
          <p14:tracePt t="8420" x="2646363" y="4416425"/>
          <p14:tracePt t="8437" x="2598738" y="4370388"/>
          <p14:tracePt t="8438" x="2574925" y="4346575"/>
          <p14:tracePt t="8453" x="2505075" y="4310063"/>
          <p14:tracePt t="8470" x="2481263" y="4287838"/>
          <p14:tracePt t="8490" x="2444750" y="4264025"/>
          <p14:tracePt t="8503" x="2422525" y="4251325"/>
          <p14:tracePt t="8521" x="2409825" y="4240213"/>
          <p14:tracePt t="8540" x="2398713" y="4240213"/>
          <p14:tracePt t="8633" x="2386013" y="4240213"/>
          <p14:tracePt t="8664" x="2374900" y="4227513"/>
          <p14:tracePt t="8686" x="2338388" y="4205288"/>
          <p14:tracePt t="8703" x="2279650" y="4157663"/>
          <p14:tracePt t="8720" x="2220913" y="4110038"/>
          <p14:tracePt t="8738" x="2103438" y="4016375"/>
          <p14:tracePt t="8754" x="2032000" y="3944938"/>
          <p14:tracePt t="8771" x="1960563" y="3886200"/>
          <p14:tracePt t="8772" x="1936750" y="3838575"/>
          <p14:tracePt t="8789" x="1914525" y="3814763"/>
          <p14:tracePt t="8790" x="1890713" y="3790950"/>
          <p14:tracePt t="8803" x="1854200" y="3743325"/>
          <p14:tracePt t="8821" x="1808163" y="3684588"/>
          <p14:tracePt t="8838" x="1795463" y="3660775"/>
          <p14:tracePt t="8853" x="1771650" y="3649663"/>
          <p14:tracePt t="8870" x="1760538" y="3649663"/>
          <p14:tracePt t="8914" x="1760538" y="3660775"/>
          <p14:tracePt t="8936" x="1760538" y="3673475"/>
          <p14:tracePt t="8952" x="1760538" y="3684588"/>
          <p14:tracePt t="8969" x="1760538" y="3697288"/>
          <p14:tracePt t="9055" x="1747838" y="3697288"/>
          <p14:tracePt t="9071" x="1736725" y="3697288"/>
          <p14:tracePt t="9103" x="1712913" y="3684588"/>
          <p14:tracePt t="9121" x="1701800" y="3673475"/>
          <p14:tracePt t="9139" x="1689100" y="3660775"/>
          <p14:tracePt t="9259" x="1677988" y="3660775"/>
          <p14:tracePt t="9305" x="1665288" y="3660775"/>
          <p14:tracePt t="9431" x="1654175" y="3649663"/>
          <p14:tracePt t="9445" x="1641475" y="3625850"/>
          <p14:tracePt t="9469" x="1630363" y="3602038"/>
          <p14:tracePt t="9503" x="1619250" y="3578225"/>
          <p14:tracePt t="9540" x="1619250" y="3567113"/>
          <p14:tracePt t="9554" x="1619250" y="3554413"/>
          <p14:tracePt t="9571" x="1619250" y="3530600"/>
          <p14:tracePt t="9589" x="1606550" y="3519488"/>
          <p14:tracePt t="9603" x="1606550" y="3508375"/>
          <p14:tracePt t="9605" x="1606550" y="3495675"/>
          <p14:tracePt t="9620" x="1595438" y="3484563"/>
          <p14:tracePt t="9638" x="1582738" y="3471863"/>
          <p14:tracePt t="9640" x="1582738" y="3460750"/>
          <p14:tracePt t="9670" x="1582738" y="3448050"/>
          <p14:tracePt t="9689" x="1582738" y="3436938"/>
          <p14:tracePt t="9821" x="1595438" y="3436938"/>
          <p14:tracePt t="9837" x="1606550" y="3436938"/>
          <p14:tracePt t="9853" x="1619250" y="3436938"/>
          <p14:tracePt t="9870" x="1665288" y="3448050"/>
          <p14:tracePt t="9887" x="1701800" y="3460750"/>
          <p14:tracePt t="9904" x="1760538" y="3460750"/>
          <p14:tracePt t="9920" x="1843088" y="3460750"/>
          <p14:tracePt t="9937" x="1925638" y="3460750"/>
          <p14:tracePt t="9938" x="1984375" y="3460750"/>
          <p14:tracePt t="9954" x="2066925" y="3460750"/>
          <p14:tracePt t="9969" x="2162175" y="3471863"/>
          <p14:tracePt t="9987" x="2233613" y="3471863"/>
          <p14:tracePt t="10003" x="2268538" y="3471863"/>
          <p14:tracePt t="10021" x="2292350" y="3471863"/>
          <p14:tracePt t="10022" x="2338388" y="3471863"/>
          <p14:tracePt t="10038" x="2409825" y="3460750"/>
          <p14:tracePt t="10071" x="2551113" y="3460750"/>
          <p14:tracePt t="10088" x="2611438" y="3460750"/>
          <p14:tracePt t="10105" x="2646363" y="3460750"/>
          <p14:tracePt t="10107" x="2657475" y="3460750"/>
          <p14:tracePt t="10120" x="2693988" y="3460750"/>
          <p14:tracePt t="10138" x="2705100" y="3471863"/>
          <p14:tracePt t="10141" x="2728913" y="3471863"/>
          <p14:tracePt t="10155" x="2752725" y="3484563"/>
          <p14:tracePt t="10170" x="2800350" y="3495675"/>
          <p14:tracePt t="10189" x="2882900" y="3495675"/>
          <p14:tracePt t="10204" x="2941638" y="3495675"/>
          <p14:tracePt t="10220" x="2976563" y="3495675"/>
          <p14:tracePt t="10237" x="3024188" y="3495675"/>
          <p14:tracePt t="10255" x="3048000" y="3495675"/>
          <p14:tracePt t="10270" x="3071813" y="3495675"/>
          <p14:tracePt t="10288" x="3082925" y="3495675"/>
          <p14:tracePt t="10303" x="3106738" y="3495675"/>
          <p14:tracePt t="10321" x="3143250" y="3495675"/>
          <p14:tracePt t="10337" x="3154363" y="3495675"/>
          <p14:tracePt t="10354" x="3178175" y="3495675"/>
          <p14:tracePt t="10356" x="3189288" y="3495675"/>
          <p14:tracePt t="10370" x="3201988" y="3495675"/>
          <p14:tracePt t="10388" x="3236913" y="3495675"/>
          <p14:tracePt t="10404" x="3260725" y="3495675"/>
          <p14:tracePt t="10407" x="3284538" y="3495675"/>
          <p14:tracePt t="10420" x="3308350" y="3495675"/>
          <p14:tracePt t="10438" x="3354388" y="3495675"/>
          <p14:tracePt t="10439" x="3378200" y="3495675"/>
          <p14:tracePt t="10454" x="3414713" y="3484563"/>
          <p14:tracePt t="10470" x="3460750" y="3484563"/>
          <p14:tracePt t="10487" x="3484563" y="3471863"/>
          <p14:tracePt t="10491" x="3497263" y="3471863"/>
          <p14:tracePt t="10503" x="3532188" y="3471863"/>
          <p14:tracePt t="10521" x="3567113" y="3471863"/>
          <p14:tracePt t="10537" x="3579813" y="3471863"/>
          <p14:tracePt t="10899" x="3697288" y="3460750"/>
          <p14:tracePt t="10919" x="3862388" y="3448050"/>
          <p14:tracePt t="10936" x="3946525" y="3436938"/>
          <p14:tracePt t="10954" x="4005263" y="3436938"/>
          <p14:tracePt t="10969" x="4040188" y="3436938"/>
          <p14:tracePt t="10985" x="4052888" y="3436938"/>
          <p14:tracePt t="11002" x="4075113" y="3436938"/>
          <p14:tracePt t="11036" x="4098925" y="3436938"/>
          <p14:tracePt t="11069" x="4111625" y="3436938"/>
          <p14:tracePt t="11072" x="4122738" y="3436938"/>
          <p14:tracePt t="11103" x="4135438" y="3436938"/>
          <p14:tracePt t="11119" x="4146550" y="3436938"/>
          <p14:tracePt t="11155" x="4159250" y="3436938"/>
          <p14:tracePt t="11168" x="4170363" y="3436938"/>
          <p14:tracePt t="11202" x="4181475" y="3436938"/>
          <p14:tracePt t="11220" x="4194175" y="3436938"/>
          <p14:tracePt t="11235" x="4205288" y="3436938"/>
          <p14:tracePt t="11269" x="4217988" y="3436938"/>
          <p14:tracePt t="11285" x="4229100" y="3436938"/>
          <p14:tracePt t="11301" x="4241800" y="3436938"/>
          <p14:tracePt t="11319" x="4252913" y="3436938"/>
          <p14:tracePt t="11336" x="4276725" y="3448050"/>
          <p14:tracePt t="11353" x="4287838" y="3448050"/>
          <p14:tracePt t="11371" x="4300538" y="3448050"/>
          <p14:tracePt t="11386" x="4311650" y="3448050"/>
          <p14:tracePt t="11403" x="4324350" y="3448050"/>
          <p14:tracePt t="11406" x="4348163" y="3448050"/>
          <p14:tracePt t="11419" x="4383088" y="3448050"/>
          <p14:tracePt t="11437" x="4430713" y="3448050"/>
          <p14:tracePt t="11439" x="4454525" y="3448050"/>
          <p14:tracePt t="11453" x="4476750" y="3448050"/>
          <p14:tracePt t="11455" x="4500563" y="3448050"/>
          <p14:tracePt t="11470" x="4537075" y="3448050"/>
          <p14:tracePt t="11474" x="4548188" y="3448050"/>
          <p14:tracePt t="11502" x="4583113" y="3448050"/>
          <p14:tracePt t="11519" x="4606925" y="3448050"/>
          <p14:tracePt t="11536" x="4654550" y="3448050"/>
          <p14:tracePt t="11552" x="4689475" y="3448050"/>
          <p14:tracePt t="11570" x="4749800" y="3448050"/>
          <p14:tracePt t="11586" x="4784725" y="3448050"/>
          <p14:tracePt t="11603" x="4808538" y="3448050"/>
          <p14:tracePt t="11607" x="4819650" y="3448050"/>
          <p14:tracePt t="11620" x="4843463" y="3448050"/>
          <p14:tracePt t="11637" x="4856163" y="3448050"/>
          <p14:tracePt t="11654" x="4891088" y="3436938"/>
          <p14:tracePt t="11669" x="4926013" y="3425825"/>
          <p14:tracePt t="11685" x="4938713" y="3413125"/>
          <p14:tracePt t="11702" x="4984750" y="3413125"/>
          <p14:tracePt t="11718" x="5008563" y="3413125"/>
          <p14:tracePt t="11735" x="5032375" y="3413125"/>
          <p14:tracePt t="11752" x="5091113" y="3413125"/>
          <p14:tracePt t="11768" x="5127625" y="3413125"/>
          <p14:tracePt t="11786" x="5175250" y="3413125"/>
          <p14:tracePt t="11803" x="5221288" y="3425825"/>
          <p14:tracePt t="11820" x="5257800" y="3425825"/>
          <p14:tracePt t="11822" x="5281613" y="3425825"/>
          <p14:tracePt t="11837" x="5303838" y="3425825"/>
          <p14:tracePt t="11842" x="5327650" y="3425825"/>
          <p14:tracePt t="11854" x="5351463" y="3425825"/>
          <p14:tracePt t="11857" x="5375275" y="3425825"/>
          <p14:tracePt t="11870" x="5399088" y="3425825"/>
          <p14:tracePt t="11887" x="5422900" y="3425825"/>
          <p14:tracePt t="12260" x="5683250" y="3402013"/>
          <p14:tracePt t="12275" x="5835650" y="3389313"/>
          <p14:tracePt t="12293" x="5978525" y="3389313"/>
          <p14:tracePt t="12310" x="6072188" y="3389313"/>
          <p14:tracePt t="12328" x="6202363" y="3389313"/>
          <p14:tracePt t="12343" x="6273800" y="3389313"/>
          <p14:tracePt t="12360" x="6332538" y="3389313"/>
          <p14:tracePt t="12378" x="6438900" y="3389313"/>
          <p14:tracePt t="12393" x="6462713" y="3389313"/>
          <p14:tracePt t="12411" x="6521450" y="3389313"/>
          <p14:tracePt t="12428" x="6569075" y="3389313"/>
          <p14:tracePt t="12444" x="6604000" y="3389313"/>
          <p14:tracePt t="12446" x="6627813" y="3389313"/>
          <p14:tracePt t="12461" x="6675438" y="3402013"/>
          <p14:tracePt t="12479" x="6734175" y="3413125"/>
          <p14:tracePt t="12480" x="6757988" y="3413125"/>
          <p14:tracePt t="12494" x="6805613" y="3436938"/>
          <p14:tracePt t="12510" x="6816725" y="3448050"/>
          <p14:tracePt t="12529" x="6864350" y="3471863"/>
          <p14:tracePt t="12544" x="6888163" y="3484563"/>
          <p14:tracePt t="12560" x="6910388" y="3495675"/>
          <p14:tracePt t="12578" x="6946900" y="3508375"/>
          <p14:tracePt t="12594" x="6970713" y="3519488"/>
          <p14:tracePt t="12610" x="7005638" y="3530600"/>
          <p14:tracePt t="12628" x="7029450" y="3543300"/>
          <p14:tracePt t="12644" x="7077075" y="3543300"/>
          <p14:tracePt t="12661" x="7100888" y="3567113"/>
          <p14:tracePt t="12962" x="7170738" y="3567113"/>
          <p14:tracePt t="12977" x="7265988" y="3543300"/>
          <p14:tracePt t="12999" x="7359650" y="3530600"/>
          <p14:tracePt t="13017" x="7431088" y="3519488"/>
          <p14:tracePt t="13033" x="7478713" y="3508375"/>
          <p14:tracePt t="13050" x="7561263" y="3508375"/>
          <p14:tracePt t="13068" x="7608888" y="3508375"/>
          <p14:tracePt t="13084" x="7643813" y="3508375"/>
          <p14:tracePt t="13087" x="7667625" y="3508375"/>
          <p14:tracePt t="13101" x="7702550" y="3508375"/>
          <p14:tracePt t="13119" x="7737475" y="3508375"/>
          <p14:tracePt t="13134" x="7773988" y="3508375"/>
          <p14:tracePt t="13152" x="7785100" y="3508375"/>
          <p14:tracePt t="13169" x="7808913" y="3530600"/>
          <p14:tracePt t="13184" x="7821613" y="3543300"/>
          <p14:tracePt t="13202" x="7832725" y="3543300"/>
          <p14:tracePt t="13205" x="7832725" y="3554413"/>
          <p14:tracePt t="13218" x="7843838" y="3567113"/>
          <p14:tracePt t="13235" x="7843838" y="3590925"/>
          <p14:tracePt t="13251" x="7856538" y="3614738"/>
          <p14:tracePt t="13284" x="7867650" y="3625850"/>
          <p14:tracePt t="13317" x="7880350" y="3649663"/>
          <p14:tracePt t="13335" x="7891463" y="3660775"/>
          <p14:tracePt t="13350" x="7904163" y="3673475"/>
          <p14:tracePt t="13369" x="7915275" y="3673475"/>
          <p14:tracePt t="13372" x="7915275" y="3684588"/>
          <p14:tracePt t="13509" x="7926388" y="3684588"/>
          <p14:tracePt t="13524" x="7926388" y="3697288"/>
          <p14:tracePt t="13571" x="7939088" y="3697288"/>
          <p14:tracePt t="13586" x="7950200" y="3697288"/>
          <p14:tracePt t="13617" x="7997825" y="3697288"/>
          <p14:tracePt t="13634" x="8080375" y="3697288"/>
          <p14:tracePt t="13651" x="8139113" y="3697288"/>
          <p14:tracePt t="13668" x="8245475" y="3697288"/>
          <p14:tracePt t="13685" x="8305800" y="3708400"/>
          <p14:tracePt t="13701" x="8351838" y="3732213"/>
          <p14:tracePt t="13718" x="8399463" y="3743325"/>
          <p14:tracePt t="13734" x="8423275" y="3743325"/>
          <p14:tracePt t="13750" x="8434388" y="3756025"/>
          <p14:tracePt t="13767" x="8447088" y="3756025"/>
          <p14:tracePt t="13785" x="8458200" y="3756025"/>
          <p14:tracePt t="13802" x="8470900" y="3756025"/>
          <p14:tracePt t="14305" x="8482013" y="3756025"/>
          <p14:tracePt t="14323" x="8505825" y="3756025"/>
          <p14:tracePt t="14356" x="8529638" y="3756025"/>
          <p14:tracePt t="14376" x="8540750" y="3756025"/>
          <p14:tracePt t="14376" x="8553450" y="3756025"/>
          <p14:tracePt t="14407" x="8564563" y="3756025"/>
          <p14:tracePt t="14425" x="8588375" y="3756025"/>
          <p14:tracePt t="14440" x="8612188" y="3756025"/>
          <p14:tracePt t="14457" x="8624888" y="3756025"/>
          <p14:tracePt t="14490" x="8636000" y="3756025"/>
          <p14:tracePt t="14508" x="8670925" y="3756025"/>
          <p14:tracePt t="14540" x="8683625" y="3756025"/>
          <p14:tracePt t="14558" x="8694738" y="3756025"/>
          <p14:tracePt t="14573" x="8718550" y="3756025"/>
          <p14:tracePt t="14590" x="8753475" y="3756025"/>
          <p14:tracePt t="14607" x="8777288" y="3756025"/>
          <p14:tracePt t="14624" x="8789988" y="3756025"/>
          <p14:tracePt t="14640" x="8801100" y="3756025"/>
          <p14:tracePt t="14657" x="8813800" y="3756025"/>
          <p14:tracePt t="14690" x="8824913" y="3756025"/>
          <p14:tracePt t="14724" x="8848725" y="3756025"/>
          <p14:tracePt t="14740" x="8859838" y="3756025"/>
          <p14:tracePt t="14757" x="8896350" y="3756025"/>
          <p14:tracePt t="14758" x="8907463" y="3756025"/>
          <p14:tracePt t="15071" x="9013825" y="3756025"/>
          <p14:tracePt t="15091" x="9285288" y="3790950"/>
          <p14:tracePt t="15092" x="9380538" y="3803650"/>
          <p14:tracePt t="15108" x="9580563" y="3838575"/>
          <p14:tracePt t="15125" x="9686925" y="3862388"/>
          <p14:tracePt t="15126" x="9734550" y="3873500"/>
          <p14:tracePt t="15142" x="9805988" y="3910013"/>
          <p14:tracePt t="15160" x="9853613" y="3921125"/>
          <p14:tracePt t="15161" x="9864725" y="3921125"/>
          <p14:tracePt t="15176" x="9888538" y="3932238"/>
          <p14:tracePt t="15192" x="9899650" y="3932238"/>
          <p14:tracePt t="15210" x="9912350" y="3932238"/>
          <p14:tracePt t="15242" x="9912350" y="3956050"/>
          <p14:tracePt t="15260" x="9888538" y="3979863"/>
          <p14:tracePt t="15276" x="9853613" y="3992563"/>
          <p14:tracePt t="15293" x="9829800" y="4027488"/>
          <p14:tracePt t="15294" x="9817100" y="4027488"/>
          <p14:tracePt t="15310" x="9805988" y="4051300"/>
          <p14:tracePt t="15327" x="9793288" y="4086225"/>
          <p14:tracePt t="15328" x="9782175" y="4098925"/>
          <p14:tracePt t="15343" x="9758363" y="4121150"/>
          <p14:tracePt t="15359" x="9734550" y="4144963"/>
          <p14:tracePt t="15375" x="9686925" y="4181475"/>
          <p14:tracePt t="15376" x="9663113" y="4205288"/>
          <p14:tracePt t="15392" x="9628188" y="4240213"/>
          <p14:tracePt t="15410" x="9580563" y="4264025"/>
          <p14:tracePt t="15427" x="9534525" y="4310063"/>
          <p14:tracePt t="15442" x="9521825" y="4310063"/>
          <p14:tracePt t="15460" x="9486900" y="4333875"/>
          <p14:tracePt t="15493" x="9463088" y="4346575"/>
          <p14:tracePt t="15511" x="9415463" y="4357688"/>
          <p14:tracePt t="15526" x="9380538" y="4370388"/>
          <p14:tracePt t="15544" x="9345613" y="4381500"/>
          <p14:tracePt t="15545" x="9345613" y="4394200"/>
          <p14:tracePt t="15559" x="9309100" y="4394200"/>
          <p14:tracePt t="15577" x="9285288" y="4405313"/>
          <p14:tracePt t="15593" x="9261475" y="4429125"/>
          <p14:tracePt t="15608" x="9250363" y="4429125"/>
          <p14:tracePt t="15624" x="9239250" y="4440238"/>
          <p14:tracePt t="15641" x="9226550" y="4452938"/>
          <p14:tracePt t="15659" x="9215438" y="4452938"/>
          <p14:tracePt t="15676" x="9215438" y="4476750"/>
          <p14:tracePt t="15710" x="9215438" y="4487863"/>
          <p14:tracePt t="16383" x="9309100" y="4487863"/>
          <p14:tracePt t="16400" x="9391650" y="4487863"/>
          <p14:tracePt t="16435" x="9521825" y="4487863"/>
          <p14:tracePt t="16453" x="9569450" y="4487863"/>
          <p14:tracePt t="16455" x="9593263" y="4487863"/>
          <p14:tracePt t="16470" x="9628188" y="4487863"/>
          <p14:tracePt t="16486" x="9663113" y="4500563"/>
          <p14:tracePt t="16503" x="9734550" y="4511675"/>
          <p14:tracePt t="16519" x="9782175" y="4522788"/>
          <p14:tracePt t="16536" x="9817100" y="4522788"/>
          <p14:tracePt t="16538" x="9829800" y="4522788"/>
          <p14:tracePt t="16552" x="9840913" y="4522788"/>
          <p14:tracePt t="16569" x="9853613" y="4522788"/>
          <p14:tracePt t="18399" x="9840913" y="4522788"/>
          <p14:tracePt t="18418" x="9793288" y="4522788"/>
          <p14:tracePt t="18451" x="9663113" y="4522788"/>
          <p14:tracePt t="18469" x="9569450" y="4522788"/>
          <p14:tracePt t="18485" x="9498013" y="4522788"/>
          <p14:tracePt t="18502" x="9428163" y="4522788"/>
          <p14:tracePt t="18504" x="9391650" y="4522788"/>
          <p14:tracePt t="18522" x="9309100" y="4522788"/>
          <p14:tracePt t="18535" x="9239250" y="4522788"/>
          <p14:tracePt t="18552" x="9155113" y="4522788"/>
          <p14:tracePt t="18569" x="9120188" y="4522788"/>
          <p14:tracePt t="18588" x="9048750" y="4522788"/>
          <p14:tracePt t="18619" x="9002713" y="4522788"/>
          <p14:tracePt t="18635" x="8978900" y="4535488"/>
          <p14:tracePt t="18652" x="8942388" y="4546600"/>
          <p14:tracePt t="18670" x="8896350" y="4546600"/>
          <p14:tracePt t="18685" x="8883650" y="4546600"/>
          <p14:tracePt t="18701" x="8848725" y="4546600"/>
          <p14:tracePt t="18719" x="8824913" y="4546600"/>
          <p14:tracePt t="18735" x="8813800" y="4546600"/>
          <p14:tracePt t="18752" x="8801100" y="4546600"/>
          <p14:tracePt t="18769" x="8789988" y="4546600"/>
          <p14:tracePt t="18785" x="8777288" y="4546600"/>
          <p14:tracePt t="18802" x="8766175" y="4546600"/>
          <p14:tracePt t="18819" x="8753475" y="4546600"/>
          <p14:tracePt t="18835" x="8742363" y="4546600"/>
          <p14:tracePt t="18837" x="8731250" y="4546600"/>
          <p14:tracePt t="18851" x="8694738" y="4546600"/>
          <p14:tracePt t="18870" x="8670925" y="4546600"/>
          <p14:tracePt t="18873" x="8659813" y="4546600"/>
          <p14:tracePt t="18902" x="8636000" y="4546600"/>
          <p14:tracePt t="18934" x="8612188" y="4546600"/>
          <p14:tracePt t="18951" x="8601075" y="4546600"/>
          <p14:tracePt t="19133" x="8624888" y="4546600"/>
          <p14:tracePt t="19665" x="8588375" y="4546600"/>
          <p14:tracePt t="19683" x="8423275" y="4546600"/>
          <p14:tracePt t="19716" x="8234363" y="4522788"/>
          <p14:tracePt t="19733" x="8080375" y="4511675"/>
          <p14:tracePt t="19750" x="7997825" y="4511675"/>
          <p14:tracePt t="19768" x="7880350" y="4511675"/>
          <p14:tracePt t="19783" x="7821613" y="4511675"/>
          <p14:tracePt t="19801" x="7750175" y="4522788"/>
          <p14:tracePt t="19819" x="7702550" y="4535488"/>
          <p14:tracePt t="19834" x="7654925" y="4546600"/>
          <p14:tracePt t="19851" x="7596188" y="4570413"/>
          <p14:tracePt t="19868" x="7548563" y="4583113"/>
          <p14:tracePt t="19884" x="7489825" y="4594225"/>
          <p14:tracePt t="19900" x="7466013" y="4605338"/>
          <p14:tracePt t="19918" x="7442200" y="4605338"/>
          <p14:tracePt t="19919" x="7431088" y="4605338"/>
          <p14:tracePt t="19934" x="7407275" y="4605338"/>
          <p14:tracePt t="19967" x="7396163" y="4605338"/>
          <p14:tracePt t="19968" x="7383463" y="4605338"/>
          <p14:tracePt t="19983" x="7372350" y="4605338"/>
          <p14:tracePt t="20017" x="7348538" y="4605338"/>
          <p14:tracePt t="20035" x="7335838" y="4605338"/>
          <p14:tracePt t="20038" x="7324725" y="4605338"/>
          <p14:tracePt t="20052" x="7313613" y="4605338"/>
          <p14:tracePt t="20069" x="7289800" y="4594225"/>
          <p14:tracePt t="20073" x="7277100" y="4594225"/>
          <p14:tracePt t="20101" x="7265988" y="4583113"/>
          <p14:tracePt t="20135" x="7253288" y="4583113"/>
          <p14:tracePt t="20555" x="7289800" y="4583113"/>
          <p14:tracePt t="20573" x="7313613" y="4583113"/>
          <p14:tracePt t="20610" x="7383463" y="4583113"/>
          <p14:tracePt t="20624" x="7418388" y="4583113"/>
          <p14:tracePt t="20641" x="7454900" y="4583113"/>
          <p14:tracePt t="20658" x="7478713" y="4583113"/>
          <p14:tracePt t="20675" x="7502525" y="4583113"/>
          <p14:tracePt t="20677" x="7513638" y="4583113"/>
          <p14:tracePt t="20691" x="7524750" y="4594225"/>
          <p14:tracePt t="20708" x="7524750" y="4605338"/>
          <p14:tracePt t="20725" x="7537450" y="4618038"/>
          <p14:tracePt t="20741" x="7548563" y="4618038"/>
          <p14:tracePt t="20759" x="7561263" y="4618038"/>
          <p14:tracePt t="21039" x="7561263" y="4629150"/>
          <p14:tracePt t="21057" x="7561263" y="4641850"/>
          <p14:tracePt t="21108" x="7561263" y="4652963"/>
          <p14:tracePt t="21124" x="7561263" y="4665663"/>
          <p14:tracePt t="21142" x="7561263" y="4676775"/>
          <p14:tracePt t="21159" x="7561263" y="4689475"/>
          <p14:tracePt t="21367" x="7561263" y="4700588"/>
          <p14:tracePt t="21385" x="7561263" y="4711700"/>
          <p14:tracePt t="21399" x="7561263" y="4724400"/>
          <p14:tracePt t="21415" x="7561263" y="4735513"/>
          <p14:tracePt t="21432" x="7561263" y="4748213"/>
          <p14:tracePt t="21448" x="7561263" y="4759325"/>
          <p14:tracePt t="21482" x="7561263" y="4772025"/>
          <p14:tracePt t="21499" x="7561263" y="4783138"/>
          <p14:tracePt t="21516" x="7561263" y="4795838"/>
          <p14:tracePt t="21633" x="7572375" y="4795838"/>
          <p14:tracePt t="21665" x="7585075" y="4795838"/>
          <p14:tracePt t="21697" x="7596188" y="4818063"/>
          <p14:tracePt t="21728" x="7608888" y="4818063"/>
          <p14:tracePt t="21805" x="7620000" y="4818063"/>
          <p14:tracePt t="21821" x="7631113" y="4795838"/>
          <p14:tracePt t="21849" x="7667625" y="4759325"/>
          <p14:tracePt t="21866" x="7678738" y="4735513"/>
          <p14:tracePt t="21884" x="7702550" y="4724400"/>
          <p14:tracePt t="21886" x="7715250" y="4711700"/>
          <p14:tracePt t="21899" x="7726363" y="4700588"/>
          <p14:tracePt t="21918" x="7726363" y="4689475"/>
          <p14:tracePt t="21934" x="7737475" y="4676775"/>
          <p14:tracePt t="21950" x="7750175" y="4665663"/>
          <p14:tracePt t="21967" x="7761288" y="4652963"/>
          <p14:tracePt t="22000" x="7773988" y="4629150"/>
          <p14:tracePt t="22018" x="7785100" y="4629150"/>
          <p14:tracePt t="22034" x="7797800" y="4629150"/>
          <p14:tracePt t="22066" x="7808913" y="4652963"/>
          <p14:tracePt t="22085" x="7821613" y="4676775"/>
          <p14:tracePt t="22087" x="7821613" y="4689475"/>
          <p14:tracePt t="22101" x="7832725" y="4700588"/>
          <p14:tracePt t="22118" x="7832725" y="4711700"/>
          <p14:tracePt t="22121" x="7832725" y="4724400"/>
          <p14:tracePt t="22133" x="7832725" y="4735513"/>
          <p14:tracePt t="22134" x="7832725" y="4748213"/>
          <p14:tracePt t="22150" x="7832725" y="4759325"/>
          <p14:tracePt t="22168" x="7832725" y="4783138"/>
          <p14:tracePt t="22169" x="7832725" y="4806950"/>
          <p14:tracePt t="22184" x="7832725" y="4830763"/>
          <p14:tracePt t="22200" x="7832725" y="4841875"/>
          <p14:tracePt t="22218" x="7832725" y="4854575"/>
          <p14:tracePt t="22220" x="7832725" y="4865688"/>
          <p14:tracePt t="22233" x="7832725" y="4889500"/>
          <p14:tracePt t="22250" x="7832725" y="4900613"/>
          <p14:tracePt t="22282" x="7821613" y="4900613"/>
          <p14:tracePt t="22352" x="7808913" y="4900613"/>
          <p14:tracePt t="22384" x="7761288" y="4900613"/>
          <p14:tracePt t="22400" x="7702550" y="4900613"/>
          <p14:tracePt t="22417" x="7631113" y="4900613"/>
          <p14:tracePt t="22420" x="7596188" y="4900613"/>
          <p14:tracePt t="22433" x="7513638" y="4900613"/>
          <p14:tracePt t="22449" x="7442200" y="4900613"/>
          <p14:tracePt t="22468" x="7313613" y="4900613"/>
          <p14:tracePt t="22483" x="7159625" y="4913313"/>
          <p14:tracePt t="22499" x="7016750" y="4913313"/>
          <p14:tracePt t="22518" x="6864350" y="4913313"/>
          <p14:tracePt t="22534" x="6769100" y="4913313"/>
          <p14:tracePt t="22550" x="6675438" y="4913313"/>
          <p14:tracePt t="22553" x="6627813" y="4913313"/>
          <p14:tracePt t="22566" x="6497638" y="4913313"/>
          <p14:tracePt t="22584" x="6415088" y="4913313"/>
          <p14:tracePt t="22602" x="6319838" y="4913313"/>
          <p14:tracePt t="22617" x="6297613" y="4913313"/>
          <p14:tracePt t="22634" x="6249988" y="4913313"/>
          <p14:tracePt t="22650" x="6237288" y="4913313"/>
          <p14:tracePt t="22666" x="6226175" y="4913313"/>
          <p14:tracePt t="22701" x="6191250" y="4913313"/>
          <p14:tracePt t="22718" x="6154738" y="4913313"/>
          <p14:tracePt t="22750" x="6143625" y="4913313"/>
          <p14:tracePt t="22768" x="6130925" y="4913313"/>
          <p14:tracePt t="22783" x="6119813" y="4913313"/>
          <p14:tracePt t="22800" x="6107113" y="4913313"/>
          <p14:tracePt t="22868" x="6107113" y="4900613"/>
          <p14:tracePt t="22884" x="6107113" y="4889500"/>
          <p14:tracePt t="22916" x="6107113" y="4878388"/>
          <p14:tracePt t="22934" x="6107113" y="4865688"/>
          <p14:tracePt t="22967" x="6107113" y="4854575"/>
          <p14:tracePt t="23003" x="6154738" y="4854575"/>
          <p14:tracePt t="23018" x="6191250" y="4854575"/>
          <p14:tracePt t="23034" x="6261100" y="4854575"/>
          <p14:tracePt t="23050" x="6343650" y="4854575"/>
          <p14:tracePt t="23051" x="6402388" y="4854575"/>
          <p14:tracePt t="23066" x="6438900" y="4841875"/>
          <p14:tracePt t="23067" x="6473825" y="4841875"/>
          <p14:tracePt t="23083" x="6580188" y="4818063"/>
          <p14:tracePt t="23099" x="6734175" y="4806950"/>
          <p14:tracePt t="23118" x="6840538" y="4795838"/>
          <p14:tracePt t="23121" x="6910388" y="4783138"/>
          <p14:tracePt t="23134" x="7040563" y="4783138"/>
          <p14:tracePt t="23150" x="7100888" y="4783138"/>
          <p14:tracePt t="23166" x="7159625" y="4783138"/>
          <p14:tracePt t="23184" x="7194550" y="4783138"/>
          <p14:tracePt t="23200" x="7229475" y="4772025"/>
          <p14:tracePt t="23218" x="7289800" y="4759325"/>
          <p14:tracePt t="23233" x="7396163" y="4748213"/>
          <p14:tracePt t="23252" x="7548563" y="4711700"/>
          <p14:tracePt t="23253" x="7620000" y="4711700"/>
          <p14:tracePt t="23266" x="7726363" y="4700588"/>
          <p14:tracePt t="23283" x="7797800" y="4700588"/>
          <p14:tracePt t="23299" x="7915275" y="4689475"/>
          <p14:tracePt t="23316" x="8093075" y="4676775"/>
          <p14:tracePt t="23333" x="8305800" y="4676775"/>
          <p14:tracePt t="23350" x="8577263" y="4676775"/>
          <p14:tracePt t="23367" x="8718550" y="4676775"/>
          <p14:tracePt t="23371" x="8789988" y="4676775"/>
          <p14:tracePt t="23384" x="8872538" y="4676775"/>
          <p14:tracePt t="23387" x="8931275" y="4689475"/>
          <p14:tracePt t="23401" x="9037638" y="4724400"/>
          <p14:tracePt t="23418" x="9155113" y="4735513"/>
          <p14:tracePt t="23421" x="9191625" y="4735513"/>
          <p14:tracePt t="23436" x="9274175" y="4748213"/>
          <p14:tracePt t="23450" x="9367838" y="4748213"/>
          <p14:tracePt t="23469" x="9534525" y="4748213"/>
          <p14:tracePt t="23483" x="9617075" y="4748213"/>
          <p14:tracePt t="23500" x="9699625" y="4748213"/>
          <p14:tracePt t="23502" x="9734550" y="4748213"/>
          <p14:tracePt t="23837" x="9923463" y="4735513"/>
          <p14:tracePt t="23856" x="10514013" y="4665663"/>
          <p14:tracePt t="23873" x="10869613" y="4629150"/>
          <p14:tracePt t="23890" x="11164888" y="4594225"/>
          <p14:tracePt t="23892" x="11282363" y="4594225"/>
          <p14:tracePt t="23906" x="11482388" y="4570413"/>
          <p14:tracePt t="23923" x="11649075" y="4559300"/>
          <p14:tracePt t="23926" x="11707813" y="4559300"/>
          <p14:tracePt t="23940" x="11825288" y="4559300"/>
          <p14:tracePt t="23957" x="11955463" y="4559300"/>
          <p14:tracePt t="23974" x="12109450" y="4559300"/>
          <p14:tracePt t="23989" x="12203113" y="4559300"/>
          <p14:tracePt t="24005" x="12274550" y="4559300"/>
          <p14:tracePt t="24023" x="12357100" y="4559300"/>
          <p14:tracePt t="24039" x="12404725" y="4559300"/>
          <p14:tracePt t="24056" x="12452350" y="4559300"/>
          <p14:tracePt t="24057" x="12463463" y="4559300"/>
          <p14:tracePt t="24072" x="12511088" y="4559300"/>
          <p14:tracePt t="24090" x="12534900" y="4559300"/>
          <p14:tracePt t="24094" x="12558713" y="4559300"/>
          <p14:tracePt t="24101" x="12582525" y="4559300"/>
          <p14:tracePt t="24107" x="12593638" y="4559300"/>
          <p14:tracePt t="24123" x="12641263" y="4559300"/>
          <p14:tracePt t="24140" x="12665075" y="4559300"/>
          <p14:tracePt t="24143" x="12688888" y="4559300"/>
          <p14:tracePt t="24157" x="12711113" y="4559300"/>
          <p14:tracePt t="24163" x="12734925" y="4559300"/>
          <p14:tracePt t="24173" x="12747625" y="4559300"/>
          <p14:tracePt t="24190" x="12771438" y="4559300"/>
          <p14:tracePt t="24206" x="12795250" y="4559300"/>
          <p14:tracePt t="24224" x="12806363" y="4559300"/>
          <p14:tracePt t="24241" x="12817475" y="4559300"/>
          <p14:tracePt t="24430" x="12806363" y="4570413"/>
          <p14:tracePt t="24447" x="12795250" y="4583113"/>
          <p14:tracePt t="24482" x="12771438" y="4583113"/>
          <p14:tracePt t="24515" x="12758738" y="4583113"/>
          <p14:tracePt t="24728" x="12747625" y="4583113"/>
          <p14:tracePt t="24759" x="12747625" y="4594225"/>
          <p14:tracePt t="24776" x="12723813" y="4594225"/>
          <p14:tracePt t="24793" x="12688888" y="4618038"/>
          <p14:tracePt t="24812" x="12652375" y="4629150"/>
          <p14:tracePt t="24827" x="12617450" y="4629150"/>
          <p14:tracePt t="24829" x="12593638" y="4641850"/>
          <p14:tracePt t="24843" x="12534900" y="4641850"/>
          <p14:tracePt t="24860" x="12369800" y="4652963"/>
          <p14:tracePt t="24876" x="11471275" y="4676775"/>
          <p14:tracePt t="24893" x="10572750" y="4724400"/>
          <p14:tracePt t="24911" x="9723438" y="4818063"/>
          <p14:tracePt t="24927" x="9297988" y="4878388"/>
          <p14:tracePt t="24943" x="8859838" y="4937125"/>
          <p14:tracePt t="24960" x="8482013" y="5006975"/>
          <p14:tracePt t="24961" x="8305800" y="5043488"/>
          <p14:tracePt t="24976" x="7997825" y="5126038"/>
          <p14:tracePt t="24994" x="7808913" y="5184775"/>
          <p14:tracePt t="24994" x="7726363" y="5219700"/>
          <p14:tracePt t="25010" x="7631113" y="5256213"/>
          <p14:tracePt t="25027" x="7585075" y="5280025"/>
          <p14:tracePt t="25044" x="7561263" y="5291138"/>
          <p14:tracePt t="25383" x="7040563" y="5291138"/>
          <p14:tracePt t="25402" x="6462713" y="5291138"/>
          <p14:tracePt t="25422" x="5824538" y="5291138"/>
          <p14:tracePt t="25437" x="5492750" y="5291138"/>
          <p14:tracePt t="25439" x="5351463" y="5291138"/>
          <p14:tracePt t="25453" x="5068888" y="5291138"/>
          <p14:tracePt t="25470" x="4784725" y="5326063"/>
          <p14:tracePt t="25488" x="4560888" y="5362575"/>
          <p14:tracePt t="25490" x="4465638" y="5386388"/>
          <p14:tracePt t="25503" x="4241800" y="5397500"/>
          <p14:tracePt t="25520" x="4052888" y="5408613"/>
          <p14:tracePt t="25539" x="3827463" y="5432425"/>
          <p14:tracePt t="25553" x="3733800" y="5432425"/>
          <p14:tracePt t="25571" x="3662363" y="5432425"/>
          <p14:tracePt t="25573" x="3614738" y="5432425"/>
          <p14:tracePt t="25587" x="3544888" y="5432425"/>
          <p14:tracePt t="25603" x="3484563" y="5445125"/>
          <p14:tracePt t="25621" x="3425825" y="5456238"/>
          <p14:tracePt t="25640" x="3390900" y="5468938"/>
          <p14:tracePt t="25641" x="3367088" y="5468938"/>
          <p14:tracePt t="25653" x="3367088" y="5480050"/>
          <p14:tracePt t="25654" x="3354388" y="5480050"/>
          <p14:tracePt t="25670" x="3319463" y="5491163"/>
          <p14:tracePt t="25688" x="3308350" y="5491163"/>
          <p14:tracePt t="25689" x="3295650" y="5491163"/>
          <p14:tracePt t="25702" x="3284538" y="5503863"/>
          <p14:tracePt t="25719" x="3271838" y="5503863"/>
          <p14:tracePt t="25737" x="3260725" y="5503863"/>
          <p14:tracePt t="25753" x="3249613" y="5503863"/>
          <p14:tracePt t="25771" x="3236913" y="5503863"/>
          <p14:tracePt t="25804" x="3225800" y="5503863"/>
          <p14:tracePt t="25836" x="3213100" y="5514975"/>
          <p14:tracePt t="25852" x="3189288" y="5514975"/>
          <p14:tracePt t="25869" x="3143250" y="5514975"/>
          <p14:tracePt t="25886" x="3130550" y="5514975"/>
          <p14:tracePt t="25903" x="3095625" y="5514975"/>
          <p14:tracePt t="25905" x="3082925" y="5514975"/>
          <p14:tracePt t="25920" x="3059113" y="5514975"/>
          <p14:tracePt t="25936" x="3024188" y="5514975"/>
          <p14:tracePt t="25953" x="2976563" y="5514975"/>
          <p14:tracePt t="25970" x="2952750" y="5514975"/>
          <p14:tracePt t="25988" x="2930525" y="5527675"/>
          <p14:tracePt t="25990" x="2917825" y="5527675"/>
          <p14:tracePt t="26003" x="2894013" y="5527675"/>
          <p14:tracePt t="26037" x="2882900" y="5527675"/>
          <p14:tracePt t="26054" x="2870200" y="5527675"/>
          <p14:tracePt t="26072" x="2859088" y="5538788"/>
          <p14:tracePt t="26103" x="2835275" y="5551488"/>
          <p14:tracePt t="26120" x="2824163" y="5551488"/>
          <p14:tracePt t="26137" x="2824163" y="5562600"/>
          <p14:tracePt t="26153" x="2811463" y="5575300"/>
          <p14:tracePt t="26155" x="2800350" y="5575300"/>
          <p14:tracePt t="26169" x="2800350" y="5586413"/>
          <p14:tracePt t="26187" x="2787650" y="5586413"/>
          <p14:tracePt t="26189" x="2776538" y="5586413"/>
          <p14:tracePt t="26275" x="2776538" y="5597525"/>
          <p14:tracePt t="26305" x="2776538" y="5610225"/>
          <p14:tracePt t="26322" x="2776538" y="5621338"/>
          <p14:tracePt t="26352" x="2776538" y="5634038"/>
          <p14:tracePt t="26461" x="2776538" y="5621338"/>
          <p14:tracePt t="26696" x="2776538" y="5610225"/>
          <p14:tracePt t="26868" x="2776538" y="5621338"/>
          <p14:tracePt t="26883" x="2776538" y="5634038"/>
          <p14:tracePt t="26909" x="2776538" y="5645150"/>
          <p14:tracePt t="26927" x="2776538" y="5657850"/>
          <p14:tracePt t="26993" x="2787650" y="5657850"/>
          <p14:tracePt t="27009" x="2800350" y="5668963"/>
          <p14:tracePt t="27026" x="2811463" y="5681663"/>
          <p14:tracePt t="27060" x="2824163" y="5692775"/>
          <p14:tracePt t="27078" x="2835275" y="5692775"/>
          <p14:tracePt t="27079" x="2846388" y="5692775"/>
          <p14:tracePt t="27133" x="2859088" y="5692775"/>
          <p14:tracePt t="27149" x="2870200" y="5692775"/>
          <p14:tracePt t="27177" x="2906713" y="5692775"/>
          <p14:tracePt t="27193" x="2930525" y="5692775"/>
          <p14:tracePt t="27210" x="2941638" y="5692775"/>
          <p14:tracePt t="27212" x="2952750" y="5692775"/>
          <p14:tracePt t="27244" x="2965450" y="5692775"/>
          <p14:tracePt t="27260" x="3013075" y="5692775"/>
          <p14:tracePt t="27277" x="3071813" y="5692775"/>
          <p14:tracePt t="27294" x="3201988" y="5681663"/>
          <p14:tracePt t="27311" x="3284538" y="5681663"/>
          <p14:tracePt t="27328" x="3367088" y="5681663"/>
          <p14:tracePt t="27330" x="3402013" y="5681663"/>
          <p14:tracePt t="27343" x="3460750" y="5681663"/>
          <p14:tracePt t="27359" x="3532188" y="5681663"/>
          <p14:tracePt t="27376" x="3627438" y="5681663"/>
          <p14:tracePt t="27377" x="3697288" y="5681663"/>
          <p14:tracePt t="27392" x="3851275" y="5657850"/>
          <p14:tracePt t="27408" x="4052888" y="5634038"/>
          <p14:tracePt t="27427" x="4252913" y="5610225"/>
          <p14:tracePt t="27443" x="4335463" y="5597525"/>
          <p14:tracePt t="27461" x="4489450" y="5586413"/>
          <p14:tracePt t="27479" x="4595813" y="5586413"/>
          <p14:tracePt t="27494" x="4678363" y="5586413"/>
          <p14:tracePt t="27495" x="4737100" y="5586413"/>
          <p14:tracePt t="27510" x="4843463" y="5586413"/>
          <p14:tracePt t="27527" x="4962525" y="5586413"/>
          <p14:tracePt t="27543" x="5068888" y="5586413"/>
          <p14:tracePt t="27544" x="5127625" y="5586413"/>
          <p14:tracePt t="27560" x="5245100" y="5586413"/>
          <p14:tracePt t="27577" x="5351463" y="5586413"/>
          <p14:tracePt t="27579" x="5410200" y="5586413"/>
          <p14:tracePt t="27593" x="5492750" y="5586413"/>
          <p14:tracePt t="27609" x="5599113" y="5586413"/>
          <p14:tracePt t="27628" x="5741988" y="5621338"/>
          <p14:tracePt t="27643" x="5824538" y="5634038"/>
          <p14:tracePt t="27660" x="5954713" y="5645150"/>
          <p14:tracePt t="27678" x="6178550" y="5657850"/>
          <p14:tracePt t="27693" x="6284913" y="5657850"/>
          <p14:tracePt t="27697" x="6319838" y="5657850"/>
          <p14:tracePt t="27710" x="6343650" y="5657850"/>
          <p14:tracePt t="27712" x="6380163" y="5657850"/>
          <p14:tracePt t="27728" x="6415088" y="5657850"/>
          <p14:tracePt t="27744" x="6438900" y="5657850"/>
          <p14:tracePt t="27745" x="6450013" y="5668963"/>
          <p14:tracePt t="27760" x="6462713" y="5668963"/>
          <p14:tracePt t="27778" x="6473825" y="5668963"/>
          <p14:tracePt t="27794" x="6486525" y="5668963"/>
          <p14:tracePt t="27837" x="6486525" y="5681663"/>
          <p14:tracePt t="27860" x="6486525" y="5692775"/>
          <p14:tracePt t="27892" x="6486525" y="5703888"/>
          <p14:tracePt t="27925" x="6497638" y="5727700"/>
          <p14:tracePt t="27943" x="6508750" y="5740400"/>
          <p14:tracePt t="27959" x="6508750" y="5751513"/>
          <p14:tracePt t="27961" x="6521450" y="5764213"/>
          <p14:tracePt t="27977" x="6545263" y="5775325"/>
          <p14:tracePt t="27994" x="6569075" y="5822950"/>
          <p14:tracePt t="27997" x="6580188" y="5834063"/>
          <p14:tracePt t="28011" x="6615113" y="5881688"/>
          <p14:tracePt t="28027" x="6638925" y="5916613"/>
          <p14:tracePt t="28032" x="6662738" y="5940425"/>
          <p14:tracePt t="28043" x="6675438" y="5964238"/>
          <p14:tracePt t="28046" x="6686550" y="5988050"/>
          <p14:tracePt t="28060" x="6734175" y="6022975"/>
          <p14:tracePt t="28078" x="6769100" y="6059488"/>
          <p14:tracePt t="28080" x="6792913" y="6081713"/>
          <p14:tracePt t="28094" x="6816725" y="6105525"/>
          <p14:tracePt t="28109" x="6851650" y="6118225"/>
          <p14:tracePt t="28127" x="6864350" y="6129338"/>
          <p14:tracePt t="28143" x="6888163" y="6129338"/>
          <p14:tracePt t="28160" x="6899275" y="6129338"/>
          <p14:tracePt t="28162" x="6899275" y="6118225"/>
          <p14:tracePt t="28493" x="7029450" y="6118225"/>
          <p14:tracePt t="28512" x="7253288" y="6118225"/>
          <p14:tracePt t="28529" x="7396163" y="6118225"/>
          <p14:tracePt t="28545" x="7489825" y="6118225"/>
          <p14:tracePt t="28546" x="7548563" y="6118225"/>
          <p14:tracePt t="28562" x="7620000" y="6118225"/>
          <p14:tracePt t="28579" x="7737475" y="6118225"/>
          <p14:tracePt t="28595" x="7797800" y="6118225"/>
          <p14:tracePt t="28612" x="7843838" y="6118225"/>
          <p14:tracePt t="28628" x="7891463" y="6105525"/>
          <p14:tracePt t="28645" x="7939088" y="6105525"/>
          <p14:tracePt t="28662" x="7962900" y="6105525"/>
          <p14:tracePt t="28663" x="7986713" y="6105525"/>
          <p14:tracePt t="28679" x="7997825" y="6105525"/>
          <p14:tracePt t="28713" x="8069263" y="6105525"/>
          <p14:tracePt t="28747" x="8093075" y="6118225"/>
          <p14:tracePt t="29289" x="8223250" y="6118225"/>
          <p14:tracePt t="29308" x="8293100" y="6118225"/>
          <p14:tracePt t="29309" x="8329613" y="6118225"/>
          <p14:tracePt t="29341" x="8482013" y="6129338"/>
          <p14:tracePt t="29360" x="8601075" y="6129338"/>
          <p14:tracePt t="29376" x="8670925" y="6129338"/>
          <p14:tracePt t="29391" x="8753475" y="6129338"/>
          <p14:tracePt t="29392" x="8777288" y="6129338"/>
          <p14:tracePt t="29407" x="8837613" y="6129338"/>
          <p14:tracePt t="29423" x="8896350" y="6129338"/>
          <p14:tracePt t="29441" x="8955088" y="6129338"/>
          <p14:tracePt t="29458" x="8978900" y="6129338"/>
          <p14:tracePt t="29475" x="9013825" y="6129338"/>
          <p14:tracePt t="29478" x="9026525" y="6129338"/>
          <p14:tracePt t="29491" x="9037638" y="6129338"/>
          <p14:tracePt t="29509" x="9061450" y="6129338"/>
          <p14:tracePt t="29512" x="9072563" y="6129338"/>
          <p14:tracePt t="29836" x="9239250" y="6118225"/>
          <p14:tracePt t="29851" x="9356725" y="6105525"/>
          <p14:tracePt t="29884" x="9498013" y="6105525"/>
          <p14:tracePt t="29900" x="9569450" y="6105525"/>
          <p14:tracePt t="29917" x="9617075" y="6105525"/>
          <p14:tracePt t="29933" x="9640888" y="6105525"/>
          <p14:tracePt t="29934" x="9652000" y="6105525"/>
          <p14:tracePt t="29949" x="9686925" y="6105525"/>
          <p14:tracePt t="29965" x="9723438" y="6105525"/>
          <p14:tracePt t="29982" x="9782175" y="6105525"/>
          <p14:tracePt t="29999" x="9829800" y="6105525"/>
          <p14:tracePt t="30018" x="9912350" y="6105525"/>
          <p14:tracePt t="30033" x="9971088" y="6094413"/>
          <p14:tracePt t="30050" x="10042525" y="6081713"/>
          <p14:tracePt t="30068" x="10136188" y="6081713"/>
          <p14:tracePt t="30086" x="10194925" y="6081713"/>
          <p14:tracePt t="30087" x="10218738" y="6081713"/>
          <p14:tracePt t="30101" x="10255250" y="6081713"/>
          <p14:tracePt t="30117" x="10290175" y="6070600"/>
          <p14:tracePt t="30133" x="10301288" y="6070600"/>
          <p14:tracePt t="30150" x="10325100" y="6046788"/>
          <p14:tracePt t="30168" x="10337800" y="6035675"/>
          <p14:tracePt t="30183" x="10348913" y="6035675"/>
          <p14:tracePt t="30184" x="10348913" y="6022975"/>
          <p14:tracePt t="30259" x="10348913" y="6035675"/>
          <p14:tracePt t="30274" x="10348913" y="6059488"/>
          <p14:tracePt t="30337" x="10325100" y="6059488"/>
          <p14:tracePt t="30352" x="10266363" y="6059488"/>
          <p14:tracePt t="30383" x="10125075" y="6059488"/>
          <p14:tracePt t="30401" x="10029825" y="6059488"/>
          <p14:tracePt t="30417" x="9994900" y="6059488"/>
          <p14:tracePt t="30434" x="9923463" y="6081713"/>
          <p14:tracePt t="30449" x="9899650" y="6094413"/>
          <p14:tracePt t="30467" x="9829800" y="6118225"/>
          <p14:tracePt t="30469" x="9805988" y="6118225"/>
          <p14:tracePt t="30484" x="9758363" y="6142038"/>
          <p14:tracePt t="30500" x="9710738" y="6153150"/>
          <p14:tracePt t="30519" x="9628188" y="6165850"/>
          <p14:tracePt t="30533" x="9580563" y="6176963"/>
          <p14:tracePt t="30551" x="9534525" y="6176963"/>
          <p14:tracePt t="30567" x="9498013" y="6176963"/>
          <p14:tracePt t="30584" x="9474200" y="6176963"/>
          <p14:tracePt t="30600" x="9463088" y="6176963"/>
          <p14:tracePt t="30617" x="9450388" y="6176963"/>
          <p14:tracePt t="30790" x="9450388" y="6165850"/>
          <p14:tracePt t="30852" x="9474200" y="6165850"/>
          <p14:tracePt t="30869" x="9534525" y="6165850"/>
          <p14:tracePt t="30891" x="9640888" y="6165850"/>
          <p14:tracePt t="30892" x="9675813" y="6165850"/>
          <p14:tracePt t="30909" x="9747250" y="6165850"/>
          <p14:tracePt t="30926" x="9829800" y="6153150"/>
          <p14:tracePt t="30927" x="9864725" y="6153150"/>
          <p14:tracePt t="30942" x="9923463" y="6153150"/>
          <p14:tracePt t="30960" x="9971088" y="6153150"/>
          <p14:tracePt t="30977" x="10053638" y="6153150"/>
          <p14:tracePt t="30992" x="10112375" y="6153150"/>
          <p14:tracePt t="31010" x="10160000" y="6153150"/>
          <p14:tracePt t="31011" x="10183813" y="6153150"/>
          <p14:tracePt t="31025" x="10231438" y="6153150"/>
          <p14:tracePt t="31042" x="10266363" y="6153150"/>
          <p14:tracePt t="31062" x="10372725" y="6153150"/>
          <p14:tracePt t="31076" x="10420350" y="6153150"/>
          <p14:tracePt t="31093" x="10479088" y="6153150"/>
          <p14:tracePt t="31094" x="10502900" y="6153150"/>
          <p14:tracePt t="31109" x="10550525" y="6153150"/>
          <p14:tracePt t="31125" x="10572750" y="6165850"/>
          <p14:tracePt t="31142" x="10620375" y="6176963"/>
          <p14:tracePt t="31142" x="10633075" y="6176963"/>
          <p14:tracePt t="31158" x="10668000" y="6188075"/>
          <p14:tracePt t="31176" x="10702925" y="6188075"/>
          <p14:tracePt t="31211" x="10726738" y="6188075"/>
          <p14:tracePt t="31226" x="10750550" y="6188075"/>
          <p14:tracePt t="31242" x="10774363" y="6188075"/>
          <p14:tracePt t="31260" x="10833100" y="6188075"/>
          <p14:tracePt t="31278" x="10880725" y="6176963"/>
          <p14:tracePt t="31292" x="10915650" y="6176963"/>
          <p14:tracePt t="31310" x="10952163" y="6176963"/>
          <p14:tracePt t="31325" x="10987088" y="6176963"/>
          <p14:tracePt t="31343" x="10998200" y="6176963"/>
          <p14:tracePt t="31345" x="11010900" y="6176963"/>
          <p14:tracePt t="31384" x="11022013" y="6176963"/>
          <p14:tracePt t="31409" x="11034713" y="6176963"/>
          <p14:tracePt t="31426" x="11045825" y="6176963"/>
          <p14:tracePt t="31443" x="11080750" y="6176963"/>
          <p14:tracePt t="31458" x="11093450" y="6176963"/>
          <p14:tracePt t="31475" x="11117263" y="6176963"/>
          <p14:tracePt t="31491" x="11128375" y="6176963"/>
          <p14:tracePt t="31509" x="11141075" y="6176963"/>
          <p14:tracePt t="31526" x="11152188" y="6176963"/>
          <p14:tracePt t="31543" x="11164888" y="6176963"/>
          <p14:tracePt t="31665" x="11141075" y="6176963"/>
          <p14:tracePt t="31680" x="11104563" y="6188075"/>
          <p14:tracePt t="31708" x="11010900" y="6211888"/>
          <p14:tracePt t="31725" x="10915650" y="6224588"/>
          <p14:tracePt t="31741" x="10856913" y="6224588"/>
          <p14:tracePt t="31758" x="10763250" y="6235700"/>
          <p14:tracePt t="31775" x="10596563" y="6248400"/>
          <p14:tracePt t="31791" x="10455275" y="6270625"/>
          <p14:tracePt t="31808" x="10207625" y="6294438"/>
          <p14:tracePt t="31808" x="10088563" y="6294438"/>
          <p14:tracePt t="31824" x="9758363" y="6354763"/>
          <p14:tracePt t="31842" x="9345613" y="6413500"/>
          <p14:tracePt t="31858" x="8731250" y="6472238"/>
          <p14:tracePt t="31874" x="8351838" y="6507163"/>
          <p14:tracePt t="31891" x="8080375" y="6543675"/>
          <p14:tracePt t="31892" x="7986713" y="6543675"/>
          <p14:tracePt t="31909" x="7821613" y="6565900"/>
          <p14:tracePt t="31924" x="7737475" y="6578600"/>
          <p14:tracePt t="31942" x="7667625" y="6578600"/>
          <p14:tracePt t="31942" x="7643813" y="6578600"/>
          <p14:tracePt t="31959" x="7585075" y="6578600"/>
          <p14:tracePt t="31975" x="7537450" y="6589713"/>
          <p14:tracePt t="31976" x="7513638" y="6589713"/>
          <p14:tracePt t="32305" x="7112000" y="6589713"/>
          <p14:tracePt t="32320" x="6710363" y="6602413"/>
          <p14:tracePt t="32344" x="6000750" y="6626225"/>
          <p14:tracePt t="32360" x="5694363" y="6626225"/>
          <p14:tracePt t="32379" x="5316538" y="6613525"/>
          <p14:tracePt t="32394" x="5138738" y="6602413"/>
          <p14:tracePt t="32410" x="5008563" y="6602413"/>
          <p14:tracePt t="32428" x="4914900" y="6602413"/>
          <p14:tracePt t="32444" x="4856163" y="6602413"/>
          <p14:tracePt t="32461" x="4808538" y="6602413"/>
          <p14:tracePt t="32462" x="4784725" y="6602413"/>
          <p14:tracePt t="32477" x="4725988" y="6602413"/>
          <p14:tracePt t="32493" x="4689475" y="6602413"/>
          <p14:tracePt t="32510" x="4619625" y="6613525"/>
          <p14:tracePt t="32526" x="4572000" y="6626225"/>
          <p14:tracePt t="32544" x="4513263" y="6626225"/>
          <p14:tracePt t="32545" x="4476750" y="6626225"/>
          <p14:tracePt t="32561" x="4418013" y="6626225"/>
          <p14:tracePt t="32579" x="4383088" y="6626225"/>
          <p14:tracePt t="32581" x="4359275" y="6626225"/>
          <p14:tracePt t="32594" x="4335463" y="6626225"/>
          <p14:tracePt t="32611" x="4300538" y="6626225"/>
          <p14:tracePt t="32629" x="4241800" y="6626225"/>
          <p14:tracePt t="32644" x="4205288" y="6613525"/>
          <p14:tracePt t="32660" x="4159250" y="6602413"/>
          <p14:tracePt t="32678" x="4064000" y="6602413"/>
          <p14:tracePt t="32693" x="4005263" y="6578600"/>
          <p14:tracePt t="32711" x="3910013" y="6578600"/>
          <p14:tracePt t="32712" x="3875088" y="6565900"/>
          <p14:tracePt t="32728" x="3779838" y="6554788"/>
          <p14:tracePt t="32745" x="3709988" y="6554788"/>
          <p14:tracePt t="32746" x="3673475" y="6543675"/>
          <p14:tracePt t="32761" x="3627438" y="6530975"/>
          <p14:tracePt t="32778" x="3579813" y="6530975"/>
          <p14:tracePt t="32795" x="3556000" y="6530975"/>
          <p14:tracePt t="32796" x="3532188" y="6530975"/>
          <p14:tracePt t="32811" x="3521075" y="6530975"/>
          <p14:tracePt t="32829" x="3484563" y="6530975"/>
          <p14:tracePt t="32830" x="3473450" y="6530975"/>
          <p14:tracePt t="32845" x="3460750" y="6530975"/>
          <p14:tracePt t="32861" x="3449638" y="6530975"/>
          <p14:tracePt t="32879" x="3438525" y="6530975"/>
          <p14:tracePt t="32910" x="3425825" y="6530975"/>
          <p14:tracePt t="32977" x="3425825" y="6543675"/>
          <p14:tracePt t="32993" x="3425825" y="6554788"/>
          <p14:tracePt t="33028" x="3425825" y="6578600"/>
          <p14:tracePt t="33044" x="3425825" y="6589713"/>
          <p14:tracePt t="33060" x="3425825" y="6626225"/>
          <p14:tracePt t="33078" x="3425825" y="6661150"/>
          <p14:tracePt t="33095" x="3414713" y="6684963"/>
          <p14:tracePt t="33110" x="3414713" y="6719888"/>
          <p14:tracePt t="33131" x="3414713" y="6743700"/>
          <p14:tracePt t="33144" x="3414713" y="6756400"/>
          <p14:tracePt t="33159" x="3414713" y="6778625"/>
          <p14:tracePt t="33178" x="3438525" y="6802438"/>
          <p14:tracePt t="33179" x="3449638" y="6815138"/>
          <p14:tracePt t="33194" x="3484563" y="6838950"/>
          <p14:tracePt t="33211" x="3521075" y="6850063"/>
          <p14:tracePt t="33212" x="3532188" y="6861175"/>
          <p14:tracePt t="33228" x="3556000" y="6884988"/>
          <p14:tracePt t="33244" x="3590925" y="6897688"/>
          <p14:tracePt t="33260" x="3614738" y="6908800"/>
          <p14:tracePt t="33262" x="3638550" y="6921500"/>
          <p14:tracePt t="33277" x="3662363" y="6932613"/>
          <p14:tracePt t="33294" x="3686175" y="6945313"/>
          <p14:tracePt t="33296" x="3697288" y="6945313"/>
          <p14:tracePt t="33310" x="3733800" y="6956425"/>
          <p14:tracePt t="33330" x="3757613" y="6967538"/>
          <p14:tracePt t="33331" x="3768725" y="6980238"/>
          <p14:tracePt t="33344" x="3779838" y="6980238"/>
          <p14:tracePt t="33360" x="3816350" y="6991350"/>
          <p14:tracePt t="33378" x="3840163" y="6991350"/>
          <p14:tracePt t="33394" x="3875088" y="6991350"/>
          <p14:tracePt t="33411" x="3898900" y="6991350"/>
          <p14:tracePt t="33430" x="3946525" y="6991350"/>
          <p14:tracePt t="33444" x="3981450" y="6991350"/>
          <p14:tracePt t="33461" x="4005263" y="6991350"/>
          <p14:tracePt t="33463" x="4029075" y="6991350"/>
          <p14:tracePt t="33477" x="4052888" y="7004050"/>
          <p14:tracePt t="33493" x="4122738" y="7015163"/>
          <p14:tracePt t="33510" x="4159250" y="7015163"/>
          <p14:tracePt t="33511" x="4205288" y="7027863"/>
          <p14:tracePt t="33526" x="4265613" y="7038975"/>
          <p14:tracePt t="33543" x="4311650" y="7062788"/>
          <p14:tracePt t="33560" x="4383088" y="7086600"/>
          <p14:tracePt t="33577" x="4441825" y="7086600"/>
          <p14:tracePt t="33595" x="4489450" y="7097713"/>
          <p14:tracePt t="33596" x="4513263" y="7110413"/>
          <p14:tracePt t="33610" x="4595813" y="7110413"/>
          <p14:tracePt t="33629" x="4654550" y="7121525"/>
          <p14:tracePt t="33630" x="4678363" y="7121525"/>
          <p14:tracePt t="33644" x="4725988" y="7145338"/>
          <p14:tracePt t="33661" x="4773613" y="7169150"/>
          <p14:tracePt t="33677" x="4808538" y="7204075"/>
          <p14:tracePt t="33678" x="4832350" y="7216775"/>
          <p14:tracePt t="33693" x="4856163" y="7251700"/>
          <p14:tracePt t="33710" x="4867275" y="7275513"/>
          <p14:tracePt t="33729" x="4891088" y="7299325"/>
          <p14:tracePt t="33744" x="4914900" y="7323138"/>
          <p14:tracePt t="33761" x="4914900" y="7334250"/>
          <p14:tracePt t="33762" x="4914900" y="7346950"/>
          <p14:tracePt t="33778" x="4926013" y="7358063"/>
          <p14:tracePt t="33794" x="4926013" y="7369175"/>
          <p14:tracePt t="33811" x="4926013" y="7381875"/>
          <p14:tracePt t="33828" x="4926013" y="7392988"/>
          <p14:tracePt t="33884" x="4938713" y="7392988"/>
          <p14:tracePt t="33961" x="4926013" y="7392988"/>
          <p14:tracePt t="33977" x="4737100" y="7416800"/>
          <p14:tracePt t="33993" x="4513263" y="7451725"/>
          <p14:tracePt t="34010" x="4229100" y="7475538"/>
          <p14:tracePt t="34012" x="4135438" y="7475538"/>
          <p14:tracePt t="34028" x="3910013" y="7475538"/>
          <p14:tracePt t="34043" x="3768725" y="7475538"/>
          <p14:tracePt t="34060" x="3567113" y="7451725"/>
          <p14:tracePt t="34076" x="3473450" y="7440613"/>
          <p14:tracePt t="34096" x="3367088" y="7416800"/>
          <p14:tracePt t="34110" x="3319463" y="7405688"/>
          <p14:tracePt t="34128" x="3308350" y="7369175"/>
          <p14:tracePt t="34130" x="3308350" y="7358063"/>
          <p14:tracePt t="34144" x="3308350" y="7323138"/>
          <p14:tracePt t="34160" x="3343275" y="7275513"/>
          <p14:tracePt t="34179" x="3544888" y="7169150"/>
          <p14:tracePt t="34194" x="3840163" y="7073900"/>
          <p14:tracePt t="34211" x="4146550" y="7004050"/>
          <p14:tracePt t="34213" x="4252913" y="7004050"/>
          <p14:tracePt t="34228" x="4359275" y="6991350"/>
          <p14:tracePt t="34244" x="4441825" y="6980238"/>
          <p14:tracePt t="34261" x="4489450" y="6980238"/>
          <p14:tracePt t="34263" x="4513263" y="6980238"/>
          <p14:tracePt t="34278" x="4537075" y="6980238"/>
          <p14:tracePt t="34294" x="4583113" y="6980238"/>
          <p14:tracePt t="34312" x="4643438" y="6991350"/>
          <p14:tracePt t="34329" x="4713288" y="7004050"/>
          <p14:tracePt t="34344" x="4843463" y="7027863"/>
          <p14:tracePt t="34346" x="4949825" y="7051675"/>
          <p14:tracePt t="34360" x="5127625" y="7073900"/>
          <p14:tracePt t="34378" x="5233988" y="7110413"/>
          <p14:tracePt t="34380" x="5281613" y="7110413"/>
          <p14:tracePt t="34394" x="5316538" y="7134225"/>
          <p14:tracePt t="34410" x="5340350" y="7134225"/>
          <p14:tracePt t="34430" x="5375275" y="7145338"/>
          <p14:tracePt t="34443" x="5386388" y="7169150"/>
          <p14:tracePt t="34460" x="5375275" y="7192963"/>
          <p14:tracePt t="34480" x="5245100" y="7240588"/>
          <p14:tracePt t="34494" x="5021263" y="7275513"/>
          <p14:tracePt t="34512" x="4749800" y="7310438"/>
          <p14:tracePt t="34513" x="4630738" y="7323138"/>
          <p14:tracePt t="34527" x="4489450" y="7323138"/>
          <p14:tracePt t="34543" x="4311650" y="7323138"/>
          <p14:tracePt t="34560" x="4075113" y="7323138"/>
          <p14:tracePt t="34578" x="3946525" y="7323138"/>
          <p14:tracePt t="34593" x="3827463" y="7323138"/>
          <p14:tracePt t="34610" x="3697288" y="7323138"/>
          <p14:tracePt t="34629" x="3603625" y="7299325"/>
          <p14:tracePt t="35087" x="3673475" y="7299325"/>
          <p14:tracePt t="35104" x="3875088" y="7286625"/>
          <p14:tracePt t="35121" x="4111625" y="7275513"/>
          <p14:tracePt t="35139" x="4702175" y="7299325"/>
          <p14:tracePt t="35155" x="5233988" y="7334250"/>
          <p14:tracePt t="35171" x="5918200" y="7416800"/>
          <p14:tracePt t="35189" x="6249988" y="7451725"/>
          <p14:tracePt t="35204" x="6508750" y="7451725"/>
          <p14:tracePt t="35221" x="6781800" y="7451725"/>
          <p14:tracePt t="35238" x="6888163" y="7451725"/>
          <p14:tracePt t="35255" x="6994525" y="7451725"/>
          <p14:tracePt t="35272" x="7016750" y="7451725"/>
          <p14:tracePt t="35289" x="7053263" y="7451725"/>
          <p14:tracePt t="35306" x="7077075" y="7451725"/>
          <p14:tracePt t="35665" x="7112000" y="7451725"/>
          <p14:tracePt t="35680" x="7159625" y="7451725"/>
          <p14:tracePt t="35707" x="7277100" y="7451725"/>
          <p14:tracePt t="35723" x="7372350" y="7451725"/>
          <p14:tracePt t="35740" x="7502525" y="7451725"/>
          <p14:tracePt t="35742" x="7596188" y="7464425"/>
          <p14:tracePt t="35756" x="7797800" y="7475538"/>
          <p14:tracePt t="35773" x="7950200" y="7512050"/>
          <p14:tracePt t="35790" x="8056563" y="7523163"/>
          <p14:tracePt t="35805" x="8104188" y="7535863"/>
          <p14:tracePt t="35824" x="8139113" y="7535863"/>
          <p14:tracePt t="35827" x="8162925" y="7535863"/>
          <p14:tracePt t="35840" x="8199438" y="7535863"/>
          <p14:tracePt t="35856" x="8245475" y="7523163"/>
          <p14:tracePt t="35873" x="8293100" y="7523163"/>
          <p14:tracePt t="35890" x="8340725" y="7523163"/>
          <p14:tracePt t="35906" x="8434388" y="7523163"/>
          <p14:tracePt t="35908" x="8482013" y="7523163"/>
          <p14:tracePt t="35923" x="8577263" y="7523163"/>
          <p14:tracePt t="35940" x="8694738" y="7523163"/>
          <p14:tracePt t="35956" x="8848725" y="7523163"/>
          <p14:tracePt t="35972" x="8920163" y="7523163"/>
          <p14:tracePt t="35989" x="9002713" y="7523163"/>
          <p14:tracePt t="36005" x="9085263" y="7535863"/>
          <p14:tracePt t="36023" x="9144000" y="7535863"/>
          <p14:tracePt t="36039" x="9167813" y="7535863"/>
          <p14:tracePt t="36383" x="9239250" y="7535863"/>
          <p14:tracePt t="36399" x="9345613" y="7535863"/>
          <p14:tracePt t="36431" x="9521825" y="7523163"/>
          <p14:tracePt t="36448" x="9580563" y="7523163"/>
          <p14:tracePt t="36449" x="9617075" y="7512050"/>
          <p14:tracePt t="36465" x="9663113" y="7512050"/>
          <p14:tracePt t="36482" x="9723438" y="7512050"/>
          <p14:tracePt t="36485" x="9747250" y="7512050"/>
          <p14:tracePt t="36498" x="9769475" y="7512050"/>
          <p14:tracePt t="36500" x="9793288" y="7512050"/>
          <p14:tracePt t="36516" x="9817100" y="7512050"/>
          <p14:tracePt t="36532" x="9864725" y="7512050"/>
          <p14:tracePt t="36548" x="9899650" y="7512050"/>
          <p14:tracePt t="36565" x="9912350" y="7512050"/>
          <p14:tracePt t="36581" x="9958388" y="7512050"/>
          <p14:tracePt t="36599" x="9982200" y="7512050"/>
          <p14:tracePt t="36616" x="10018713" y="7512050"/>
          <p14:tracePt t="36632" x="10042525" y="7512050"/>
          <p14:tracePt t="36648" x="10064750" y="7512050"/>
          <p14:tracePt t="36666" x="10112375" y="7512050"/>
          <p14:tracePt t="36682" x="10136188" y="7512050"/>
          <p14:tracePt t="36700" x="10160000" y="7512050"/>
          <p14:tracePt t="36733" x="10171113" y="7499350"/>
          <p14:tracePt t="36750" x="10194925" y="7488238"/>
          <p14:tracePt t="36766" x="10207625" y="7475538"/>
          <p14:tracePt t="36782" x="10218738" y="7464425"/>
          <p14:tracePt t="36784" x="10231438" y="7464425"/>
          <p14:tracePt t="36800" x="10255250" y="7464425"/>
          <p14:tracePt t="36815" x="10277475" y="7464425"/>
          <p14:tracePt t="36832" x="10290175" y="7464425"/>
          <p14:tracePt t="36850" x="10313988" y="7464425"/>
          <p14:tracePt t="36854" x="10337800" y="7464425"/>
          <p14:tracePt t="36865" x="10348913" y="7464425"/>
          <p14:tracePt t="36868" x="10361613" y="7451725"/>
          <p14:tracePt t="36882" x="10383838" y="7440613"/>
          <p14:tracePt t="36900" x="10407650" y="7440613"/>
          <p14:tracePt t="36902" x="10431463" y="7440613"/>
          <p14:tracePt t="36916" x="10455275" y="7440613"/>
          <p14:tracePt t="36933" x="10479088" y="7440613"/>
          <p14:tracePt t="36950" x="10537825" y="7440613"/>
          <p14:tracePt t="36965" x="10585450" y="7440613"/>
          <p14:tracePt t="36984" x="10609263" y="7440613"/>
          <p14:tracePt t="36985" x="10633075" y="7440613"/>
          <p14:tracePt t="36999" x="10668000" y="7451725"/>
          <p14:tracePt t="37016" x="10715625" y="7464425"/>
          <p14:tracePt t="37032" x="10739438" y="7475538"/>
          <p14:tracePt t="37033" x="10750550" y="7475538"/>
          <p14:tracePt t="37050" x="10774363" y="7475538"/>
          <p14:tracePt t="37065" x="10798175" y="7475538"/>
          <p14:tracePt t="37082" x="10821988" y="7475538"/>
          <p14:tracePt t="37100" x="10833100" y="7475538"/>
          <p14:tracePt t="37116" x="10845800" y="7488238"/>
          <p14:tracePt t="37133" x="10869613" y="7499350"/>
          <p14:tracePt t="37149" x="10880725" y="7512050"/>
          <p14:tracePt t="37152" x="10891838" y="7512050"/>
          <p14:tracePt t="37168" x="10904538" y="7523163"/>
          <p14:tracePt t="37182" x="10928350" y="7535863"/>
          <p14:tracePt t="37217" x="10952163" y="7535863"/>
          <p14:tracePt t="37232" x="10952163" y="7546975"/>
          <p14:tracePt t="37265" x="10963275" y="7546975"/>
          <p14:tracePt t="37711" x="10963275" y="7558088"/>
          <p14:tracePt t="37729" x="10963275" y="7581900"/>
          <p14:tracePt t="37764" x="10939463" y="7594600"/>
          <p14:tracePt t="37780" x="10939463" y="7605713"/>
          <p14:tracePt t="37798" x="10928350" y="7618413"/>
          <p14:tracePt t="37814" x="10928350" y="7629525"/>
          <p14:tracePt t="37848" x="10928350" y="7642225"/>
          <p14:tracePt t="37864" x="10928350" y="7653338"/>
          <p14:tracePt t="37881" x="10904538" y="7664450"/>
          <p14:tracePt t="37916" x="10904538" y="7677150"/>
          <p14:tracePt t="37931" x="10891838" y="7688263"/>
          <p14:tracePt t="37949" x="10891838" y="7700963"/>
          <p14:tracePt t="37950" x="10891838" y="7712075"/>
          <p14:tracePt t="37980" x="10891838" y="7724775"/>
          <p14:tracePt t="37999" x="10880725" y="7735888"/>
          <p14:tracePt t="38013" x="10869613" y="7735888"/>
          <p14:tracePt t="38030" x="10869613" y="7747000"/>
          <p14:tracePt t="38048" x="10856913" y="7759700"/>
          <p14:tracePt t="38064" x="10856913" y="7770813"/>
          <p14:tracePt t="38081" x="10856913" y="7783513"/>
          <p14:tracePt t="38102" x="10856913" y="7794625"/>
          <p14:tracePt t="38113" x="10845800" y="7807325"/>
          <p14:tracePt t="38129" x="10833100" y="7818438"/>
          <p14:tracePt t="38146" x="10833100" y="7842250"/>
          <p14:tracePt t="38164" x="10833100" y="7866063"/>
          <p14:tracePt t="38179" x="10833100" y="7877175"/>
          <p14:tracePt t="38198" x="10833100" y="7900988"/>
          <p14:tracePt t="38199" x="10833100" y="7913688"/>
          <p14:tracePt t="38230" x="10833100" y="7935913"/>
          <p14:tracePt t="38263" x="10833100" y="7948613"/>
          <p14:tracePt t="38281" x="10833100" y="7959725"/>
          <p14:tracePt t="38301" x="10833100" y="7972425"/>
          <p14:tracePt t="38314" x="10833100" y="7983538"/>
          <p14:tracePt t="38461" x="10833100" y="7996238"/>
          <p14:tracePt t="38479" x="10833100" y="8007350"/>
          <p14:tracePt t="38497" x="10845800" y="8007350"/>
          <p14:tracePt t="38499" x="10845800" y="8020050"/>
          <p14:tracePt t="38530" x="10845800" y="8031163"/>
          <p14:tracePt t="38548" x="10845800" y="8042275"/>
          <p14:tracePt t="38697" x="10845800" y="8031163"/>
          <p14:tracePt t="38727" x="10845800" y="8020050"/>
          <p14:tracePt t="38899" x="10833100" y="8020050"/>
          <p14:tracePt t="39024" x="10821988" y="8020050"/>
          <p14:tracePt t="39195" x="10821988" y="8007350"/>
          <p14:tracePt t="39215" x="10821988" y="7996238"/>
          <p14:tracePt t="39233" x="10821988" y="7972425"/>
          <p14:tracePt t="39234" x="10821988" y="7959725"/>
          <p14:tracePt t="39250" x="10821988" y="7935913"/>
          <p14:tracePt t="39268" x="10821988" y="7900988"/>
          <p14:tracePt t="39270" x="10821988" y="7889875"/>
          <p14:tracePt t="39284" x="10833100" y="7842250"/>
          <p14:tracePt t="39300" x="10833100" y="7818438"/>
          <p14:tracePt t="39318" x="10869613" y="7759700"/>
          <p14:tracePt t="39333" x="10891838" y="7724775"/>
          <p14:tracePt t="39351" x="10904538" y="7688263"/>
          <p14:tracePt t="39368" x="10915650" y="7664450"/>
          <p14:tracePt t="39384" x="10928350" y="7642225"/>
          <p14:tracePt t="39401" x="10928350" y="7618413"/>
          <p14:tracePt t="39418" x="10939463" y="7618413"/>
          <p14:tracePt t="39451" x="10952163" y="7594600"/>
          <p14:tracePt t="39508" x="10963275" y="7594600"/>
          <p14:tracePt t="39554" x="10974388" y="7594600"/>
          <p14:tracePt t="39587" x="10987088" y="7594600"/>
          <p14:tracePt t="39603" x="10998200" y="7581900"/>
          <p14:tracePt t="39633" x="11045825" y="7558088"/>
          <p14:tracePt t="39649" x="11069638" y="7546975"/>
          <p14:tracePt t="39668" x="11141075" y="7512050"/>
          <p14:tracePt t="39685" x="11199813" y="7488238"/>
          <p14:tracePt t="39689" x="11234738" y="7488238"/>
          <p14:tracePt t="39701" x="11317288" y="7475538"/>
          <p14:tracePt t="39718" x="11364913" y="7464425"/>
          <p14:tracePt t="39721" x="11388725" y="7464425"/>
          <p14:tracePt t="39734" x="11423650" y="7464425"/>
          <p14:tracePt t="39750" x="11495088" y="7464425"/>
          <p14:tracePt t="39768" x="11566525" y="7464425"/>
          <p14:tracePt t="39770" x="11601450" y="7451725"/>
          <p14:tracePt t="39784" x="11684000" y="7440613"/>
          <p14:tracePt t="39800" x="11742738" y="7429500"/>
          <p14:tracePt t="39817" x="11790363" y="7416800"/>
          <p14:tracePt t="39822" x="11814175" y="7416800"/>
          <p14:tracePt t="39833" x="11861800" y="7416800"/>
          <p14:tracePt t="39851" x="11907838" y="7405688"/>
          <p14:tracePt t="39853" x="11944350" y="7405688"/>
          <p14:tracePt t="39867" x="12003088" y="7392988"/>
          <p14:tracePt t="39884" x="12038013" y="7392988"/>
          <p14:tracePt t="39888" x="12061825" y="7392988"/>
          <p14:tracePt t="39918" x="12085638" y="7392988"/>
          <p14:tracePt t="39935" x="12096750" y="7392988"/>
          <p14:tracePt t="39968" x="12085638" y="7392988"/>
          <p14:tracePt t="39984" x="12050713" y="7392988"/>
          <p14:tracePt t="40001" x="12003088" y="7392988"/>
          <p14:tracePt t="40018" x="11955463" y="7392988"/>
          <p14:tracePt t="40020" x="11931650" y="7405688"/>
          <p14:tracePt t="40033" x="11885613" y="7416800"/>
          <p14:tracePt t="40050" x="11825288" y="7440613"/>
          <p14:tracePt t="40068" x="11672888" y="7475538"/>
          <p14:tracePt t="40084" x="11423650" y="7535863"/>
          <p14:tracePt t="40101" x="10998200" y="7594600"/>
          <p14:tracePt t="40104" x="10702925" y="7629525"/>
          <p14:tracePt t="40117" x="10396538" y="7653338"/>
          <p14:tracePt t="40121" x="10088563" y="7677150"/>
          <p14:tracePt t="40133" x="9474200" y="7724775"/>
          <p14:tracePt t="40150" x="9026525" y="7735888"/>
          <p14:tracePt t="40151" x="8824913" y="7735888"/>
          <p14:tracePt t="40168" x="8423275" y="7759700"/>
          <p14:tracePt t="40184" x="8045450" y="7759700"/>
          <p14:tracePt t="40200" x="7585075" y="7783513"/>
          <p14:tracePt t="40217" x="7229475" y="7794625"/>
          <p14:tracePt t="40234" x="6923088" y="7831138"/>
          <p14:tracePt t="40235" x="6757988" y="7853363"/>
          <p14:tracePt t="40250" x="6486525" y="7889875"/>
          <p14:tracePt t="40268" x="6213475" y="7935913"/>
          <p14:tracePt t="40271" x="6072188" y="7959725"/>
          <p14:tracePt t="40284" x="5872163" y="7996238"/>
          <p14:tracePt t="40301" x="5741988" y="8020050"/>
          <p14:tracePt t="40305" x="5694363" y="8031163"/>
          <p14:tracePt t="40317" x="5635625" y="8054975"/>
          <p14:tracePt t="40321" x="5611813" y="8054975"/>
          <p14:tracePt t="40333" x="5553075" y="8078788"/>
          <p14:tracePt t="40350" x="5516563" y="8089900"/>
          <p14:tracePt t="40353" x="5505450" y="8089900"/>
          <p14:tracePt t="40587" x="5340350" y="8089900"/>
          <p14:tracePt t="40603" x="4760913" y="8089900"/>
          <p14:tracePt t="40628" x="4217988" y="8089900"/>
          <p14:tracePt t="40644" x="3803650" y="8066088"/>
          <p14:tracePt t="40660" x="3614738" y="8054975"/>
          <p14:tracePt t="40678" x="3460750" y="8020050"/>
          <p14:tracePt t="40679" x="3402013" y="8020050"/>
          <p14:tracePt t="40694" x="3332163" y="7996238"/>
          <p14:tracePt t="40712" x="3260725" y="7983538"/>
          <p14:tracePt t="40714" x="3236913" y="7972425"/>
          <p14:tracePt t="40729" x="3213100" y="7959725"/>
          <p14:tracePt t="40745" x="3165475" y="7959725"/>
          <p14:tracePt t="40762" x="3106738" y="7959725"/>
          <p14:tracePt t="40779" x="3071813" y="7959725"/>
          <p14:tracePt t="40795" x="3048000" y="7959725"/>
          <p14:tracePt t="40799" x="3024188" y="7959725"/>
          <p14:tracePt t="40811" x="2965450" y="7972425"/>
          <p14:tracePt t="40828" x="2917825" y="7972425"/>
          <p14:tracePt t="40846" x="2859088" y="7972425"/>
          <p14:tracePt t="40861" x="2835275" y="7972425"/>
          <p14:tracePt t="40895" x="2824163" y="7983538"/>
          <p14:tracePt t="40931" x="2917825" y="7996238"/>
          <p14:tracePt t="40945" x="3082925" y="7983538"/>
          <p14:tracePt t="40961" x="3308350" y="7972425"/>
          <p14:tracePt t="40963" x="3425825" y="7972425"/>
          <p14:tracePt t="40978" x="3662363" y="7972425"/>
          <p14:tracePt t="40995" x="3862388" y="7948613"/>
          <p14:tracePt t="41011" x="4098925" y="7935913"/>
          <p14:tracePt t="41013" x="4217988" y="7935913"/>
          <p14:tracePt t="41028" x="4500563" y="7913688"/>
          <p14:tracePt t="41046" x="4737100" y="7913688"/>
          <p14:tracePt t="41049" x="4843463" y="7900988"/>
          <p14:tracePt t="41062" x="5056188" y="7900988"/>
          <p14:tracePt t="41078" x="5197475" y="7900988"/>
          <p14:tracePt t="41096" x="5364163" y="7900988"/>
          <p14:tracePt t="41111" x="5457825" y="7900988"/>
          <p14:tracePt t="41128" x="5529263" y="7900988"/>
          <p14:tracePt t="41131" x="5553075" y="7900988"/>
          <p14:tracePt t="41145" x="5588000" y="7900988"/>
          <p14:tracePt t="41148" x="5611813" y="7900988"/>
          <p14:tracePt t="41161" x="5646738" y="7900988"/>
          <p14:tracePt t="41180" x="5683250" y="7900988"/>
          <p14:tracePt t="41195" x="5705475" y="7900988"/>
          <p14:tracePt t="41211" x="5718175" y="7900988"/>
          <p14:tracePt t="41229" x="5729288" y="7900988"/>
          <p14:tracePt t="41244" x="5741988" y="7900988"/>
          <p14:tracePt t="41368" x="5753100" y="7900988"/>
          <p14:tracePt t="41697" x="5824538" y="7900988"/>
          <p14:tracePt t="41716" x="6096000" y="7900988"/>
          <p14:tracePt t="41734" x="6308725" y="7900988"/>
          <p14:tracePt t="41735" x="6402388" y="7900988"/>
          <p14:tracePt t="41750" x="6627813" y="7900988"/>
          <p14:tracePt t="41767" x="6816725" y="7900988"/>
          <p14:tracePt t="41769" x="6888163" y="7900988"/>
          <p14:tracePt t="41783" x="7016750" y="7900988"/>
          <p14:tracePt t="41800" x="7123113" y="7900988"/>
          <p14:tracePt t="41818" x="7229475" y="7900988"/>
          <p14:tracePt t="41821" x="7277100" y="7900988"/>
          <p14:tracePt t="41825" x="7335838" y="7900988"/>
          <p14:tracePt t="41832" x="7383463" y="7900988"/>
          <p14:tracePt t="41849" x="7478713" y="7900988"/>
          <p14:tracePt t="41868" x="7585075" y="7900988"/>
          <p14:tracePt t="41884" x="7667625" y="7900988"/>
          <p14:tracePt t="41888" x="7702550" y="7900988"/>
          <p14:tracePt t="41900" x="7737475" y="7900988"/>
          <p14:tracePt t="41901" x="7773988" y="7900988"/>
          <p14:tracePt t="41918" x="7843838" y="7900988"/>
          <p14:tracePt t="41933" x="7904163" y="7913688"/>
          <p14:tracePt t="41950" x="7950200" y="7913688"/>
          <p14:tracePt t="41951" x="7974013" y="7913688"/>
          <p14:tracePt t="41968" x="8010525" y="7913688"/>
          <p14:tracePt t="42305" x="8186738" y="7900988"/>
          <p14:tracePt t="42321" x="8305800" y="7877175"/>
          <p14:tracePt t="42352" x="8505825" y="7818438"/>
          <p14:tracePt t="42369" x="8588375" y="7807325"/>
          <p14:tracePt t="42388" x="8789988" y="7794625"/>
          <p14:tracePt t="42405" x="8955088" y="7783513"/>
          <p14:tracePt t="42420" x="9085263" y="7783513"/>
          <p14:tracePt t="42423" x="9132888" y="7783513"/>
          <p14:tracePt t="42435" x="9191625" y="7783513"/>
          <p14:tracePt t="42437" x="9226550" y="7783513"/>
          <p14:tracePt t="42452" x="9309100" y="7783513"/>
          <p14:tracePt t="42469" x="9380538" y="7783513"/>
          <p14:tracePt t="42472" x="9415463" y="7783513"/>
          <p14:tracePt t="42485" x="9498013" y="7783513"/>
          <p14:tracePt t="42503" x="9569450" y="7783513"/>
          <p14:tracePt t="42520" x="9686925" y="7783513"/>
          <p14:tracePt t="42535" x="9758363" y="7783513"/>
          <p14:tracePt t="42551" x="9817100" y="7783513"/>
          <p14:tracePt t="42568" x="9899650" y="7783513"/>
          <p14:tracePt t="42584" x="9947275" y="7783513"/>
          <p14:tracePt t="42601" x="10006013" y="7783513"/>
          <p14:tracePt t="42618" x="10077450" y="7794625"/>
          <p14:tracePt t="42636" x="10125075" y="7794625"/>
          <p14:tracePt t="42638" x="10148888" y="7807325"/>
          <p14:tracePt t="42651" x="10183813" y="7818438"/>
          <p14:tracePt t="42669" x="10207625" y="7818438"/>
          <p14:tracePt t="42686" x="10231438" y="7818438"/>
          <p14:tracePt t="42701" x="10242550" y="7818438"/>
          <p14:tracePt t="42736" x="10266363" y="7818438"/>
          <p14:tracePt t="43150" x="10431463" y="7818438"/>
          <p14:tracePt t="43168" x="10633075" y="7831138"/>
          <p14:tracePt t="43203" x="10798175" y="7831138"/>
          <p14:tracePt t="43221" x="10821988" y="7831138"/>
          <p14:tracePt t="43236" x="10845800" y="7831138"/>
          <p14:tracePt t="43253" x="10856913" y="7831138"/>
          <p14:tracePt t="43271" x="10869613" y="7831138"/>
          <p14:tracePt t="43285" x="10880725" y="7831138"/>
          <p14:tracePt t="43302" x="10891838" y="7831138"/>
          <p14:tracePt t="44693" x="10915650" y="7807325"/>
          <p14:tracePt t="44700" x="10952163" y="7759700"/>
          <p14:tracePt t="44712" x="10974388" y="7712075"/>
          <p14:tracePt t="44729" x="11093450" y="7581900"/>
          <p14:tracePt t="44746" x="11152188" y="7499350"/>
          <p14:tracePt t="44763" x="11234738" y="7416800"/>
          <p14:tracePt t="44763" x="11282363" y="7392988"/>
          <p14:tracePt t="44779" x="11377613" y="7310438"/>
          <p14:tracePt t="44797" x="11460163" y="7251700"/>
          <p14:tracePt t="44799" x="11518900" y="7227888"/>
          <p14:tracePt t="44813" x="11612563" y="7192963"/>
          <p14:tracePt t="44830" x="11755438" y="7110413"/>
          <p14:tracePt t="44834" x="11837988" y="7073900"/>
          <p14:tracePt t="44849" x="11990388" y="6991350"/>
          <p14:tracePt t="44864" x="12157075" y="6932613"/>
          <p14:tracePt t="44881" x="12357100" y="6838950"/>
          <p14:tracePt t="44897" x="12439650" y="6815138"/>
          <p14:tracePt t="44903" x="12463463" y="6802438"/>
          <p14:tracePt t="44913" x="12511088" y="6791325"/>
          <p14:tracePt t="44917" x="12522200" y="6791325"/>
          <p14:tracePt t="45373" x="12569825" y="6756400"/>
          <p14:tracePt t="45380" x="12628563" y="6708775"/>
          <p14:tracePt t="45403" x="12795250" y="6578600"/>
          <p14:tracePt t="45409" x="12853988" y="6530975"/>
          <p14:tracePt t="45425" x="12960350" y="6437313"/>
          <p14:tracePt t="45442" x="13077825" y="6365875"/>
          <p14:tracePt t="45443" x="13136563" y="6318250"/>
          <p14:tracePt t="45458" x="13255625" y="6248400"/>
          <p14:tracePt t="45475" x="13420725" y="6142038"/>
        </p14:tracePtLst>
      </p14:laserTraceLst>
    </p:ext>
    <p:ext uri="{E180D4A7-C9FB-4DFB-919C-405C955672EB}">
      <p14:showEvtLst xmlns:p14="http://schemas.microsoft.com/office/powerpoint/2010/main">
        <p14:playEvt time="372" objId="2"/>
        <p14:stopEvt time="44614" objId="2"/>
      </p14:showEvt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420ACD-B587-D01F-A1DF-015F015F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xmlns="" id="{B5F98368-08C8-F7E5-C2C7-B743D11D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553BEDB-0B32-42C4-29D9-52BA82A36267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76">
            <a:extLst>
              <a:ext uri="{FF2B5EF4-FFF2-40B4-BE49-F238E27FC236}">
                <a16:creationId xmlns:a16="http://schemas.microsoft.com/office/drawing/2014/main" xmlns="" id="{E733D877-F7D6-E76A-C70A-CBD35D8C3508}"/>
              </a:ext>
            </a:extLst>
          </p:cNvPr>
          <p:cNvSpPr txBox="1"/>
          <p:nvPr/>
        </p:nvSpPr>
        <p:spPr>
          <a:xfrm>
            <a:off x="3246465" y="4059531"/>
            <a:ext cx="722307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5400" b="1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5A51D7-D49B-9D40-0F1C-4140C24DD80B}"/>
              </a:ext>
            </a:extLst>
          </p:cNvPr>
          <p:cNvSpPr txBox="1"/>
          <p:nvPr/>
        </p:nvSpPr>
        <p:spPr>
          <a:xfrm>
            <a:off x="4752749" y="5302530"/>
            <a:ext cx="4210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2025 Paper Review</a:t>
            </a:r>
          </a:p>
          <a:p>
            <a:pPr algn="ctr"/>
            <a:endParaRPr lang="en-US" altLang="ko-KR" b="1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1E8EAE-0A36-8706-1461-7D52A5173687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  <p:grpSp>
        <p:nvGrpSpPr>
          <p:cNvPr id="6" name="그룹 1004">
            <a:extLst>
              <a:ext uri="{FF2B5EF4-FFF2-40B4-BE49-F238E27FC236}">
                <a16:creationId xmlns:a16="http://schemas.microsoft.com/office/drawing/2014/main" xmlns="" id="{9DFE635D-5A9A-11BA-8B72-82122EBEFD47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7" name="Object 14">
              <a:extLst>
                <a:ext uri="{FF2B5EF4-FFF2-40B4-BE49-F238E27FC236}">
                  <a16:creationId xmlns:a16="http://schemas.microsoft.com/office/drawing/2014/main" xmlns="" id="{1A1B8F7C-6244-657D-2CF8-73AEBC69F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181688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7"/>
    </mc:Choice>
    <mc:Fallback xmlns="">
      <p:transition spd="slow" advTm="3797"/>
    </mc:Fallback>
  </mc:AlternateContent>
  <p:extLst mod="1">
    <p:ext uri="{3A86A75C-4F4B-4683-9AE1-C65F6400EC91}">
      <p14:laserTraceLst xmlns:p14="http://schemas.microsoft.com/office/powerpoint/2010/main">
        <p14:tracePtLst>
          <p14:tracePt t="535" x="13173075" y="5091113"/>
          <p14:tracePt t="541" x="13030200" y="5091113"/>
          <p14:tracePt t="557" x="12723813" y="5091113"/>
          <p14:tracePt t="574" x="12345988" y="5113338"/>
          <p14:tracePt t="592" x="11861800" y="5208588"/>
          <p14:tracePt t="608" x="11684000" y="5243513"/>
          <p14:tracePt t="626" x="11577638" y="5256213"/>
          <p14:tracePt t="640" x="11530013" y="5267325"/>
          <p14:tracePt t="658" x="11495088" y="5280025"/>
          <p14:tracePt t="661" x="11471275" y="5280025"/>
          <p14:tracePt t="675" x="11423650" y="5302250"/>
          <p14:tracePt t="691" x="11329988" y="5326063"/>
          <p14:tracePt t="708" x="11164888" y="5373688"/>
          <p14:tracePt t="725" x="11010900" y="5397500"/>
          <p14:tracePt t="741" x="10880725" y="5445125"/>
          <p14:tracePt t="758" x="10763250" y="5480050"/>
          <p14:tracePt t="775" x="10715625" y="5491163"/>
          <p14:tracePt t="778" x="10691813" y="5491163"/>
          <p14:tracePt t="792" x="10668000" y="5503863"/>
          <p14:tracePt t="808" x="10644188" y="5514975"/>
          <p14:tracePt t="825" x="10633075" y="5514975"/>
          <p14:tracePt t="842" x="10620375" y="5514975"/>
          <p14:tracePt t="858" x="10609263" y="5514975"/>
          <p14:tracePt t="884" x="10609263" y="5503863"/>
          <p14:tracePt t="904" x="10609263" y="5491163"/>
          <p14:tracePt t="932" x="10609263" y="5480050"/>
          <p14:tracePt t="1063" x="10609263" y="5468938"/>
          <p14:tracePt t="1078" x="10609263" y="5456238"/>
          <p14:tracePt t="1097" x="10620375" y="5456238"/>
          <p14:tracePt t="1780" x="10644188" y="5445125"/>
          <p14:tracePt t="1796" x="10726738" y="5432425"/>
          <p14:tracePt t="1798" x="10763250" y="5421313"/>
          <p14:tracePt t="1830" x="10904538" y="5397500"/>
          <p14:tracePt t="1847" x="11022013" y="5386388"/>
          <p14:tracePt t="1864" x="11128375" y="5349875"/>
          <p14:tracePt t="1881" x="11234738" y="5326063"/>
          <p14:tracePt t="1884" x="11317288" y="5314950"/>
          <p14:tracePt t="1889" x="11364913" y="5291138"/>
          <p14:tracePt t="1896" x="11423650" y="5280025"/>
          <p14:tracePt t="1914" x="11495088" y="5256213"/>
          <p14:tracePt t="1931" x="11636375" y="5219700"/>
          <p14:tracePt t="1947" x="11707813" y="5208588"/>
          <p14:tracePt t="1964" x="11801475" y="5173663"/>
          <p14:tracePt t="1966" x="11837988" y="5160963"/>
          <p14:tracePt t="1980" x="11955463" y="5137150"/>
          <p14:tracePt t="1997" x="12061825" y="5113338"/>
          <p14:tracePt t="2000" x="12144375" y="5078413"/>
          <p14:tracePt t="2014" x="12239625" y="5054600"/>
          <p14:tracePt t="2349" x="12322175" y="5030788"/>
          <p14:tracePt t="2366" x="12522200" y="5006975"/>
          <p14:tracePt t="2369" x="12604750" y="4984750"/>
          <p14:tracePt t="2374" x="12676188" y="4984750"/>
          <p14:tracePt t="2389" x="12830175" y="4972050"/>
          <p14:tracePt t="2407" x="12936538" y="4960938"/>
          <p14:tracePt t="2424" x="13112750" y="4924425"/>
          <p14:tracePt t="2440" x="13242925" y="4913313"/>
          <p14:tracePt t="2457" x="13373100" y="4889500"/>
          <p14:tracePt t="2461" x="13431838" y="4878388"/>
          <p14:tracePt t="2474" x="13550900" y="4854575"/>
          <p14:tracePt t="2491" x="13668375" y="4841875"/>
          <p14:tracePt t="2493" x="13704888" y="4841875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76">
            <a:extLst>
              <a:ext uri="{FF2B5EF4-FFF2-40B4-BE49-F238E27FC236}">
                <a16:creationId xmlns:a16="http://schemas.microsoft.com/office/drawing/2014/main" xmlns="" id="{231A6B16-A53E-C0FA-C0A2-5BF9A21A9B9A}"/>
              </a:ext>
            </a:extLst>
          </p:cNvPr>
          <p:cNvSpPr txBox="1"/>
          <p:nvPr/>
        </p:nvSpPr>
        <p:spPr>
          <a:xfrm>
            <a:off x="446495" y="266700"/>
            <a:ext cx="1037390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kern="0" spc="-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Conclusions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B7304389-7D40-A85B-BE35-2A26289665AC}"/>
              </a:ext>
            </a:extLst>
          </p:cNvPr>
          <p:cNvCxnSpPr>
            <a:cxnSpLocks/>
          </p:cNvCxnSpPr>
          <p:nvPr/>
        </p:nvCxnSpPr>
        <p:spPr>
          <a:xfrm>
            <a:off x="0" y="1333500"/>
            <a:ext cx="13716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xmlns="" id="{627CB88C-2808-86D1-5A42-36E6316E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7F1A4A4-79A7-230D-6EC2-85C3D6C0B63B}"/>
              </a:ext>
            </a:extLst>
          </p:cNvPr>
          <p:cNvSpPr/>
          <p:nvPr/>
        </p:nvSpPr>
        <p:spPr>
          <a:xfrm>
            <a:off x="0" y="9601198"/>
            <a:ext cx="13716000" cy="6858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182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004">
            <a:extLst>
              <a:ext uri="{FF2B5EF4-FFF2-40B4-BE49-F238E27FC236}">
                <a16:creationId xmlns:a16="http://schemas.microsoft.com/office/drawing/2014/main" xmlns="" id="{15A6CDD2-1BE6-9BF5-1835-ABDEA2EDE545}"/>
              </a:ext>
            </a:extLst>
          </p:cNvPr>
          <p:cNvGrpSpPr/>
          <p:nvPr/>
        </p:nvGrpSpPr>
        <p:grpSpPr>
          <a:xfrm>
            <a:off x="12049157" y="9676420"/>
            <a:ext cx="1514443" cy="496280"/>
            <a:chOff x="16505490" y="9541295"/>
            <a:chExt cx="1514443" cy="496280"/>
          </a:xfrm>
        </p:grpSpPr>
        <p:pic>
          <p:nvPicPr>
            <p:cNvPr id="19" name="Object 14">
              <a:extLst>
                <a:ext uri="{FF2B5EF4-FFF2-40B4-BE49-F238E27FC236}">
                  <a16:creationId xmlns:a16="http://schemas.microsoft.com/office/drawing/2014/main" xmlns="" id="{0BF0F48E-2899-DCC2-F728-69C59EFED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5490" y="9541295"/>
              <a:ext cx="1514443" cy="49628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D7D9E6E-7936-4395-CE32-6E1BA4A1994E}"/>
              </a:ext>
            </a:extLst>
          </p:cNvPr>
          <p:cNvGrpSpPr/>
          <p:nvPr/>
        </p:nvGrpSpPr>
        <p:grpSpPr>
          <a:xfrm>
            <a:off x="629724" y="1866900"/>
            <a:ext cx="12933876" cy="4990207"/>
            <a:chOff x="591053" y="2050493"/>
            <a:chExt cx="11219945" cy="4990207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xmlns="" id="{2672429A-D2F5-CC35-CC2D-50C88159E963}"/>
                </a:ext>
              </a:extLst>
            </p:cNvPr>
            <p:cNvGrpSpPr/>
            <p:nvPr/>
          </p:nvGrpSpPr>
          <p:grpSpPr>
            <a:xfrm>
              <a:off x="591053" y="2050493"/>
              <a:ext cx="11219945" cy="4990207"/>
              <a:chOff x="616863" y="2825214"/>
              <a:chExt cx="7559466" cy="499020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01A8E198-A1CF-DE7E-2A66-05310C8C3831}"/>
                  </a:ext>
                </a:extLst>
              </p:cNvPr>
              <p:cNvSpPr txBox="1"/>
              <p:nvPr/>
            </p:nvSpPr>
            <p:spPr>
              <a:xfrm>
                <a:off x="616863" y="3221856"/>
                <a:ext cx="7395964" cy="459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700" dirty="0">
                  <a:latin typeface="+mn-ea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sz="2000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어휘 크기가 제한된 대규모 심층 </a:t>
                </a:r>
                <a:r>
                  <a:rPr lang="en-US" altLang="ko-KR" dirty="0">
                    <a:latin typeface="한컴 고딕" panose="020B0600000101010101" charset="-127"/>
                    <a:ea typeface="한컴 고딕" panose="020B0600000101010101" charset="-127"/>
                  </a:rPr>
                  <a:t>LSTM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모델이 어휘에 </a:t>
                </a: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제한이 없는 기존의 통계적 기계 번역</a:t>
                </a:r>
                <a:r>
                  <a:rPr lang="en-US" altLang="ko-KR" dirty="0">
                    <a:latin typeface="한컴 고딕" panose="020B0600000101010101" charset="-127"/>
                    <a:ea typeface="한컴 고딕" panose="020B0600000101010101" charset="-127"/>
                  </a:rPr>
                  <a:t>(SMT) </a:t>
                </a: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시스템보다 우수한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성능</a:t>
                </a: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상대적으로 최적화되지 않은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방식조차도 </a:t>
                </a:r>
                <a:r>
                  <a:rPr lang="en-US" altLang="ko-KR" dirty="0">
                    <a:latin typeface="한컴 고딕" panose="020B0600000101010101" charset="-127"/>
                    <a:ea typeface="한컴 고딕" panose="020B0600000101010101" charset="-127"/>
                  </a:rPr>
                  <a:t>SMT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시스템을 능가할 수 있음을 보여줬고 </a:t>
                </a:r>
                <a:r>
                  <a:rPr lang="ko-KR" altLang="en-US" dirty="0"/>
                  <a:t>추가적인 연구를 통해 번역 정확도를 더욱 높일 수 있을 것으로 </a:t>
                </a:r>
                <a:r>
                  <a:rPr lang="ko-KR" altLang="en-US" dirty="0" smtClean="0"/>
                  <a:t>기대</a:t>
                </a:r>
                <a:endParaRPr lang="en-US" altLang="ko-KR" dirty="0" smtClean="0"/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en-US" altLang="ko-KR" dirty="0" smtClean="0"/>
                  <a:t>LSTM</a:t>
                </a:r>
                <a:r>
                  <a:rPr lang="ko-KR" altLang="en-US" dirty="0" smtClean="0"/>
                  <a:t>의 </a:t>
                </a:r>
                <a:r>
                  <a:rPr lang="ko-KR" altLang="en-US" dirty="0"/>
                  <a:t>제한된 메모리로 인해 긴 </a:t>
                </a:r>
                <a:r>
                  <a:rPr lang="ko-KR" altLang="en-US" dirty="0" smtClean="0"/>
                  <a:t>문장에서 번역이 </a:t>
                </a:r>
                <a:r>
                  <a:rPr lang="ko-KR" altLang="en-US" dirty="0"/>
                  <a:t>실패할 것이라고 </a:t>
                </a:r>
                <a:r>
                  <a:rPr lang="ko-KR" altLang="en-US" dirty="0" smtClean="0"/>
                  <a:t>예상했으나 </a:t>
                </a:r>
                <a:r>
                  <a:rPr lang="en-US" altLang="ko-KR" dirty="0" smtClean="0">
                    <a:latin typeface="한컴 고딕" panose="020B0600000101010101" charset="-127"/>
                    <a:ea typeface="한컴 고딕" panose="020B0600000101010101" charset="-127"/>
                  </a:rPr>
                  <a:t>LSTM</a:t>
                </a: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이 매우 긴 문장도 정확히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번역</a:t>
                </a: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 smtClean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endParaRPr lang="en-US" altLang="ko-KR" dirty="0">
                  <a:latin typeface="한컴 고딕" panose="020B0600000101010101" charset="-127"/>
                  <a:ea typeface="한컴 고딕" panose="020B0600000101010101" charset="-127"/>
                </a:endParaRPr>
              </a:p>
              <a:p>
                <a:pPr marL="285744" indent="-285744">
                  <a:lnSpc>
                    <a:spcPct val="130000"/>
                  </a:lnSpc>
                  <a:buFont typeface="한컴 고딕" panose="02030504000101010101" pitchFamily="18" charset="-127"/>
                  <a:buChar char="○"/>
                </a:pP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소스 문장의 단어 순서를 역순으로 바꾸는 것만으로도 </a:t>
                </a:r>
                <a:r>
                  <a:rPr lang="en-US" altLang="ko-KR" dirty="0">
                    <a:latin typeface="한컴 고딕" panose="020B0600000101010101" charset="-127"/>
                    <a:ea typeface="한컴 고딕" panose="020B0600000101010101" charset="-127"/>
                  </a:rPr>
                  <a:t>short-term dependency</a:t>
                </a: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을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극대화하여 성능이 </a:t>
                </a:r>
                <a:r>
                  <a:rPr lang="ko-KR" altLang="en-US" dirty="0">
                    <a:latin typeface="한컴 고딕" panose="020B0600000101010101" charset="-127"/>
                    <a:ea typeface="한컴 고딕" panose="020B0600000101010101" charset="-127"/>
                  </a:rPr>
                  <a:t>크게 </a:t>
                </a:r>
                <a:r>
                  <a:rPr lang="ko-KR" altLang="en-US" dirty="0" smtClean="0">
                    <a:latin typeface="한컴 고딕" panose="020B0600000101010101" charset="-127"/>
                    <a:ea typeface="한컴 고딕" panose="020B0600000101010101" charset="-127"/>
                  </a:rPr>
                  <a:t>향상</a:t>
                </a:r>
                <a:endParaRPr lang="en-US" altLang="ko-KR" dirty="0">
                  <a:latin typeface="한컴 고딕" panose="020B0600000101010101" charset="-127"/>
                  <a:ea typeface="한컴 고딕" panose="020B0600000101010101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6E61779C-E359-AA33-A5A3-8D5CF2294E70}"/>
                  </a:ext>
                </a:extLst>
              </p:cNvPr>
              <p:cNvSpPr txBox="1"/>
              <p:nvPr/>
            </p:nvSpPr>
            <p:spPr>
              <a:xfrm>
                <a:off x="679530" y="2825214"/>
                <a:ext cx="74967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5.1 </a:t>
                </a:r>
                <a:r>
                  <a:rPr lang="en-US" altLang="ko-KR" sz="2800" b="1" dirty="0" smtClea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Conclusions</a:t>
                </a:r>
                <a:endParaRPr lang="ko-KR" altLang="en-US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2" name="순서도: 추출 21">
              <a:extLst>
                <a:ext uri="{FF2B5EF4-FFF2-40B4-BE49-F238E27FC236}">
                  <a16:creationId xmlns:a16="http://schemas.microsoft.com/office/drawing/2014/main" xmlns="" id="{FB9EDD59-F5A7-FEA5-DA3D-C9136E612C1E}"/>
                </a:ext>
              </a:extLst>
            </p:cNvPr>
            <p:cNvSpPr/>
            <p:nvPr/>
          </p:nvSpPr>
          <p:spPr>
            <a:xfrm rot="5400000">
              <a:off x="565394" y="2240103"/>
              <a:ext cx="216000" cy="144000"/>
            </a:xfrm>
            <a:prstGeom prst="flowChartExtract">
              <a:avLst/>
            </a:prstGeom>
            <a:solidFill>
              <a:srgbClr val="18253B"/>
            </a:solidFill>
            <a:ln>
              <a:solidFill>
                <a:srgbClr val="182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340CF9B-24D0-2A0B-8BF6-59629237FBE0}"/>
              </a:ext>
            </a:extLst>
          </p:cNvPr>
          <p:cNvSpPr txBox="1"/>
          <p:nvPr/>
        </p:nvSpPr>
        <p:spPr>
          <a:xfrm>
            <a:off x="381000" y="97594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 Paper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55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667"/>
    </mc:Choice>
    <mc:Fallback xmlns="">
      <p:transition spd="slow" advTm="77667"/>
    </mc:Fallback>
  </mc:AlternateContent>
  <p:extLst mod="1">
    <p:ext uri="{3A86A75C-4F4B-4683-9AE1-C65F6400EC91}">
      <p14:laserTraceLst xmlns:p14="http://schemas.microsoft.com/office/powerpoint/2010/main">
        <p14:tracePtLst>
          <p14:tracePt t="524" x="12795250" y="4854575"/>
          <p14:tracePt t="557" x="11199813" y="4960938"/>
          <p14:tracePt t="572" x="10396538" y="5030788"/>
          <p14:tracePt t="575" x="10088563" y="5054600"/>
          <p14:tracePt t="589" x="9604375" y="5137150"/>
          <p14:tracePt t="606" x="9285288" y="5184775"/>
          <p14:tracePt t="609" x="9167813" y="5208588"/>
          <p14:tracePt t="622" x="9037638" y="5232400"/>
          <p14:tracePt t="639" x="8990013" y="5232400"/>
          <p14:tracePt t="993" x="8753475" y="5173663"/>
          <p14:tracePt t="1009" x="7797800" y="4818063"/>
          <p14:tracePt t="1025" x="7277100" y="4618038"/>
          <p14:tracePt t="1042" x="6816725" y="4464050"/>
          <p14:tracePt t="1060" x="6178550" y="4264025"/>
          <p14:tracePt t="1076" x="5753100" y="4144963"/>
          <p14:tracePt t="1095" x="5127625" y="4027488"/>
          <p14:tracePt t="1110" x="4795838" y="3968750"/>
          <p14:tracePt t="1126" x="4548188" y="3956050"/>
          <p14:tracePt t="1144" x="4348163" y="3956050"/>
          <p14:tracePt t="1159" x="4276725" y="3956050"/>
          <p14:tracePt t="1176" x="4217988" y="3968750"/>
          <p14:tracePt t="1177" x="4205288" y="3968750"/>
          <p14:tracePt t="1508" x="4111625" y="3968750"/>
          <p14:tracePt t="1525" x="3779838" y="3897313"/>
          <p14:tracePt t="1554" x="3521075" y="3849688"/>
          <p14:tracePt t="1569" x="3425825" y="3825875"/>
          <p14:tracePt t="1586" x="3225800" y="3803650"/>
          <p14:tracePt t="1604" x="3095625" y="3779838"/>
          <p14:tracePt t="1620" x="3000375" y="3767138"/>
          <p14:tracePt t="1622" x="2965450" y="3767138"/>
          <p14:tracePt t="1636" x="2882900" y="3756025"/>
          <p14:tracePt t="1652" x="2835275" y="3743325"/>
          <p14:tracePt t="1670" x="2787650" y="3721100"/>
          <p14:tracePt t="1686" x="2752725" y="3697288"/>
          <p14:tracePt t="1704" x="2728913" y="3684588"/>
          <p14:tracePt t="1707" x="2705100" y="3684588"/>
          <p14:tracePt t="1736" x="2681288" y="3660775"/>
          <p14:tracePt t="1754" x="2657475" y="3649663"/>
          <p14:tracePt t="1769" x="2646363" y="3636963"/>
          <p14:tracePt t="1786" x="2635250" y="3625850"/>
          <p14:tracePt t="1789" x="2622550" y="3625850"/>
          <p14:tracePt t="1802" x="2622550" y="3614738"/>
          <p14:tracePt t="1836" x="2622550" y="3578225"/>
          <p14:tracePt t="1853" x="2622550" y="3554413"/>
          <p14:tracePt t="1870" x="2622550" y="3543300"/>
          <p14:tracePt t="1886" x="2622550" y="3530600"/>
          <p14:tracePt t="1905" x="2622550" y="3519488"/>
          <p14:tracePt t="1908" x="2622550" y="3508375"/>
          <p14:tracePt t="1962" x="2635250" y="3519488"/>
          <p14:tracePt t="1977" x="2646363" y="3530600"/>
          <p14:tracePt t="2003" x="2681288" y="3530600"/>
          <p14:tracePt t="2019" x="2681288" y="3543300"/>
          <p14:tracePt t="2053" x="2693988" y="3543300"/>
          <p14:tracePt t="2072" x="2705100" y="3543300"/>
          <p14:tracePt t="2074" x="2717800" y="3543300"/>
          <p14:tracePt t="2102" x="2741613" y="3543300"/>
          <p14:tracePt t="2122" x="2776538" y="3543300"/>
          <p14:tracePt t="2136" x="2824163" y="3543300"/>
          <p14:tracePt t="2153" x="2870200" y="3543300"/>
          <p14:tracePt t="2169" x="2906713" y="3554413"/>
          <p14:tracePt t="2172" x="2930525" y="3567113"/>
          <p14:tracePt t="2186" x="2941638" y="3578225"/>
          <p14:tracePt t="2203" x="2976563" y="3578225"/>
          <p14:tracePt t="2219" x="3000375" y="3578225"/>
          <p14:tracePt t="2253" x="3024188" y="3578225"/>
          <p14:tracePt t="2271" x="3048000" y="3578225"/>
          <p14:tracePt t="2287" x="3071813" y="3590925"/>
          <p14:tracePt t="2290" x="3095625" y="3590925"/>
          <p14:tracePt t="2303" x="3106738" y="3602038"/>
          <p14:tracePt t="2319" x="3143250" y="3614738"/>
          <p14:tracePt t="2336" x="3178175" y="3636963"/>
          <p14:tracePt t="2353" x="3189288" y="3636963"/>
          <p14:tracePt t="2387" x="3201988" y="3649663"/>
          <p14:tracePt t="2493" x="3201988" y="3660775"/>
          <p14:tracePt t="2510" x="3201988" y="3673475"/>
          <p14:tracePt t="2537" x="3201988" y="3684588"/>
          <p14:tracePt t="2541" x="3201988" y="3697288"/>
          <p14:tracePt t="2569" x="3189288" y="3708400"/>
          <p14:tracePt t="2586" x="3178175" y="3721100"/>
          <p14:tracePt t="2588" x="3165475" y="3732213"/>
          <p14:tracePt t="2620" x="3154363" y="3732213"/>
          <p14:tracePt t="2636" x="3154363" y="3743325"/>
          <p14:tracePt t="2652" x="3143250" y="3756025"/>
          <p14:tracePt t="2671" x="3130550" y="3779838"/>
          <p14:tracePt t="2703" x="3119438" y="3790950"/>
          <p14:tracePt t="2719" x="3106738" y="3803650"/>
          <p14:tracePt t="2735" x="3082925" y="3803650"/>
          <p14:tracePt t="2754" x="3071813" y="3803650"/>
          <p14:tracePt t="2769" x="3048000" y="3814763"/>
          <p14:tracePt t="2786" x="3013075" y="3825875"/>
          <p14:tracePt t="2802" x="2989263" y="3838575"/>
          <p14:tracePt t="2819" x="2965450" y="3849688"/>
          <p14:tracePt t="2852" x="2952750" y="3862388"/>
          <p14:tracePt t="2869" x="2941638" y="3873500"/>
          <p14:tracePt t="2886" x="2930525" y="3873500"/>
          <p14:tracePt t="2902" x="2917825" y="3886200"/>
          <p14:tracePt t="2919" x="2906713" y="3897313"/>
          <p14:tracePt t="5821" x="2941638" y="3732213"/>
          <p14:tracePt t="5839" x="3048000" y="3554413"/>
          <p14:tracePt t="5874" x="3779838" y="2905125"/>
          <p14:tracePt t="5891" x="4252913" y="2622550"/>
          <p14:tracePt t="5907" x="4441825" y="2540000"/>
          <p14:tracePt t="5925" x="4548188" y="2492375"/>
          <p14:tracePt t="5929" x="4595813" y="2468563"/>
          <p14:tracePt t="5940" x="4643438" y="2455863"/>
          <p14:tracePt t="5956" x="4678363" y="2444750"/>
          <p14:tracePt t="5974" x="4713288" y="2444750"/>
          <p14:tracePt t="5990" x="4749800" y="2433638"/>
          <p14:tracePt t="6007" x="4795838" y="2420938"/>
          <p14:tracePt t="6009" x="4819650" y="2420938"/>
          <p14:tracePt t="6024" x="4878388" y="2409825"/>
          <p14:tracePt t="6040" x="4938713" y="2397125"/>
          <p14:tracePt t="6057" x="5045075" y="2397125"/>
          <p14:tracePt t="6073" x="5114925" y="2397125"/>
          <p14:tracePt t="6090" x="5210175" y="2397125"/>
          <p14:tracePt t="6107" x="5410200" y="2420938"/>
          <p14:tracePt t="6124" x="5564188" y="2444750"/>
          <p14:tracePt t="6141" x="5683250" y="2492375"/>
          <p14:tracePt t="6156" x="5753100" y="2516188"/>
          <p14:tracePt t="6175" x="5800725" y="2562225"/>
          <p14:tracePt t="6176" x="5824538" y="2586038"/>
          <p14:tracePt t="6192" x="5894388" y="2633663"/>
          <p14:tracePt t="6207" x="5954713" y="2668588"/>
          <p14:tracePt t="6225" x="6084888" y="2751138"/>
          <p14:tracePt t="6242" x="6167438" y="2787650"/>
          <p14:tracePt t="6257" x="6284913" y="2835275"/>
          <p14:tracePt t="6262" x="6343650" y="2846388"/>
          <p14:tracePt t="6266" x="6380163" y="2857500"/>
          <p14:tracePt t="6291" x="6521450" y="2894013"/>
          <p14:tracePt t="6308" x="6638925" y="2881313"/>
          <p14:tracePt t="6648" x="6792913" y="2857500"/>
          <p14:tracePt t="6667" x="6994525" y="2811463"/>
          <p14:tracePt t="6669" x="7088188" y="2787650"/>
          <p14:tracePt t="6684" x="7265988" y="2763838"/>
          <p14:tracePt t="6702" x="7442200" y="2705100"/>
          <p14:tracePt t="6704" x="7524750" y="2692400"/>
          <p14:tracePt t="6719" x="7654925" y="2644775"/>
          <p14:tracePt t="6734" x="7808913" y="2622550"/>
          <p14:tracePt t="6752" x="7974013" y="2586038"/>
          <p14:tracePt t="6768" x="8069263" y="2574925"/>
          <p14:tracePt t="6784" x="8139113" y="2562225"/>
          <p14:tracePt t="6801" x="8245475" y="2551113"/>
          <p14:tracePt t="6818" x="8293100" y="2551113"/>
          <p14:tracePt t="6834" x="8351838" y="2551113"/>
          <p14:tracePt t="6851" x="8388350" y="2551113"/>
          <p14:tracePt t="6869" x="8423275" y="2551113"/>
          <p14:tracePt t="6872" x="8447088" y="2551113"/>
          <p14:tracePt t="6901" x="8505825" y="2551113"/>
          <p14:tracePt t="6919" x="8588375" y="2574925"/>
          <p14:tracePt t="6935" x="8659813" y="2598738"/>
          <p14:tracePt t="6950" x="8718550" y="2633663"/>
          <p14:tracePt t="6966" x="8824913" y="2692400"/>
          <p14:tracePt t="6983" x="8883650" y="2728913"/>
          <p14:tracePt t="7000" x="8931275" y="2751138"/>
          <p14:tracePt t="7001" x="8955088" y="2774950"/>
          <p14:tracePt t="7016" x="9002713" y="2798763"/>
          <p14:tracePt t="7034" x="9037638" y="2811463"/>
          <p14:tracePt t="7036" x="9048750" y="2811463"/>
          <p14:tracePt t="7051" x="9072563" y="2822575"/>
          <p14:tracePt t="7068" x="9085263" y="2835275"/>
          <p14:tracePt t="7085" x="9085263" y="2846388"/>
          <p14:tracePt t="7088" x="9096375" y="2846388"/>
          <p14:tracePt t="7102" x="9109075" y="2846388"/>
          <p14:tracePt t="7135" x="9132888" y="2846388"/>
          <p14:tracePt t="7152" x="9144000" y="2846388"/>
          <p14:tracePt t="7168" x="9155113" y="2846388"/>
          <p14:tracePt t="7185" x="9178925" y="2846388"/>
          <p14:tracePt t="7202" x="9202738" y="2846388"/>
          <p14:tracePt t="7219" x="9239250" y="2846388"/>
          <p14:tracePt t="7236" x="9250363" y="2846388"/>
          <p14:tracePt t="7239" x="9274175" y="2846388"/>
          <p14:tracePt t="7251" x="9285288" y="2846388"/>
          <p14:tracePt t="7254" x="9297988" y="2846388"/>
          <p14:tracePt t="7268" x="9321800" y="2846388"/>
          <p14:tracePt t="7284" x="9345613" y="2846388"/>
          <p14:tracePt t="7287" x="9367838" y="2846388"/>
          <p14:tracePt t="7301" x="9391650" y="2846388"/>
          <p14:tracePt t="7318" x="9404350" y="2846388"/>
          <p14:tracePt t="7336" x="9428163" y="2846388"/>
          <p14:tracePt t="7351" x="9439275" y="2846388"/>
          <p14:tracePt t="7369" x="9450388" y="2846388"/>
          <p14:tracePt t="7370" x="9463088" y="2846388"/>
          <p14:tracePt t="7402" x="9486900" y="2846388"/>
          <p14:tracePt t="7417" x="9510713" y="2846388"/>
          <p14:tracePt t="7452" x="9521825" y="2846388"/>
          <p14:tracePt t="7484" x="9391650" y="2846388"/>
          <p14:tracePt t="7501" x="9178925" y="2846388"/>
          <p14:tracePt t="7502" x="9037638" y="2846388"/>
          <p14:tracePt t="7516" x="8707438" y="2835275"/>
          <p14:tracePt t="7533" x="8388350" y="2798763"/>
          <p14:tracePt t="7551" x="8045450" y="2763838"/>
          <p14:tracePt t="7567" x="7843838" y="2740025"/>
          <p14:tracePt t="7584" x="7702550" y="2681288"/>
          <p14:tracePt t="7600" x="7620000" y="2644775"/>
          <p14:tracePt t="7619" x="7585075" y="2622550"/>
          <p14:tracePt t="7621" x="7572375" y="2598738"/>
          <p14:tracePt t="7634" x="7572375" y="2551113"/>
          <p14:tracePt t="7651" x="7654925" y="2492375"/>
          <p14:tracePt t="7668" x="7939088" y="2373313"/>
          <p14:tracePt t="7684" x="8162925" y="2327275"/>
          <p14:tracePt t="7702" x="8364538" y="2314575"/>
          <p14:tracePt t="7704" x="8434388" y="2290763"/>
          <p14:tracePt t="7718" x="8588375" y="2290763"/>
          <p14:tracePt t="7735" x="8753475" y="2290763"/>
          <p14:tracePt t="7739" x="8824913" y="2290763"/>
          <p14:tracePt t="7745" x="8896350" y="2290763"/>
          <p14:tracePt t="7768" x="9096375" y="2303463"/>
          <p14:tracePt t="7785" x="9191625" y="2303463"/>
          <p14:tracePt t="7787" x="9250363" y="2314575"/>
          <p14:tracePt t="7802" x="9321800" y="2327275"/>
          <p14:tracePt t="7819" x="9367838" y="2338388"/>
          <p14:tracePt t="7822" x="9391650" y="2351088"/>
          <p14:tracePt t="7834" x="9428163" y="2362200"/>
          <p14:tracePt t="7836" x="9450388" y="2373313"/>
          <p14:tracePt t="7852" x="9486900" y="2397125"/>
          <p14:tracePt t="7869" x="9534525" y="2409825"/>
          <p14:tracePt t="7886" x="9569450" y="2433638"/>
          <p14:tracePt t="7902" x="9580563" y="2468563"/>
          <p14:tracePt t="7904" x="9593263" y="2479675"/>
          <p14:tracePt t="7918" x="9604375" y="2516188"/>
          <p14:tracePt t="7934" x="9604375" y="2540000"/>
          <p14:tracePt t="7951" x="9604375" y="2574925"/>
          <p14:tracePt t="7955" x="9593263" y="2598738"/>
          <p14:tracePt t="7967" x="9545638" y="2633663"/>
          <p14:tracePt t="7985" x="9463088" y="2692400"/>
          <p14:tracePt t="7988" x="9415463" y="2705100"/>
          <p14:tracePt t="8001" x="9297988" y="2763838"/>
          <p14:tracePt t="8018" x="9096375" y="2811463"/>
          <p14:tracePt t="8035" x="8883650" y="2881313"/>
          <p14:tracePt t="8037" x="8789988" y="2894013"/>
          <p14:tracePt t="8051" x="8612188" y="2928938"/>
          <p14:tracePt t="8069" x="8470900" y="2928938"/>
          <p14:tracePt t="8071" x="8388350" y="2928938"/>
          <p14:tracePt t="8399" x="8199438" y="2928938"/>
          <p14:tracePt t="8414" x="7797800" y="2928938"/>
          <p14:tracePt t="8442" x="7135813" y="2928938"/>
          <p14:tracePt t="8460" x="6734175" y="2952750"/>
          <p14:tracePt t="8476" x="6521450" y="2952750"/>
          <p14:tracePt t="8493" x="6226175" y="2963863"/>
          <p14:tracePt t="8495" x="6107113" y="2963863"/>
          <p14:tracePt t="8509" x="5872163" y="2963863"/>
          <p14:tracePt t="8526" x="5683250" y="2963863"/>
          <p14:tracePt t="8543" x="5505450" y="2963863"/>
          <p14:tracePt t="8559" x="5422900" y="2963863"/>
          <p14:tracePt t="8575" x="5364163" y="2963863"/>
          <p14:tracePt t="8592" x="5281613" y="2987675"/>
          <p14:tracePt t="8609" x="5233988" y="3000375"/>
          <p14:tracePt t="8626" x="5127625" y="3024188"/>
          <p14:tracePt t="8642" x="5056188" y="3070225"/>
          <p14:tracePt t="8660" x="4962525" y="3106738"/>
          <p14:tracePt t="8661" x="4914900" y="3117850"/>
          <p14:tracePt t="8676" x="4819650" y="3152775"/>
          <p14:tracePt t="8693" x="4725988" y="3176588"/>
          <p14:tracePt t="8710" x="4619625" y="3200400"/>
          <p14:tracePt t="8727" x="4537075" y="3213100"/>
          <p14:tracePt t="8743" x="4465638" y="3224213"/>
          <p14:tracePt t="8746" x="4441825" y="3224213"/>
          <p14:tracePt t="8752" x="4394200" y="3235325"/>
          <p14:tracePt t="8777" x="4335463" y="3248025"/>
          <p14:tracePt t="8792" x="4287838" y="3248025"/>
          <p14:tracePt t="8794" x="4265613" y="3248025"/>
          <p14:tracePt t="8808" x="4205288" y="3248025"/>
          <p14:tracePt t="8827" x="4159250" y="3248025"/>
          <p14:tracePt t="8829" x="4135438" y="3248025"/>
          <p14:tracePt t="8842" x="4087813" y="3248025"/>
          <p14:tracePt t="8861" x="4052888" y="3248025"/>
          <p14:tracePt t="8862" x="4029075" y="3248025"/>
          <p14:tracePt t="8878" x="4016375" y="3259138"/>
          <p14:tracePt t="8892" x="3981450" y="3271838"/>
          <p14:tracePt t="8910" x="3957638" y="3282950"/>
          <p14:tracePt t="8912" x="3933825" y="3282950"/>
          <p14:tracePt t="8944" x="3886200" y="3306763"/>
          <p14:tracePt t="8959" x="3862388" y="3319463"/>
          <p14:tracePt t="8962" x="3851275" y="3319463"/>
          <p14:tracePt t="10383" x="3816350" y="3319463"/>
          <p14:tracePt t="10400" x="3733800" y="3282950"/>
          <p14:tracePt t="10435" x="3567113" y="3200400"/>
          <p14:tracePt t="10453" x="3449638" y="3141663"/>
          <p14:tracePt t="10469" x="3354388" y="3130550"/>
          <p14:tracePt t="10485" x="3260725" y="3117850"/>
          <p14:tracePt t="10487" x="3213100" y="3117850"/>
          <p14:tracePt t="10501" x="3119438" y="3117850"/>
          <p14:tracePt t="10518" x="3048000" y="3117850"/>
          <p14:tracePt t="10536" x="2941638" y="3117850"/>
          <p14:tracePt t="10553" x="2870200" y="3117850"/>
          <p14:tracePt t="10569" x="2800350" y="3117850"/>
          <p14:tracePt t="10570" x="2752725" y="3117850"/>
          <p14:tracePt t="10585" x="2681288" y="3117850"/>
          <p14:tracePt t="10602" x="2611438" y="3117850"/>
          <p14:tracePt t="10604" x="2563813" y="3130550"/>
          <p14:tracePt t="10618" x="2505075" y="3130550"/>
          <p14:tracePt t="10634" x="2444750" y="3141663"/>
          <p14:tracePt t="10651" x="2398713" y="3152775"/>
          <p14:tracePt t="10653" x="2374900" y="3152775"/>
          <p14:tracePt t="10668" x="2316163" y="3176588"/>
          <p14:tracePt t="10685" x="2255838" y="3176588"/>
          <p14:tracePt t="10701" x="2209800" y="3189288"/>
          <p14:tracePt t="10703" x="2185988" y="3189288"/>
          <p14:tracePt t="10719" x="2138363" y="3200400"/>
          <p14:tracePt t="10722" x="2127250" y="3200400"/>
          <p14:tracePt t="10736" x="2103438" y="3213100"/>
          <p14:tracePt t="10738" x="2090738" y="3213100"/>
          <p14:tracePt t="10751" x="2079625" y="3213100"/>
          <p14:tracePt t="10770" x="2055813" y="3235325"/>
          <p14:tracePt t="10772" x="2055813" y="3248025"/>
          <p14:tracePt t="10786" x="2043113" y="3259138"/>
          <p14:tracePt t="10802" x="2043113" y="3271838"/>
          <p14:tracePt t="10819" x="2043113" y="3282950"/>
          <p14:tracePt t="10835" x="2055813" y="3282950"/>
          <p14:tracePt t="10852" x="2066925" y="3282950"/>
          <p14:tracePt t="10885" x="2114550" y="3282950"/>
          <p14:tracePt t="10903" x="2162175" y="3282950"/>
          <p14:tracePt t="10904" x="2197100" y="3259138"/>
          <p14:tracePt t="10918" x="2279650" y="3259138"/>
          <p14:tracePt t="10936" x="2362200" y="3259138"/>
          <p14:tracePt t="10938" x="2422525" y="3259138"/>
          <p14:tracePt t="10952" x="2563813" y="3271838"/>
          <p14:tracePt t="10970" x="2717800" y="3271838"/>
          <p14:tracePt t="10972" x="2787650" y="3282950"/>
          <p14:tracePt t="10986" x="2917825" y="3295650"/>
          <p14:tracePt t="11003" x="3024188" y="3295650"/>
          <p14:tracePt t="11019" x="3119438" y="3295650"/>
          <p14:tracePt t="11021" x="3154363" y="3282950"/>
          <p14:tracePt t="11036" x="3249613" y="3259138"/>
          <p14:tracePt t="11052" x="3343275" y="3235325"/>
          <p14:tracePt t="11069" x="3414713" y="3200400"/>
          <p14:tracePt t="11072" x="3460750" y="3200400"/>
          <p14:tracePt t="11085" x="3544888" y="3176588"/>
          <p14:tracePt t="11102" x="3627438" y="3165475"/>
          <p14:tracePt t="11104" x="3662363" y="3152775"/>
          <p14:tracePt t="11118" x="3757613" y="3141663"/>
          <p14:tracePt t="11135" x="3851275" y="3141663"/>
          <p14:tracePt t="11153" x="3957638" y="3141663"/>
          <p14:tracePt t="11170" x="4052888" y="3152775"/>
          <p14:tracePt t="11185" x="4135438" y="3165475"/>
          <p14:tracePt t="11189" x="4170363" y="3165475"/>
          <p14:tracePt t="11202" x="4229100" y="3176588"/>
          <p14:tracePt t="11220" x="4276725" y="3189288"/>
          <p14:tracePt t="11223" x="4300538" y="3189288"/>
          <p14:tracePt t="11235" x="4324350" y="3189288"/>
          <p14:tracePt t="11238" x="4348163" y="3189288"/>
          <p14:tracePt t="11251" x="4394200" y="3189288"/>
          <p14:tracePt t="11270" x="4418013" y="3189288"/>
          <p14:tracePt t="11618" x="4489450" y="3189288"/>
          <p14:tracePt t="11633" x="4619625" y="3189288"/>
          <p14:tracePt t="11658" x="4760913" y="3176588"/>
          <p14:tracePt t="11675" x="4878388" y="3176588"/>
          <p14:tracePt t="11692" x="4938713" y="3176588"/>
          <p14:tracePt t="11694" x="4962525" y="3176588"/>
          <p14:tracePt t="11709" x="5021263" y="3176588"/>
          <p14:tracePt t="11726" x="5091113" y="3165475"/>
          <p14:tracePt t="11743" x="5175250" y="3141663"/>
          <p14:tracePt t="11759" x="5221288" y="3130550"/>
          <p14:tracePt t="11777" x="5268913" y="3117850"/>
          <p14:tracePt t="11779" x="5292725" y="3117850"/>
          <p14:tracePt t="11793" x="5340350" y="3117850"/>
          <p14:tracePt t="11810" x="5364163" y="3117850"/>
          <p14:tracePt t="11812" x="5386388" y="3117850"/>
          <p14:tracePt t="11843" x="5434013" y="3117850"/>
          <p14:tracePt t="11860" x="5457825" y="3117850"/>
          <p14:tracePt t="11862" x="5470525" y="3117850"/>
          <p14:tracePt t="11876" x="5492750" y="3117850"/>
          <p14:tracePt t="11892" x="5529263" y="3117850"/>
          <p14:tracePt t="11909" x="5553075" y="3117850"/>
          <p14:tracePt t="11926" x="5576888" y="3117850"/>
          <p14:tracePt t="11943" x="5588000" y="3117850"/>
          <p14:tracePt t="11944" x="5599113" y="3117850"/>
          <p14:tracePt t="11976" x="5611813" y="3117850"/>
          <p14:tracePt t="12009" x="5622925" y="3117850"/>
          <p14:tracePt t="12057" x="5635625" y="3117850"/>
          <p14:tracePt t="12091" x="5670550" y="3117850"/>
          <p14:tracePt t="12111" x="5683250" y="3130550"/>
          <p14:tracePt t="12126" x="5705475" y="3130550"/>
          <p14:tracePt t="12142" x="5718175" y="3130550"/>
          <p14:tracePt t="12159" x="5729288" y="3130550"/>
          <p14:tracePt t="12243" x="5741988" y="3130550"/>
          <p14:tracePt t="12258" x="5753100" y="3130550"/>
          <p14:tracePt t="12295" x="5765800" y="3130550"/>
          <p14:tracePt t="12310" x="5776913" y="3130550"/>
          <p14:tracePt t="12327" x="5835650" y="3130550"/>
          <p14:tracePt t="12343" x="5883275" y="3130550"/>
          <p14:tracePt t="12360" x="5978525" y="3130550"/>
          <p14:tracePt t="12376" x="6048375" y="3130550"/>
          <p14:tracePt t="12393" x="6130925" y="3130550"/>
          <p14:tracePt t="12410" x="6213475" y="3130550"/>
          <p14:tracePt t="12426" x="6261100" y="3130550"/>
          <p14:tracePt t="12444" x="6308725" y="3130550"/>
          <p14:tracePt t="12459" x="6332538" y="3130550"/>
          <p14:tracePt t="12476" x="6367463" y="3130550"/>
          <p14:tracePt t="12868" x="6450013" y="3130550"/>
          <p14:tracePt t="12887" x="6638925" y="3130550"/>
          <p14:tracePt t="12888" x="6721475" y="3130550"/>
          <p14:tracePt t="12921" x="7040563" y="3117850"/>
          <p14:tracePt t="12937" x="7218363" y="3117850"/>
          <p14:tracePt t="12954" x="7300913" y="3117850"/>
          <p14:tracePt t="12972" x="7383463" y="3117850"/>
          <p14:tracePt t="12987" x="7431088" y="3117850"/>
          <p14:tracePt t="13004" x="7466013" y="3117850"/>
          <p14:tracePt t="13020" x="7502525" y="3117850"/>
          <p14:tracePt t="13036" x="7513638" y="3117850"/>
          <p14:tracePt t="13054" x="7524750" y="3117850"/>
          <p14:tracePt t="13074" x="7537450" y="3117850"/>
          <p14:tracePt t="13089" x="7561263" y="3117850"/>
          <p14:tracePt t="13103" x="7572375" y="3117850"/>
          <p14:tracePt t="13119" x="7585075" y="3117850"/>
          <p14:tracePt t="13136" x="7608888" y="3117850"/>
          <p14:tracePt t="13153" x="7631113" y="3117850"/>
          <p14:tracePt t="13169" x="7643813" y="3117850"/>
          <p14:tracePt t="13186" x="7678738" y="3117850"/>
          <p14:tracePt t="13202" x="7702550" y="3117850"/>
          <p14:tracePt t="13219" x="7726363" y="3117850"/>
          <p14:tracePt t="13236" x="7797800" y="3117850"/>
          <p14:tracePt t="13252" x="7843838" y="3117850"/>
          <p14:tracePt t="13270" x="7915275" y="3117850"/>
          <p14:tracePt t="13286" x="7939088" y="3117850"/>
          <p14:tracePt t="13303" x="7974013" y="3130550"/>
          <p14:tracePt t="13320" x="8021638" y="3130550"/>
          <p14:tracePt t="13336" x="8032750" y="3130550"/>
          <p14:tracePt t="13354" x="8056563" y="3130550"/>
          <p14:tracePt t="13371" x="8069263" y="3130550"/>
          <p14:tracePt t="13387" x="8080375" y="3130550"/>
          <p14:tracePt t="13405" x="8093075" y="3130550"/>
          <p14:tracePt t="13422" x="8104188" y="3130550"/>
          <p14:tracePt t="13425" x="8116888" y="3130550"/>
          <p14:tracePt t="13437" x="8139113" y="3130550"/>
          <p14:tracePt t="13455" x="8162925" y="3130550"/>
          <p14:tracePt t="13457" x="8175625" y="3130550"/>
          <p14:tracePt t="13471" x="8199438" y="3130550"/>
          <p14:tracePt t="13488" x="8223250" y="3130550"/>
          <p14:tracePt t="13504" x="8245475" y="3130550"/>
          <p14:tracePt t="13521" x="8269288" y="3130550"/>
          <p14:tracePt t="13538" x="8281988" y="3141663"/>
          <p14:tracePt t="13553" x="8305800" y="3141663"/>
          <p14:tracePt t="13571" x="8316913" y="3141663"/>
          <p14:tracePt t="13605" x="8340725" y="3141663"/>
          <p14:tracePt t="13636" x="8351838" y="3141663"/>
          <p14:tracePt t="13653" x="8364538" y="3130550"/>
          <p14:tracePt t="13671" x="8375650" y="3130550"/>
          <p14:tracePt t="13688" x="8388350" y="3117850"/>
          <p14:tracePt t="13703" x="8388350" y="3106738"/>
          <p14:tracePt t="13737" x="8399463" y="3106738"/>
          <p14:tracePt t="13754" x="8412163" y="3106738"/>
          <p14:tracePt t="13772" x="8434388" y="3106738"/>
          <p14:tracePt t="13788" x="8447088" y="3106738"/>
          <p14:tracePt t="13804" x="8482013" y="3117850"/>
          <p14:tracePt t="13820" x="8505825" y="3117850"/>
          <p14:tracePt t="13838" x="8529638" y="3117850"/>
          <p14:tracePt t="13854" x="8553450" y="3117850"/>
          <p14:tracePt t="13871" x="8564563" y="3117850"/>
          <p14:tracePt t="13888" x="8601075" y="3117850"/>
          <p14:tracePt t="13904" x="8612188" y="3117850"/>
          <p14:tracePt t="13920" x="8636000" y="3117850"/>
          <p14:tracePt t="13938" x="8670925" y="3117850"/>
          <p14:tracePt t="13953" x="8683625" y="3117850"/>
          <p14:tracePt t="13972" x="8707438" y="3117850"/>
          <p14:tracePt t="13987" x="8731250" y="3117850"/>
          <p14:tracePt t="14005" x="8753475" y="3117850"/>
          <p14:tracePt t="14007" x="8766175" y="3117850"/>
          <p14:tracePt t="14021" x="8789988" y="3117850"/>
          <p14:tracePt t="14338" x="8859838" y="3117850"/>
          <p14:tracePt t="14360" x="9096375" y="3106738"/>
          <p14:tracePt t="14377" x="9215438" y="3106738"/>
          <p14:tracePt t="14393" x="9345613" y="3106738"/>
          <p14:tracePt t="14412" x="9580563" y="3106738"/>
          <p14:tracePt t="14426" x="9769475" y="3106738"/>
          <p14:tracePt t="14444" x="10018713" y="3106738"/>
          <p14:tracePt t="14460" x="10125075" y="3106738"/>
          <p14:tracePt t="14476" x="10218738" y="3106738"/>
          <p14:tracePt t="14479" x="10255250" y="3106738"/>
          <p14:tracePt t="14493" x="10301288" y="3106738"/>
          <p14:tracePt t="14510" x="10361613" y="3106738"/>
          <p14:tracePt t="14527" x="10431463" y="3106738"/>
          <p14:tracePt t="14543" x="10479088" y="3106738"/>
          <p14:tracePt t="14560" x="10550525" y="3106738"/>
          <p14:tracePt t="14562" x="10585450" y="3106738"/>
          <p14:tracePt t="14576" x="10668000" y="3106738"/>
          <p14:tracePt t="14593" x="10726738" y="3106738"/>
          <p14:tracePt t="14610" x="10809288" y="3106738"/>
          <p14:tracePt t="14628" x="10845800" y="3106738"/>
          <p14:tracePt t="14645" x="10869613" y="3106738"/>
          <p14:tracePt t="14660" x="10891838" y="3106738"/>
          <p14:tracePt t="14676" x="10904538" y="3106738"/>
          <p14:tracePt t="14693" x="10915650" y="3094038"/>
          <p14:tracePt t="14726" x="10928350" y="3082925"/>
          <p14:tracePt t="15040" x="10572750" y="3070225"/>
          <p14:tracePt t="15055" x="10171113" y="3035300"/>
          <p14:tracePt t="15090" x="9699625" y="2963863"/>
          <p14:tracePt t="15105" x="9604375" y="2940050"/>
          <p14:tracePt t="15123" x="9510713" y="2917825"/>
          <p14:tracePt t="15124" x="9450388" y="2894013"/>
          <p14:tracePt t="15139" x="9345613" y="2870200"/>
          <p14:tracePt t="15155" x="9239250" y="2846388"/>
          <p14:tracePt t="15171" x="9155113" y="2835275"/>
          <p14:tracePt t="15187" x="9072563" y="2787650"/>
          <p14:tracePt t="15204" x="9026525" y="2763838"/>
          <p14:tracePt t="15221" x="8990013" y="2728913"/>
          <p14:tracePt t="15237" x="8966200" y="2705100"/>
          <p14:tracePt t="15254" x="8966200" y="2668588"/>
          <p14:tracePt t="15270" x="9037638" y="2644775"/>
          <p14:tracePt t="15287" x="9167813" y="2609850"/>
          <p14:tracePt t="15304" x="9463088" y="2609850"/>
          <p14:tracePt t="15320" x="9675813" y="2609850"/>
          <p14:tracePt t="15337" x="9912350" y="2622550"/>
          <p14:tracePt t="15354" x="10277475" y="2633663"/>
          <p14:tracePt t="15372" x="10420350" y="2657475"/>
          <p14:tracePt t="15375" x="10502900" y="2668588"/>
          <p14:tracePt t="15388" x="10633075" y="2681288"/>
          <p14:tracePt t="15406" x="10739438" y="2681288"/>
          <p14:tracePt t="15409" x="10785475" y="2681288"/>
          <p14:tracePt t="15423" x="10869613" y="2692400"/>
          <p14:tracePt t="15439" x="10915650" y="2705100"/>
          <p14:tracePt t="15455" x="10963275" y="2716213"/>
          <p14:tracePt t="15457" x="10963275" y="2728913"/>
          <p14:tracePt t="15471" x="10998200" y="2751138"/>
          <p14:tracePt t="15490" x="11022013" y="2774950"/>
          <p14:tracePt t="15493" x="11034713" y="2774950"/>
          <p14:tracePt t="15522" x="11045825" y="2822575"/>
          <p14:tracePt t="15540" x="11022013" y="2835275"/>
          <p14:tracePt t="15544" x="10998200" y="2846388"/>
          <p14:tracePt t="15554" x="10869613" y="2870200"/>
          <p14:tracePt t="15572" x="10561638" y="2894013"/>
          <p14:tracePt t="15589" x="9899650" y="2928938"/>
          <p14:tracePt t="15606" x="9474200" y="2952750"/>
          <p14:tracePt t="15622" x="9120188" y="2963863"/>
          <p14:tracePt t="15626" x="9002713" y="2963863"/>
          <p14:tracePt t="15639" x="8837613" y="2963863"/>
          <p14:tracePt t="15656" x="8718550" y="2963863"/>
          <p14:tracePt t="15659" x="8670925" y="2963863"/>
          <p14:tracePt t="15672" x="8636000" y="2963863"/>
          <p14:tracePt t="15674" x="8577263" y="2963863"/>
          <p14:tracePt t="15687" x="8505825" y="2963863"/>
          <p14:tracePt t="15704" x="8412163" y="2963863"/>
          <p14:tracePt t="15720" x="8329613" y="2963863"/>
          <p14:tracePt t="16134" x="8293100" y="2963863"/>
          <p14:tracePt t="16152" x="8210550" y="2963863"/>
          <p14:tracePt t="16187" x="8104188" y="2963863"/>
          <p14:tracePt t="16204" x="8032750" y="2963863"/>
          <p14:tracePt t="16220" x="7974013" y="2963863"/>
          <p14:tracePt t="16222" x="7950200" y="2963863"/>
          <p14:tracePt t="16236" x="7915275" y="2963863"/>
          <p14:tracePt t="16254" x="7856538" y="2963863"/>
          <p14:tracePt t="16257" x="7843838" y="2963863"/>
          <p14:tracePt t="16271" x="7808913" y="2963863"/>
          <p14:tracePt t="16286" x="7785100" y="2963863"/>
          <p14:tracePt t="16304" x="7773988" y="2963863"/>
          <p14:tracePt t="16338" x="7761288" y="2963863"/>
          <p14:tracePt t="16384" x="7785100" y="2963863"/>
          <p14:tracePt t="16402" x="7832725" y="2963863"/>
          <p14:tracePt t="16419" x="7856538" y="2963863"/>
          <p14:tracePt t="16436" x="7915275" y="2963863"/>
          <p14:tracePt t="16452" x="7950200" y="2963863"/>
          <p14:tracePt t="16470" x="8010525" y="2963863"/>
          <p14:tracePt t="16485" x="8045450" y="2963863"/>
          <p14:tracePt t="16502" x="8080375" y="2963863"/>
          <p14:tracePt t="16518" x="8128000" y="2963863"/>
          <p14:tracePt t="16535" x="8175625" y="2963863"/>
          <p14:tracePt t="16553" x="8281988" y="2963863"/>
          <p14:tracePt t="16569" x="8340725" y="2976563"/>
          <p14:tracePt t="16586" x="8412163" y="2987675"/>
          <p14:tracePt t="16588" x="8458200" y="2987675"/>
          <p14:tracePt t="16602" x="8494713" y="3000375"/>
          <p14:tracePt t="16603" x="8529638" y="3000375"/>
          <p14:tracePt t="16618" x="8601075" y="3000375"/>
          <p14:tracePt t="16635" x="8683625" y="3024188"/>
          <p14:tracePt t="16636" x="8718550" y="3024188"/>
          <p14:tracePt t="16652" x="8777288" y="3024188"/>
          <p14:tracePt t="16669" x="8883650" y="3035300"/>
          <p14:tracePt t="16686" x="9037638" y="3046413"/>
          <p14:tracePt t="16702" x="9120188" y="3059113"/>
          <p14:tracePt t="16719" x="9202738" y="3070225"/>
          <p14:tracePt t="16720" x="9239250" y="3070225"/>
          <p14:tracePt t="16735" x="9285288" y="3082925"/>
          <p14:tracePt t="16751" x="9321800" y="3082925"/>
          <p14:tracePt t="16768" x="9345613" y="3082925"/>
          <p14:tracePt t="16768" x="9356725" y="3082925"/>
          <p14:tracePt t="16785" x="9380538" y="3094038"/>
          <p14:tracePt t="16804" x="9428163" y="3106738"/>
          <p14:tracePt t="16818" x="9450388" y="3117850"/>
          <p14:tracePt t="16836" x="9474200" y="3130550"/>
          <p14:tracePt t="17102" x="9167813" y="3130550"/>
          <p14:tracePt t="17117" x="8718550" y="3130550"/>
          <p14:tracePt t="17143" x="7785100" y="3106738"/>
          <p14:tracePt t="17145" x="7407275" y="3106738"/>
          <p14:tracePt t="17159" x="6473825" y="3117850"/>
          <p14:tracePt t="17177" x="5635625" y="3141663"/>
          <p14:tracePt t="17180" x="5281613" y="3200400"/>
          <p14:tracePt t="17193" x="4702175" y="3259138"/>
          <p14:tracePt t="17212" x="4229100" y="3295650"/>
          <p14:tracePt t="17215" x="4016375" y="3319463"/>
          <p14:tracePt t="17227" x="3827463" y="3354388"/>
          <p14:tracePt t="17228" x="3651250" y="3378200"/>
          <p14:tracePt t="17244" x="3367088" y="3425825"/>
          <p14:tracePt t="17261" x="3189288" y="3460750"/>
          <p14:tracePt t="17263" x="3119438" y="3460750"/>
          <p14:tracePt t="17276" x="3000375" y="3484563"/>
          <p14:tracePt t="17295" x="2930525" y="3495675"/>
          <p14:tracePt t="17298" x="2894013" y="3495675"/>
          <p14:tracePt t="17310" x="2859088" y="3508375"/>
          <p14:tracePt t="17326" x="2824163" y="3519488"/>
          <p14:tracePt t="17344" x="2800350" y="3530600"/>
          <p14:tracePt t="17346" x="2800350" y="3543300"/>
          <p14:tracePt t="17359" x="2787650" y="3567113"/>
          <p14:tracePt t="17361" x="2787650" y="3578225"/>
          <p14:tracePt t="17633" x="2635250" y="3578225"/>
          <p14:tracePt t="17650" x="2268538" y="3578225"/>
          <p14:tracePt t="17652" x="2114550" y="3578225"/>
          <p14:tracePt t="17668" x="1901825" y="3578225"/>
          <p14:tracePt t="17685" x="1725613" y="3578225"/>
          <p14:tracePt t="17702" x="1641475" y="3578225"/>
          <p14:tracePt t="17719" x="1558925" y="3578225"/>
          <p14:tracePt t="17722" x="1524000" y="3578225"/>
          <p14:tracePt t="17733" x="1465263" y="3578225"/>
          <p14:tracePt t="17750" x="1406525" y="3578225"/>
          <p14:tracePt t="17767" x="1358900" y="3578225"/>
          <p14:tracePt t="17768" x="1346200" y="3590925"/>
          <p14:tracePt t="17784" x="1311275" y="3590925"/>
          <p14:tracePt t="17800" x="1287463" y="3602038"/>
          <p14:tracePt t="17818" x="1263650" y="3602038"/>
          <p14:tracePt t="17836" x="1239838" y="3614738"/>
          <p14:tracePt t="17839" x="1228725" y="3625850"/>
          <p14:tracePt t="17869" x="1217613" y="3625850"/>
          <p14:tracePt t="17932" x="1252538" y="3625850"/>
          <p14:tracePt t="17951" x="1322388" y="3614738"/>
          <p14:tracePt t="17969" x="1382713" y="3602038"/>
          <p14:tracePt t="17970" x="1428750" y="3590925"/>
          <p14:tracePt t="17984" x="1512888" y="3578225"/>
          <p14:tracePt t="18001" x="1619250" y="3578225"/>
          <p14:tracePt t="18019" x="1784350" y="3578225"/>
          <p14:tracePt t="18035" x="1901825" y="3578225"/>
          <p14:tracePt t="18052" x="2008188" y="3578225"/>
          <p14:tracePt t="18056" x="2066925" y="3578225"/>
          <p14:tracePt t="18068" x="2173288" y="3578225"/>
          <p14:tracePt t="18086" x="2244725" y="3590925"/>
          <p14:tracePt t="18089" x="2292350" y="3590925"/>
          <p14:tracePt t="18101" x="2374900" y="3590925"/>
          <p14:tracePt t="18117" x="2468563" y="3590925"/>
          <p14:tracePt t="18136" x="2540000" y="3578225"/>
          <p14:tracePt t="18138" x="2598738" y="3578225"/>
          <p14:tracePt t="18152" x="2670175" y="3578225"/>
          <p14:tracePt t="18169" x="2752725" y="3578225"/>
          <p14:tracePt t="18172" x="2800350" y="3578225"/>
          <p14:tracePt t="18184" x="2835275" y="3578225"/>
          <p14:tracePt t="18186" x="2882900" y="3578225"/>
          <p14:tracePt t="18202" x="2952750" y="3578225"/>
          <p14:tracePt t="18220" x="3048000" y="3578225"/>
          <p14:tracePt t="18234" x="3130550" y="3578225"/>
          <p14:tracePt t="18252" x="3189288" y="3578225"/>
          <p14:tracePt t="18269" x="3271838" y="3578225"/>
          <p14:tracePt t="18284" x="3332163" y="3590925"/>
          <p14:tracePt t="18302" x="3378200" y="3590925"/>
          <p14:tracePt t="18305" x="3414713" y="3590925"/>
          <p14:tracePt t="18318" x="3460750" y="3590925"/>
          <p14:tracePt t="18335" x="3508375" y="3590925"/>
          <p14:tracePt t="18339" x="3532188" y="3590925"/>
          <p14:tracePt t="18648" x="3579813" y="3590925"/>
          <p14:tracePt t="18665" x="3816350" y="3578225"/>
          <p14:tracePt t="18682" x="3957638" y="3554413"/>
          <p14:tracePt t="18700" x="4159250" y="3543300"/>
          <p14:tracePt t="18716" x="4265613" y="3543300"/>
          <p14:tracePt t="18734" x="4406900" y="3543300"/>
          <p14:tracePt t="18749" x="4500563" y="3543300"/>
          <p14:tracePt t="18767" x="4560888" y="3543300"/>
          <p14:tracePt t="18771" x="4595813" y="3543300"/>
          <p14:tracePt t="18785" x="4667250" y="3543300"/>
          <p14:tracePt t="18800" x="4713288" y="3543300"/>
          <p14:tracePt t="18815" x="4749800" y="3554413"/>
          <p14:tracePt t="18832" x="4856163" y="3567113"/>
          <p14:tracePt t="18850" x="4949825" y="3567113"/>
          <p14:tracePt t="18852" x="4984750" y="3578225"/>
          <p14:tracePt t="18866" x="5080000" y="3578225"/>
          <p14:tracePt t="18883" x="5151438" y="3578225"/>
          <p14:tracePt t="18901" x="5257800" y="3602038"/>
          <p14:tracePt t="18915" x="5292725" y="3602038"/>
          <p14:tracePt t="18932" x="5364163" y="3625850"/>
          <p14:tracePt t="18950" x="5422900" y="3636963"/>
          <p14:tracePt t="18967" x="5505450" y="3636963"/>
          <p14:tracePt t="18983" x="5576888" y="3636963"/>
          <p14:tracePt t="18984" x="5622925" y="3625850"/>
          <p14:tracePt t="18999" x="5694363" y="3614738"/>
          <p14:tracePt t="19016" x="5753100" y="3614738"/>
          <p14:tracePt t="19033" x="5859463" y="3602038"/>
          <p14:tracePt t="19051" x="5918200" y="3602038"/>
          <p14:tracePt t="19054" x="5942013" y="3602038"/>
          <p14:tracePt t="19066" x="5965825" y="3602038"/>
          <p14:tracePt t="19069" x="5989638" y="3602038"/>
          <p14:tracePt t="19082" x="6013450" y="3602038"/>
          <p14:tracePt t="19100" x="6048375" y="3602038"/>
          <p14:tracePt t="19102" x="6061075" y="3602038"/>
          <p14:tracePt t="19117" x="6096000" y="3602038"/>
          <p14:tracePt t="19133" x="6119813" y="3602038"/>
          <p14:tracePt t="19151" x="6154738" y="3602038"/>
          <p14:tracePt t="19461" x="6191250" y="3602038"/>
          <p14:tracePt t="19462" x="6226175" y="3602038"/>
          <p14:tracePt t="19477" x="6273800" y="3614738"/>
          <p14:tracePt t="19506" x="6343650" y="3625850"/>
          <p14:tracePt t="19523" x="6380163" y="3636963"/>
          <p14:tracePt t="19540" x="6391275" y="3649663"/>
          <p14:tracePt t="19558" x="6402388" y="3673475"/>
          <p14:tracePt t="19575" x="6402388" y="3684588"/>
          <p14:tracePt t="19590" x="6402388" y="3708400"/>
          <p14:tracePt t="19607" x="6380163" y="3721100"/>
          <p14:tracePt t="19610" x="6367463" y="3743325"/>
          <p14:tracePt t="19623" x="6343650" y="3756025"/>
          <p14:tracePt t="19641" x="6319838" y="3767138"/>
          <p14:tracePt t="19643" x="6297613" y="3779838"/>
          <p14:tracePt t="19656" x="6284913" y="3790950"/>
          <p14:tracePt t="19673" x="6273800" y="3803650"/>
          <p14:tracePt t="19691" x="6261100" y="3814763"/>
          <p14:tracePt t="19707" x="6249988" y="3838575"/>
          <p14:tracePt t="19724" x="6237288" y="3849688"/>
          <p14:tracePt t="19741" x="6226175" y="3862388"/>
          <p14:tracePt t="19758" x="6213475" y="3886200"/>
          <p14:tracePt t="19775" x="6202363" y="3910013"/>
          <p14:tracePt t="19790" x="6191250" y="3921125"/>
          <p14:tracePt t="19806" x="6178550" y="3944938"/>
          <p14:tracePt t="19823" x="6143625" y="3968750"/>
          <p14:tracePt t="19840" x="6119813" y="3979863"/>
          <p14:tracePt t="19856" x="6084888" y="3992563"/>
          <p14:tracePt t="19872" x="6024563" y="3992563"/>
          <p14:tracePt t="19891" x="5989638" y="4016375"/>
          <p14:tracePt t="19892" x="5978525" y="4016375"/>
          <p14:tracePt t="19907" x="5942013" y="4038600"/>
          <p14:tracePt t="19923" x="5894388" y="4051300"/>
          <p14:tracePt t="19942" x="5835650" y="4075113"/>
          <p14:tracePt t="19956" x="5800725" y="4098925"/>
          <p14:tracePt t="19973" x="5753100" y="4121150"/>
          <p14:tracePt t="19990" x="5694363" y="4144963"/>
          <p14:tracePt t="20006" x="5670550" y="4157663"/>
          <p14:tracePt t="20023" x="5635625" y="4157663"/>
          <p14:tracePt t="20024" x="5622925" y="4157663"/>
          <p14:tracePt t="20039" x="5611813" y="4157663"/>
          <p14:tracePt t="20056" x="5588000" y="4157663"/>
          <p14:tracePt t="20072" x="5564188" y="4157663"/>
          <p14:tracePt t="20089" x="5553075" y="4157663"/>
          <p14:tracePt t="20106" x="5540375" y="4157663"/>
          <p14:tracePt t="20180" x="5540375" y="4168775"/>
          <p14:tracePt t="20289" x="5576888" y="4168775"/>
          <p14:tracePt t="20307" x="5635625" y="4168775"/>
          <p14:tracePt t="20325" x="5741988" y="4157663"/>
          <p14:tracePt t="20341" x="5811838" y="4144963"/>
          <p14:tracePt t="20357" x="5872163" y="4144963"/>
          <p14:tracePt t="20362" x="5907088" y="4144963"/>
          <p14:tracePt t="20374" x="5965825" y="4144963"/>
          <p14:tracePt t="20391" x="6024563" y="4133850"/>
          <p14:tracePt t="20394" x="6072188" y="4133850"/>
          <p14:tracePt t="20407" x="6143625" y="4133850"/>
          <p14:tracePt t="20424" x="6237288" y="4133850"/>
          <p14:tracePt t="20441" x="6450013" y="4110038"/>
          <p14:tracePt t="20457" x="6604000" y="4098925"/>
          <p14:tracePt t="20474" x="6757988" y="4098925"/>
          <p14:tracePt t="20491" x="6875463" y="4098925"/>
          <p14:tracePt t="20508" x="6923088" y="4098925"/>
          <p14:tracePt t="20512" x="6934200" y="4098925"/>
          <p14:tracePt t="20524" x="6958013" y="4098925"/>
          <p14:tracePt t="20542" x="6981825" y="4098925"/>
          <p14:tracePt t="20558" x="6994525" y="4086225"/>
          <p14:tracePt t="20562" x="6994525" y="4075113"/>
          <p14:tracePt t="20574" x="7005638" y="4075113"/>
          <p14:tracePt t="20608" x="7029450" y="4051300"/>
          <p14:tracePt t="20640" x="7029450" y="4038600"/>
          <p14:tracePt t="20658" x="7029450" y="4027488"/>
          <p14:tracePt t="20674" x="7040563" y="4027488"/>
          <p14:tracePt t="20707" x="7053263" y="4016375"/>
          <p14:tracePt t="23321" x="7077075" y="4016375"/>
          <p14:tracePt t="23339" x="7218363" y="4016375"/>
          <p14:tracePt t="23372" x="7489825" y="4027488"/>
          <p14:tracePt t="23389" x="7596188" y="4038600"/>
          <p14:tracePt t="23405" x="7715250" y="4051300"/>
          <p14:tracePt t="23422" x="7773988" y="4051300"/>
          <p14:tracePt t="23439" x="7821613" y="4051300"/>
          <p14:tracePt t="23439" x="7843838" y="4051300"/>
          <p14:tracePt t="23455" x="7904163" y="4051300"/>
          <p14:tracePt t="23472" x="7939088" y="4051300"/>
          <p14:tracePt t="23488" x="7997825" y="4027488"/>
          <p14:tracePt t="23505" x="8045450" y="4027488"/>
          <p14:tracePt t="23523" x="8093075" y="4016375"/>
          <p14:tracePt t="23539" x="8128000" y="4016375"/>
          <p14:tracePt t="23555" x="8175625" y="4016375"/>
          <p14:tracePt t="23572" x="8223250" y="4016375"/>
          <p14:tracePt t="23588" x="8258175" y="4016375"/>
          <p14:tracePt t="23606" x="8293100" y="4016375"/>
          <p14:tracePt t="23606" x="8305800" y="4016375"/>
          <p14:tracePt t="23623" x="8316913" y="4016375"/>
          <p14:tracePt t="23639" x="8340725" y="4016375"/>
          <p14:tracePt t="23655" x="8364538" y="4016375"/>
          <p14:tracePt t="23689" x="8375650" y="4016375"/>
          <p14:tracePt t="23722" x="8388350" y="4016375"/>
          <p14:tracePt t="23773" x="8399463" y="4027488"/>
          <p14:tracePt t="23899" x="8399463" y="4051300"/>
          <p14:tracePt t="23915" x="8399463" y="4062413"/>
          <p14:tracePt t="23977" x="8388350" y="4062413"/>
          <p14:tracePt t="24008" x="8375650" y="4062413"/>
          <p14:tracePt t="24009" x="8364538" y="4062413"/>
          <p14:tracePt t="24024" x="8340725" y="4075113"/>
          <p14:tracePt t="24057" x="8293100" y="4086225"/>
          <p14:tracePt t="24074" x="8234363" y="4098925"/>
          <p14:tracePt t="24091" x="8199438" y="4098925"/>
          <p14:tracePt t="24107" x="8139113" y="4098925"/>
          <p14:tracePt t="24124" x="8080375" y="4098925"/>
          <p14:tracePt t="24139" x="8032750" y="4098925"/>
          <p14:tracePt t="24141" x="8010525" y="4098925"/>
          <p14:tracePt t="24156" x="7974013" y="4098925"/>
          <p14:tracePt t="24174" x="7926388" y="4086225"/>
          <p14:tracePt t="24177" x="7904163" y="4086225"/>
          <p14:tracePt t="24189" x="7891463" y="4086225"/>
          <p14:tracePt t="24207" x="7867650" y="4086225"/>
          <p14:tracePt t="24224" x="7843838" y="4086225"/>
          <p14:tracePt t="24256" x="7821613" y="4086225"/>
          <p14:tracePt t="24399" x="7891463" y="4086225"/>
          <p14:tracePt t="24414" x="7950200" y="4075113"/>
          <p14:tracePt t="24439" x="8080375" y="4062413"/>
          <p14:tracePt t="24456" x="8128000" y="4051300"/>
          <p14:tracePt t="24473" x="8162925" y="4038600"/>
          <p14:tracePt t="24474" x="8175625" y="4038600"/>
          <p14:tracePt t="24490" x="8223250" y="4027488"/>
          <p14:tracePt t="24506" x="8258175" y="4027488"/>
          <p14:tracePt t="24524" x="8281988" y="4027488"/>
          <p14:tracePt t="24557" x="8316913" y="4027488"/>
          <p14:tracePt t="24559" x="8329613" y="4027488"/>
          <p14:tracePt t="24574" x="8351838" y="4027488"/>
          <p14:tracePt t="24590" x="8364538" y="4027488"/>
          <p14:tracePt t="24607" x="8375650" y="4027488"/>
          <p14:tracePt t="24624" x="8388350" y="4027488"/>
          <p14:tracePt t="24711" x="8364538" y="4027488"/>
          <p14:tracePt t="24727" x="8340725" y="4027488"/>
          <p14:tracePt t="24755" x="8245475" y="4027488"/>
          <p14:tracePt t="24773" x="8104188" y="4038600"/>
          <p14:tracePt t="24790" x="7974013" y="4051300"/>
          <p14:tracePt t="24807" x="7843838" y="4062413"/>
          <p14:tracePt t="24808" x="7773988" y="4062413"/>
          <p14:tracePt t="24824" x="7643813" y="4062413"/>
          <p14:tracePt t="24840" x="7524750" y="4062413"/>
          <p14:tracePt t="24857" x="7372350" y="4062413"/>
          <p14:tracePt t="24873" x="7300913" y="4051300"/>
          <p14:tracePt t="24891" x="7242175" y="4038600"/>
          <p14:tracePt t="24892" x="7207250" y="4038600"/>
          <p14:tracePt t="24907" x="7159625" y="4027488"/>
          <p14:tracePt t="24924" x="7112000" y="4016375"/>
          <p14:tracePt t="24943" x="7064375" y="4016375"/>
          <p14:tracePt t="24955" x="7040563" y="4003675"/>
          <p14:tracePt t="24972" x="7029450" y="3992563"/>
          <p14:tracePt t="24988" x="7016750" y="3956050"/>
          <p14:tracePt t="25006" x="7016750" y="3944938"/>
          <p14:tracePt t="25024" x="7016750" y="3897313"/>
          <p14:tracePt t="25041" x="7053263" y="3873500"/>
          <p14:tracePt t="25057" x="7100888" y="3838575"/>
          <p14:tracePt t="25059" x="7123113" y="3825875"/>
          <p14:tracePt t="25074" x="7183438" y="3803650"/>
          <p14:tracePt t="25091" x="7253288" y="3790950"/>
          <p14:tracePt t="25094" x="7300913" y="3779838"/>
          <p14:tracePt t="25108" x="7396163" y="3767138"/>
          <p14:tracePt t="25124" x="7466013" y="3767138"/>
          <p14:tracePt t="25140" x="7537450" y="3767138"/>
          <p14:tracePt t="25142" x="7585075" y="3767138"/>
          <p14:tracePt t="25158" x="7691438" y="3779838"/>
          <p14:tracePt t="25173" x="7785100" y="3790950"/>
          <p14:tracePt t="25189" x="7926388" y="3838575"/>
          <p14:tracePt t="25206" x="8021638" y="3849688"/>
          <p14:tracePt t="25223" x="8116888" y="3873500"/>
          <p14:tracePt t="25226" x="8151813" y="3886200"/>
          <p14:tracePt t="25232" x="8210550" y="3897313"/>
          <p14:tracePt t="25258" x="8340725" y="3921125"/>
          <p14:tracePt t="25274" x="8434388" y="3956050"/>
          <p14:tracePt t="25292" x="8482013" y="3968750"/>
          <p14:tracePt t="25294" x="8494713" y="3968750"/>
          <p14:tracePt t="25307" x="8518525" y="3979863"/>
          <p14:tracePt t="25308" x="8529638" y="3979863"/>
          <p14:tracePt t="25324" x="8553450" y="3979863"/>
          <p14:tracePt t="25340" x="8553450" y="3992563"/>
          <p14:tracePt t="25373" x="8540750" y="3992563"/>
          <p14:tracePt t="25391" x="8447088" y="4003675"/>
          <p14:tracePt t="25407" x="8351838" y="4016375"/>
          <p14:tracePt t="25424" x="8245475" y="4016375"/>
          <p14:tracePt t="25427" x="8210550" y="4016375"/>
          <p14:tracePt t="25442" x="8128000" y="4016375"/>
          <p14:tracePt t="25457" x="8045450" y="4016375"/>
          <p14:tracePt t="25472" x="7950200" y="4016375"/>
          <p14:tracePt t="25474" x="7915275" y="4016375"/>
          <p14:tracePt t="25489" x="7821613" y="4016375"/>
          <p14:tracePt t="25505" x="7715250" y="4016375"/>
          <p14:tracePt t="25522" x="7524750" y="4016375"/>
          <p14:tracePt t="25538" x="7324725" y="4016375"/>
          <p14:tracePt t="25555" x="7207250" y="4016375"/>
          <p14:tracePt t="25573" x="7100888" y="4016375"/>
          <p14:tracePt t="25589" x="7053263" y="4016375"/>
          <p14:tracePt t="25607" x="7016750" y="4016375"/>
          <p14:tracePt t="25624" x="7005638" y="4016375"/>
          <p14:tracePt t="25640" x="6994525" y="4016375"/>
          <p14:tracePt t="25644" x="6981825" y="4016375"/>
          <p14:tracePt t="25673" x="6994525" y="4016375"/>
          <p14:tracePt t="25691" x="7040563" y="4016375"/>
          <p14:tracePt t="25707" x="7088188" y="4016375"/>
          <p14:tracePt t="25724" x="7135813" y="4016375"/>
          <p14:tracePt t="25739" x="7146925" y="4016375"/>
          <p14:tracePt t="25741" x="7159625" y="4016375"/>
          <p14:tracePt t="25757" x="7170738" y="4016375"/>
          <p14:tracePt t="25759" x="7183438" y="4016375"/>
          <p14:tracePt t="25790" x="7218363" y="4016375"/>
          <p14:tracePt t="25807" x="7229475" y="4027488"/>
          <p14:tracePt t="25823" x="7253288" y="4027488"/>
          <p14:tracePt t="25839" x="7265988" y="4027488"/>
          <p14:tracePt t="25874" x="7289800" y="4027488"/>
          <p14:tracePt t="25906" x="7348538" y="4027488"/>
          <p14:tracePt t="25924" x="7442200" y="4027488"/>
          <p14:tracePt t="25939" x="7631113" y="4027488"/>
          <p14:tracePt t="25955" x="7785100" y="4027488"/>
          <p14:tracePt t="25973" x="7891463" y="4027488"/>
          <p14:tracePt t="25975" x="7926388" y="4027488"/>
          <p14:tracePt t="25989" x="8032750" y="4027488"/>
          <p14:tracePt t="26005" x="8139113" y="4027488"/>
          <p14:tracePt t="26023" x="8281988" y="4027488"/>
          <p14:tracePt t="26040" x="8388350" y="4027488"/>
          <p14:tracePt t="26057" x="8458200" y="4027488"/>
          <p14:tracePt t="26060" x="8505825" y="4027488"/>
          <p14:tracePt t="26073" x="8564563" y="4027488"/>
          <p14:tracePt t="26089" x="8612188" y="4027488"/>
          <p14:tracePt t="26107" x="8670925" y="4027488"/>
          <p14:tracePt t="26125" x="8718550" y="4027488"/>
          <p14:tracePt t="26140" x="8777288" y="4027488"/>
          <p14:tracePt t="26158" x="8824913" y="4027488"/>
          <p14:tracePt t="26162" x="8837613" y="4027488"/>
          <p14:tracePt t="26173" x="8848725" y="4027488"/>
          <p14:tracePt t="26176" x="8859838" y="4027488"/>
          <p14:tracePt t="26191" x="8872538" y="4027488"/>
          <p14:tracePt t="26508" x="9013825" y="4027488"/>
          <p14:tracePt t="26523" x="9155113" y="4027488"/>
          <p14:tracePt t="26551" x="9486900" y="4003675"/>
          <p14:tracePt t="26568" x="9593263" y="3992563"/>
          <p14:tracePt t="26572" x="9628188" y="3979863"/>
          <p14:tracePt t="26584" x="9723438" y="3979863"/>
          <p14:tracePt t="26601" x="9793288" y="3979863"/>
          <p14:tracePt t="26618" x="9864725" y="3979863"/>
          <p14:tracePt t="26620" x="9912350" y="3979863"/>
          <p14:tracePt t="26635" x="9982200" y="3979863"/>
          <p14:tracePt t="26653" x="10088563" y="3979863"/>
          <p14:tracePt t="26655" x="10125075" y="3979863"/>
          <p14:tracePt t="26668" x="10255250" y="3979863"/>
          <p14:tracePt t="26684" x="10361613" y="3979863"/>
          <p14:tracePt t="26702" x="10444163" y="3979863"/>
          <p14:tracePt t="26703" x="10502900" y="3979863"/>
          <p14:tracePt t="26717" x="10572750" y="3979863"/>
          <p14:tracePt t="26733" x="10620375" y="3992563"/>
          <p14:tracePt t="26752" x="10679113" y="3992563"/>
          <p14:tracePt t="26768" x="10726738" y="3992563"/>
          <p14:tracePt t="26783" x="10750550" y="3992563"/>
          <p14:tracePt t="26800" x="10785475" y="3992563"/>
          <p14:tracePt t="26816" x="10821988" y="3992563"/>
          <p14:tracePt t="26834" x="10845800" y="3979863"/>
          <p14:tracePt t="26849" x="10869613" y="3979863"/>
          <p14:tracePt t="26867" x="10880725" y="3979863"/>
          <p14:tracePt t="26883" x="10891838" y="3979863"/>
          <p14:tracePt t="26900" x="10904538" y="3979863"/>
          <p14:tracePt t="26933" x="10915650" y="3979863"/>
          <p14:tracePt t="26950" x="10939463" y="3979863"/>
          <p14:tracePt t="26967" x="10963275" y="3979863"/>
          <p14:tracePt t="27274" x="11010900" y="3979863"/>
          <p14:tracePt t="27289" x="11128375" y="3979863"/>
          <p14:tracePt t="27312" x="11258550" y="4016375"/>
          <p14:tracePt t="27313" x="11306175" y="4027488"/>
          <p14:tracePt t="27329" x="11377613" y="4027488"/>
          <p14:tracePt t="27347" x="11423650" y="4038600"/>
          <p14:tracePt t="27348" x="11447463" y="4051300"/>
          <p14:tracePt t="27364" x="11495088" y="4051300"/>
          <p14:tracePt t="27380" x="11518900" y="4051300"/>
          <p14:tracePt t="27396" x="11542713" y="4051300"/>
          <p14:tracePt t="27413" x="11566525" y="4051300"/>
          <p14:tracePt t="27430" x="11577638" y="4038600"/>
          <p14:tracePt t="27431" x="11588750" y="4038600"/>
          <p14:tracePt t="27447" x="11601450" y="4027488"/>
          <p14:tracePt t="27480" x="11612563" y="4027488"/>
          <p14:tracePt t="27497" x="11625263" y="4027488"/>
          <p14:tracePt t="27530" x="11649075" y="4027488"/>
          <p14:tracePt t="27546" x="11649075" y="4038600"/>
          <p14:tracePt t="27587" x="11660188" y="4038600"/>
          <p14:tracePt t="27614" x="11672888" y="4051300"/>
          <p14:tracePt t="27646" x="11695113" y="4062413"/>
          <p14:tracePt t="27664" x="11707813" y="4075113"/>
          <p14:tracePt t="27680" x="11718925" y="4075113"/>
          <p14:tracePt t="27697" x="11731625" y="4075113"/>
          <p14:tracePt t="27789" x="11742738" y="4075113"/>
          <p14:tracePt t="27898" x="11755438" y="4086225"/>
          <p14:tracePt t="27914" x="11766550" y="4086225"/>
          <p14:tracePt t="27946" x="11801475" y="4086225"/>
          <p14:tracePt t="27964" x="11814175" y="4086225"/>
          <p14:tracePt t="27996" x="11825288" y="4086225"/>
          <p14:tracePt t="28012" x="11837988" y="4086225"/>
          <p14:tracePt t="28029" x="11849100" y="4075113"/>
          <p14:tracePt t="28046" x="11861800" y="4075113"/>
          <p14:tracePt t="28062" x="11885613" y="4062413"/>
          <p14:tracePt t="28078" x="11885613" y="4051300"/>
          <p14:tracePt t="28113" x="11920538" y="4051300"/>
          <p14:tracePt t="28131" x="11944350" y="4051300"/>
          <p14:tracePt t="28147" x="11955463" y="4051300"/>
          <p14:tracePt t="28164" x="11979275" y="4051300"/>
          <p14:tracePt t="28180" x="12003088" y="4051300"/>
          <p14:tracePt t="28198" x="12014200" y="4062413"/>
          <p14:tracePt t="28230" x="12026900" y="4062413"/>
          <p14:tracePt t="28276" x="12038013" y="4062413"/>
          <p14:tracePt t="28296" x="12050713" y="4062413"/>
          <p14:tracePt t="28339" x="12061825" y="4062413"/>
          <p14:tracePt t="28364" x="12085638" y="4062413"/>
          <p14:tracePt t="28397" x="12109450" y="4062413"/>
          <p14:tracePt t="28414" x="12133263" y="4062413"/>
          <p14:tracePt t="28431" x="12144375" y="4062413"/>
          <p14:tracePt t="28464" x="12168188" y="4062413"/>
          <p14:tracePt t="28481" x="12226925" y="4062413"/>
          <p14:tracePt t="28496" x="12274550" y="4075113"/>
          <p14:tracePt t="28514" x="12309475" y="4086225"/>
          <p14:tracePt t="28531" x="12345988" y="4086225"/>
          <p14:tracePt t="28547" x="12369800" y="4098925"/>
          <p14:tracePt t="28550" x="12380913" y="4098925"/>
          <p14:tracePt t="28581" x="12393613" y="4098925"/>
          <p14:tracePt t="28711" x="12393613" y="4110038"/>
          <p14:tracePt t="28729" x="12393613" y="4121150"/>
          <p14:tracePt t="28805" x="12393613" y="4133850"/>
          <p14:tracePt t="28853" x="12393613" y="4144963"/>
          <p14:tracePt t="29024" x="12333288" y="4144963"/>
          <p14:tracePt t="29041" x="12168188" y="4133850"/>
          <p14:tracePt t="29062" x="11861800" y="4133850"/>
          <p14:tracePt t="29064" x="11649075" y="4144963"/>
          <p14:tracePt t="29080" x="11152188" y="4181475"/>
          <p14:tracePt t="29096" x="10633075" y="4216400"/>
          <p14:tracePt t="29112" x="9769475" y="4322763"/>
          <p14:tracePt t="29129" x="9155113" y="4370388"/>
          <p14:tracePt t="29149" x="8494713" y="4452938"/>
          <p14:tracePt t="29164" x="8162925" y="4522788"/>
          <p14:tracePt t="29180" x="7974013" y="4605338"/>
          <p14:tracePt t="29477" x="7880350" y="4605338"/>
          <p14:tracePt t="29493" x="7489825" y="4605338"/>
          <p14:tracePt t="29509" x="7135813" y="4583113"/>
          <p14:tracePt t="29526" x="6638925" y="4559300"/>
          <p14:tracePt t="29543" x="5872163" y="4559300"/>
          <p14:tracePt t="29559" x="5399088" y="4570413"/>
          <p14:tracePt t="29574" x="5068888" y="4570413"/>
          <p14:tracePt t="29592" x="4737100" y="4570413"/>
          <p14:tracePt t="29608" x="4595813" y="4570413"/>
          <p14:tracePt t="29626" x="4476750" y="4570413"/>
          <p14:tracePt t="29643" x="4441825" y="4570413"/>
          <p14:tracePt t="29659" x="4418013" y="4570413"/>
          <p14:tracePt t="29662" x="4406900" y="4570413"/>
          <p14:tracePt t="29675" x="4394200" y="4570413"/>
          <p14:tracePt t="29692" x="4383088" y="4583113"/>
          <p14:tracePt t="29709" x="4370388" y="4594225"/>
          <p14:tracePt t="29745" x="4359275" y="4618038"/>
          <p14:tracePt t="29776" x="4348163" y="4618038"/>
          <p14:tracePt t="29808" x="4335463" y="4618038"/>
          <p14:tracePt t="29826" x="4324350" y="4618038"/>
          <p14:tracePt t="29842" x="4311650" y="4618038"/>
          <p14:tracePt t="29945" x="4300538" y="4618038"/>
          <p14:tracePt t="29961" x="4287838" y="4618038"/>
          <p14:tracePt t="29992" x="4276725" y="4641850"/>
          <p14:tracePt t="30009" x="4276725" y="4652963"/>
          <p14:tracePt t="30026" x="4265613" y="4665663"/>
          <p14:tracePt t="30043" x="4265613" y="4676775"/>
          <p14:tracePt t="30057" x="4265613" y="4689475"/>
          <p14:tracePt t="30118" x="4252913" y="4689475"/>
          <p14:tracePt t="30289" x="4276725" y="4689475"/>
          <p14:tracePt t="30305" x="4359275" y="4689475"/>
          <p14:tracePt t="30321" x="4430713" y="4689475"/>
          <p14:tracePt t="30341" x="4560888" y="4652963"/>
          <p14:tracePt t="30356" x="4667250" y="4641850"/>
          <p14:tracePt t="30371" x="4749800" y="4641850"/>
          <p14:tracePt t="30390" x="4891088" y="4618038"/>
          <p14:tracePt t="30406" x="4973638" y="4605338"/>
          <p14:tracePt t="30423" x="5068888" y="4605338"/>
          <p14:tracePt t="30423" x="5103813" y="4594225"/>
          <p14:tracePt t="30438" x="5186363" y="4594225"/>
          <p14:tracePt t="30454" x="5257800" y="4583113"/>
          <p14:tracePt t="30472" x="5327650" y="4583113"/>
          <p14:tracePt t="30488" x="5375275" y="4583113"/>
          <p14:tracePt t="30505" x="5410200" y="4583113"/>
          <p14:tracePt t="30521" x="5446713" y="4583113"/>
          <p14:tracePt t="30539" x="5457825" y="4583113"/>
          <p14:tracePt t="30571" x="5422900" y="4618038"/>
          <p14:tracePt t="30589" x="5316538" y="4665663"/>
          <p14:tracePt t="30590" x="5210175" y="4700588"/>
          <p14:tracePt t="30605" x="4914900" y="4748213"/>
          <p14:tracePt t="30622" x="4560888" y="4806950"/>
          <p14:tracePt t="30640" x="4052888" y="4900613"/>
          <p14:tracePt t="30656" x="3803650" y="4937125"/>
          <p14:tracePt t="30672" x="3603625" y="4972050"/>
          <p14:tracePt t="30674" x="3532188" y="4972050"/>
          <p14:tracePt t="30690" x="3402013" y="4984750"/>
          <p14:tracePt t="30706" x="3319463" y="4995863"/>
          <p14:tracePt t="30724" x="3213100" y="5019675"/>
          <p14:tracePt t="30739" x="3165475" y="5043488"/>
          <p14:tracePt t="30756" x="3154363" y="5054600"/>
          <p14:tracePt t="31086" x="3048000" y="5054600"/>
          <p14:tracePt t="31106" x="2598738" y="5054600"/>
          <p14:tracePt t="31124" x="2351088" y="5078413"/>
          <p14:tracePt t="31125" x="2233613" y="5091113"/>
          <p14:tracePt t="31139" x="2043113" y="5091113"/>
          <p14:tracePt t="31156" x="1914525" y="5091113"/>
          <p14:tracePt t="31175" x="1747838" y="5091113"/>
          <p14:tracePt t="31191" x="1641475" y="5091113"/>
          <p14:tracePt t="31207" x="1547813" y="5102225"/>
          <p14:tracePt t="31211" x="1512888" y="5113338"/>
          <p14:tracePt t="31225" x="1452563" y="5113338"/>
          <p14:tracePt t="31240" x="1406525" y="5126038"/>
          <p14:tracePt t="31259" x="1322388" y="5149850"/>
          <p14:tracePt t="31274" x="1276350" y="5149850"/>
          <p14:tracePt t="31292" x="1204913" y="5149850"/>
          <p14:tracePt t="31309" x="1157288" y="5149850"/>
          <p14:tracePt t="31324" x="1122363" y="5149850"/>
          <p14:tracePt t="31326" x="1074738" y="5149850"/>
          <p14:tracePt t="31342" x="1039813" y="5149850"/>
          <p14:tracePt t="31357" x="992188" y="5149850"/>
          <p14:tracePt t="31374" x="957263" y="5149850"/>
          <p14:tracePt t="31377" x="944563" y="5149850"/>
          <p14:tracePt t="31392" x="909638" y="5149850"/>
          <p14:tracePt t="31407" x="898525" y="5149850"/>
          <p14:tracePt t="31425" x="862013" y="5149850"/>
          <p14:tracePt t="31441" x="850900" y="5149850"/>
          <p14:tracePt t="31458" x="827088" y="5149850"/>
          <p14:tracePt t="31474" x="814388" y="5149850"/>
          <p14:tracePt t="32071" x="827088" y="5149850"/>
          <p14:tracePt t="32086" x="874713" y="5149850"/>
          <p14:tracePt t="32110" x="981075" y="5149850"/>
          <p14:tracePt t="32112" x="1016000" y="5149850"/>
          <p14:tracePt t="32127" x="1087438" y="5160963"/>
          <p14:tracePt t="32144" x="1146175" y="5173663"/>
          <p14:tracePt t="32145" x="1169988" y="5173663"/>
          <p14:tracePt t="32161" x="1228725" y="5195888"/>
          <p14:tracePt t="32177" x="1287463" y="5208588"/>
          <p14:tracePt t="32195" x="1346200" y="5243513"/>
          <p14:tracePt t="32212" x="1370013" y="5243513"/>
          <p14:tracePt t="32229" x="1393825" y="5256213"/>
          <p14:tracePt t="32245" x="1417638" y="5256213"/>
          <p14:tracePt t="32264" x="1428750" y="5256213"/>
          <p14:tracePt t="32279" x="1441450" y="5256213"/>
          <p14:tracePt t="32477" x="1452563" y="5256213"/>
          <p14:tracePt t="32504" x="1500188" y="5267325"/>
          <p14:tracePt t="32523" x="1535113" y="5267325"/>
          <p14:tracePt t="32539" x="1547813" y="5267325"/>
          <p14:tracePt t="32556" x="1582738" y="5267325"/>
          <p14:tracePt t="32573" x="1606550" y="5267325"/>
          <p14:tracePt t="32590" x="1654175" y="5256213"/>
          <p14:tracePt t="32606" x="1701800" y="5256213"/>
          <p14:tracePt t="32624" x="1760538" y="5232400"/>
          <p14:tracePt t="32640" x="1795463" y="5219700"/>
          <p14:tracePt t="32656" x="1819275" y="5208588"/>
          <p14:tracePt t="32674" x="1890713" y="5195888"/>
          <p14:tracePt t="32689" x="1925638" y="5184775"/>
          <p14:tracePt t="32706" x="1960563" y="5173663"/>
          <p14:tracePt t="32708" x="1973263" y="5173663"/>
          <p14:tracePt t="32722" x="2043113" y="5173663"/>
          <p14:tracePt t="32739" x="2066925" y="5160963"/>
          <p14:tracePt t="32756" x="2138363" y="5149850"/>
          <p14:tracePt t="32773" x="2173288" y="5137150"/>
          <p14:tracePt t="32790" x="2220913" y="5126038"/>
          <p14:tracePt t="32792" x="2233613" y="5126038"/>
          <p14:tracePt t="32806" x="2268538" y="5126038"/>
          <p14:tracePt t="32824" x="2303463" y="5113338"/>
          <p14:tracePt t="32840" x="2351088" y="5113338"/>
          <p14:tracePt t="32856" x="2362200" y="5102225"/>
          <p14:tracePt t="32873" x="2398713" y="5091113"/>
          <p14:tracePt t="32890" x="2457450" y="5078413"/>
          <p14:tracePt t="32905" x="2492375" y="5067300"/>
          <p14:tracePt t="32923" x="2563813" y="5043488"/>
          <p14:tracePt t="32939" x="2622550" y="5043488"/>
          <p14:tracePt t="32956" x="2693988" y="5043488"/>
          <p14:tracePt t="32959" x="2728913" y="5043488"/>
          <p14:tracePt t="32972" x="2824163" y="5054600"/>
          <p14:tracePt t="32990" x="2917825" y="5067300"/>
          <p14:tracePt t="33006" x="3048000" y="5113338"/>
          <p14:tracePt t="33023" x="3143250" y="5126038"/>
          <p14:tracePt t="33040" x="3213100" y="5137150"/>
          <p14:tracePt t="33042" x="3260725" y="5137150"/>
          <p14:tracePt t="33056" x="3332163" y="5137150"/>
          <p14:tracePt t="33073" x="3402013" y="5137150"/>
          <p14:tracePt t="33090" x="3484563" y="5137150"/>
          <p14:tracePt t="33105" x="3508375" y="5137150"/>
          <p14:tracePt t="33601" x="3579813" y="5137150"/>
          <p14:tracePt t="33618" x="3662363" y="5137150"/>
          <p14:tracePt t="33636" x="3733800" y="5149850"/>
          <p14:tracePt t="33652" x="3862388" y="5160963"/>
          <p14:tracePt t="33670" x="3957638" y="5173663"/>
          <p14:tracePt t="33687" x="4075113" y="5184775"/>
          <p14:tracePt t="33702" x="4111625" y="5184775"/>
          <p14:tracePt t="33720" x="4146550" y="5184775"/>
          <p14:tracePt t="33721" x="4159250" y="5184775"/>
          <p14:tracePt t="33736" x="4181475" y="5184775"/>
          <p14:tracePt t="33753" x="4194175" y="5184775"/>
          <p14:tracePt t="33769" x="4205288" y="5184775"/>
          <p14:tracePt t="33770" x="4217988" y="5184775"/>
          <p14:tracePt t="33786" x="4241800" y="5173663"/>
          <p14:tracePt t="33802" x="4265613" y="5173663"/>
          <p14:tracePt t="33820" x="4311650" y="5160963"/>
          <p14:tracePt t="33836" x="4359275" y="5160963"/>
          <p14:tracePt t="33852" x="4406900" y="5160963"/>
          <p14:tracePt t="33853" x="4418013" y="5160963"/>
          <p14:tracePt t="33870" x="4454525" y="5160963"/>
          <p14:tracePt t="33888" x="4500563" y="5173663"/>
          <p14:tracePt t="33889" x="4524375" y="5173663"/>
          <p14:tracePt t="33904" x="4572000" y="5173663"/>
          <p14:tracePt t="33922" x="4643438" y="5173663"/>
          <p14:tracePt t="33923" x="4689475" y="5173663"/>
          <p14:tracePt t="33936" x="4760913" y="5173663"/>
          <p14:tracePt t="33952" x="4832350" y="5173663"/>
          <p14:tracePt t="33969" x="4914900" y="5173663"/>
          <p14:tracePt t="33986" x="5021263" y="5173663"/>
          <p14:tracePt t="34003" x="5103813" y="5160963"/>
          <p14:tracePt t="34020" x="5162550" y="5160963"/>
          <p14:tracePt t="34383" x="5303838" y="5149850"/>
          <p14:tracePt t="34399" x="5457825" y="5137150"/>
          <p14:tracePt t="34417" x="5659438" y="5126038"/>
          <p14:tracePt t="34433" x="5811838" y="5102225"/>
          <p14:tracePt t="34451" x="6013450" y="5078413"/>
          <p14:tracePt t="34467" x="6143625" y="5078413"/>
          <p14:tracePt t="34485" x="6308725" y="5067300"/>
          <p14:tracePt t="34486" x="6380163" y="5067300"/>
          <p14:tracePt t="34501" x="6556375" y="5067300"/>
          <p14:tracePt t="34516" x="6675438" y="5067300"/>
          <p14:tracePt t="34533" x="6781800" y="5067300"/>
          <p14:tracePt t="34534" x="6827838" y="5067300"/>
          <p14:tracePt t="34549" x="6899275" y="5067300"/>
          <p14:tracePt t="34567" x="6934200" y="5067300"/>
          <p14:tracePt t="34568" x="6958013" y="5067300"/>
          <p14:tracePt t="34599" x="7005638" y="5054600"/>
          <p14:tracePt t="34617" x="7029450" y="5043488"/>
          <p14:tracePt t="34652" x="7040563" y="5043488"/>
          <p14:tracePt t="35368" x="7053263" y="5043488"/>
          <p14:tracePt t="35386" x="7064375" y="5043488"/>
          <p14:tracePt t="35420" x="7112000" y="5043488"/>
          <p14:tracePt t="35438" x="7135813" y="5043488"/>
          <p14:tracePt t="35454" x="7159625" y="5043488"/>
          <p14:tracePt t="35471" x="7183438" y="5043488"/>
          <p14:tracePt t="35504" x="7207250" y="5043488"/>
          <p14:tracePt t="35521" x="7229475" y="5043488"/>
          <p14:tracePt t="35537" x="7253288" y="5043488"/>
          <p14:tracePt t="35553" x="7277100" y="5043488"/>
          <p14:tracePt t="35570" x="7335838" y="5043488"/>
          <p14:tracePt t="35587" x="7348538" y="5043488"/>
          <p14:tracePt t="35604" x="7396163" y="5043488"/>
          <p14:tracePt t="35621" x="7418388" y="5043488"/>
          <p14:tracePt t="35654" x="7431088" y="5043488"/>
          <p14:tracePt t="35670" x="7442200" y="5043488"/>
          <p14:tracePt t="36352" x="7407275" y="5054600"/>
          <p14:tracePt t="36370" x="7359650" y="5091113"/>
          <p14:tracePt t="36403" x="7253288" y="5149850"/>
          <p14:tracePt t="36424" x="7170738" y="5173663"/>
          <p14:tracePt t="36438" x="7135813" y="5195888"/>
          <p14:tracePt t="36455" x="7088188" y="5219700"/>
          <p14:tracePt t="36472" x="7005638" y="5243513"/>
          <p14:tracePt t="36488" x="6958013" y="5267325"/>
          <p14:tracePt t="36505" x="6888163" y="5280025"/>
          <p14:tracePt t="36506" x="6864350" y="5280025"/>
          <p14:tracePt t="36521" x="6816725" y="5291138"/>
          <p14:tracePt t="36538" x="6769100" y="5314950"/>
          <p14:tracePt t="36555" x="6686550" y="5338763"/>
          <p14:tracePt t="36571" x="6627813" y="5362575"/>
          <p14:tracePt t="36587" x="6556375" y="5386388"/>
          <p14:tracePt t="36588" x="6532563" y="5386388"/>
          <p14:tracePt t="36604" x="6486525" y="5421313"/>
          <p14:tracePt t="36622" x="6462713" y="5432425"/>
          <p14:tracePt t="37008" x="6391275" y="5468938"/>
          <p14:tracePt t="37028" x="6072188" y="5621338"/>
          <p14:tracePt t="37044" x="5824538" y="5727700"/>
          <p14:tracePt t="37062" x="5422900" y="5857875"/>
          <p14:tracePt t="37079" x="5151438" y="5929313"/>
          <p14:tracePt t="37094" x="4867275" y="5988050"/>
          <p14:tracePt t="37095" x="4713288" y="6022975"/>
          <p14:tracePt t="37111" x="4476750" y="6059488"/>
          <p14:tracePt t="37129" x="4335463" y="6105525"/>
          <p14:tracePt t="37130" x="4276725" y="6118225"/>
          <p14:tracePt t="37146" x="4217988" y="6142038"/>
          <p14:tracePt t="37162" x="4170363" y="6153150"/>
          <p14:tracePt t="37181" x="4111625" y="6188075"/>
          <p14:tracePt t="37195" x="4075113" y="6224588"/>
          <p14:tracePt t="37212" x="4029075" y="6248400"/>
          <p14:tracePt t="37213" x="4005263" y="6270625"/>
          <p14:tracePt t="37228" x="3992563" y="6294438"/>
          <p14:tracePt t="37245" x="3957638" y="6318250"/>
          <p14:tracePt t="37262" x="3922713" y="6354763"/>
          <p14:tracePt t="37278" x="3910013" y="6376988"/>
          <p14:tracePt t="37295" x="3898900" y="6376988"/>
          <p14:tracePt t="37311" x="3886200" y="6389688"/>
          <p14:tracePt t="37368" x="3875088" y="6389688"/>
          <p14:tracePt t="37414" x="3862388" y="6389688"/>
          <p14:tracePt t="37493" x="3862388" y="6376988"/>
          <p14:tracePt t="37512" x="3862388" y="6365875"/>
          <p14:tracePt t="37649" x="3862388" y="6376988"/>
          <p14:tracePt t="37664" x="3875088" y="6376988"/>
          <p14:tracePt t="37727" x="3886200" y="6376988"/>
          <p14:tracePt t="37744" x="3886200" y="6365875"/>
          <p14:tracePt t="37779" x="3898900" y="6365875"/>
          <p14:tracePt t="37821" x="3910013" y="6365875"/>
          <p14:tracePt t="37845" x="3981450" y="6342063"/>
          <p14:tracePt t="37862" x="4016375" y="6330950"/>
          <p14:tracePt t="37878" x="4029075" y="6318250"/>
          <p14:tracePt t="37894" x="4064000" y="6318250"/>
          <p14:tracePt t="37912" x="4087813" y="6318250"/>
          <p14:tracePt t="37944" x="4098925" y="6307138"/>
          <p14:tracePt t="37963" x="4122738" y="6294438"/>
          <p14:tracePt t="37980" x="4146550" y="6283325"/>
          <p14:tracePt t="37997" x="4159250" y="6270625"/>
          <p14:tracePt t="37998" x="4170363" y="6259513"/>
          <p14:tracePt t="38012" x="4181475" y="6259513"/>
          <p14:tracePt t="38029" x="4194175" y="6248400"/>
          <p14:tracePt t="38046" x="4205288" y="6248400"/>
          <p14:tracePt t="38063" x="4217988" y="6248400"/>
          <p14:tracePt t="38149" x="4217988" y="6235700"/>
          <p14:tracePt t="38164" x="4229100" y="6224588"/>
          <p14:tracePt t="38196" x="4241800" y="6188075"/>
          <p14:tracePt t="38213" x="4276725" y="6165850"/>
          <p14:tracePt t="38229" x="4287838" y="6129338"/>
          <p14:tracePt t="38246" x="4300538" y="6094413"/>
          <p14:tracePt t="38247" x="4300538" y="6081713"/>
          <p14:tracePt t="38278" x="4311650" y="6046788"/>
          <p14:tracePt t="38295" x="4324350" y="6022975"/>
          <p14:tracePt t="38311" x="4348163" y="5999163"/>
          <p14:tracePt t="38329" x="4348163" y="5976938"/>
          <p14:tracePt t="38345" x="4359275" y="5953125"/>
          <p14:tracePt t="38385" x="4359275" y="5940425"/>
          <p14:tracePt t="38412" x="4370388" y="5929313"/>
          <p14:tracePt t="38429" x="4370388" y="5916613"/>
          <p14:tracePt t="38447" x="4383088" y="5905500"/>
          <p14:tracePt t="38452" x="4394200" y="5892800"/>
          <p14:tracePt t="38464" x="4406900" y="5881688"/>
          <p14:tracePt t="38480" x="4418013" y="5870575"/>
          <p14:tracePt t="38497" x="4430713" y="5846763"/>
          <p14:tracePt t="38501" x="4430713" y="5834063"/>
          <p14:tracePt t="38512" x="4441825" y="5834063"/>
          <p14:tracePt t="38531" x="4441825" y="5822950"/>
          <p14:tracePt t="38534" x="4454525" y="5822950"/>
          <p14:tracePt t="38602" x="4454525" y="5810250"/>
          <p14:tracePt t="38632" x="4465638" y="5799138"/>
          <p14:tracePt t="38648" x="4465638" y="5786438"/>
          <p14:tracePt t="38680" x="4489450" y="5751513"/>
          <p14:tracePt t="38695" x="4500563" y="5740400"/>
          <p14:tracePt t="38714" x="4513263" y="5740400"/>
          <p14:tracePt t="38731" x="4513263" y="5727700"/>
          <p14:tracePt t="38747" x="4513263" y="5716588"/>
          <p14:tracePt t="38751" x="4513263" y="5703888"/>
          <p14:tracePt t="38805" x="4513263" y="5692775"/>
          <p14:tracePt t="38821" x="4513263" y="5681663"/>
          <p14:tracePt t="38847" x="4548188" y="5668963"/>
          <p14:tracePt t="38863" x="4560888" y="5668963"/>
          <p14:tracePt t="38880" x="4572000" y="5668963"/>
          <p14:tracePt t="38896" x="4583113" y="5668963"/>
          <p14:tracePt t="38929" x="4595813" y="5668963"/>
          <p14:tracePt t="38946" x="4606925" y="5657850"/>
          <p14:tracePt t="38964" x="4630738" y="5657850"/>
          <p14:tracePt t="38981" x="4654550" y="5657850"/>
          <p14:tracePt t="38996" x="4667250" y="5657850"/>
          <p14:tracePt t="39013" x="4689475" y="5657850"/>
          <p14:tracePt t="39029" x="4713288" y="5657850"/>
          <p14:tracePt t="39047" x="4749800" y="5657850"/>
          <p14:tracePt t="39062" x="4795838" y="5657850"/>
          <p14:tracePt t="39080" x="4832350" y="5657850"/>
          <p14:tracePt t="39082" x="4843463" y="5657850"/>
          <p14:tracePt t="39096" x="4867275" y="5657850"/>
          <p14:tracePt t="39113" x="4902200" y="5657850"/>
          <p14:tracePt t="39130" x="4938713" y="5657850"/>
          <p14:tracePt t="39147" x="4962525" y="5657850"/>
          <p14:tracePt t="39162" x="4984750" y="5645150"/>
          <p14:tracePt t="39179" x="4997450" y="5621338"/>
          <p14:tracePt t="39197" x="5021263" y="5610225"/>
          <p14:tracePt t="39214" x="5045075" y="5610225"/>
          <p14:tracePt t="39232" x="5068888" y="5610225"/>
          <p14:tracePt t="39235" x="5080000" y="5610225"/>
          <p14:tracePt t="39246" x="5103813" y="5610225"/>
          <p14:tracePt t="39249" x="5114925" y="5610225"/>
          <p14:tracePt t="39263" x="5138738" y="5610225"/>
          <p14:tracePt t="39280" x="5162550" y="5610225"/>
          <p14:tracePt t="39312" x="5175250" y="5597525"/>
          <p14:tracePt t="39328" x="5210175" y="5597525"/>
          <p14:tracePt t="39345" x="5292725" y="5575300"/>
          <p14:tracePt t="39363" x="5375275" y="5551488"/>
          <p14:tracePt t="39379" x="5446713" y="5538788"/>
          <p14:tracePt t="39382" x="5481638" y="5538788"/>
          <p14:tracePt t="39396" x="5564188" y="5527675"/>
          <p14:tracePt t="39413" x="5622925" y="5527675"/>
          <p14:tracePt t="39416" x="5659438" y="5527675"/>
          <p14:tracePt t="39422" x="5694363" y="5527675"/>
          <p14:tracePt t="39447" x="5811838" y="5527675"/>
          <p14:tracePt t="39464" x="5942013" y="5538788"/>
          <p14:tracePt t="39479" x="6037263" y="5562600"/>
          <p14:tracePt t="39497" x="6130925" y="5575300"/>
          <p14:tracePt t="39867" x="5553075" y="5562600"/>
          <p14:tracePt t="39886" x="4808538" y="5562600"/>
          <p14:tracePt t="39904" x="4406900" y="5562600"/>
          <p14:tracePt t="39920" x="4122738" y="5562600"/>
          <p14:tracePt t="39922" x="4029075" y="5586413"/>
          <p14:tracePt t="39936" x="3898900" y="5586413"/>
          <p14:tracePt t="39953" x="3827463" y="5586413"/>
          <p14:tracePt t="39970" x="3744913" y="5586413"/>
          <p14:tracePt t="39987" x="3709988" y="5597525"/>
          <p14:tracePt t="40004" x="3673475" y="5610225"/>
          <p14:tracePt t="40006" x="3662363" y="5610225"/>
          <p14:tracePt t="40019" x="3651250" y="5610225"/>
          <p14:tracePt t="40020" x="3651250" y="5621338"/>
          <p14:tracePt t="40036" x="3638550" y="5621338"/>
          <p14:tracePt t="40053" x="3627438" y="5621338"/>
          <p14:tracePt t="40070" x="3614738" y="5621338"/>
          <p14:tracePt t="40118" x="3603625" y="5621338"/>
          <p14:tracePt t="40136" x="3579813" y="5621338"/>
          <p14:tracePt t="40153" x="3556000" y="5621338"/>
          <p14:tracePt t="40171" x="3449638" y="5610225"/>
          <p14:tracePt t="40187" x="3354388" y="5575300"/>
          <p14:tracePt t="40204" x="3271838" y="5562600"/>
          <p14:tracePt t="40221" x="3106738" y="5538788"/>
          <p14:tracePt t="40236" x="2976563" y="5514975"/>
          <p14:tracePt t="40254" x="2870200" y="5514975"/>
          <p14:tracePt t="40255" x="2800350" y="5514975"/>
          <p14:tracePt t="40270" x="2693988" y="5514975"/>
          <p14:tracePt t="40287" x="2587625" y="5514975"/>
          <p14:tracePt t="40289" x="2528888" y="5514975"/>
          <p14:tracePt t="40303" x="2444750" y="5527675"/>
          <p14:tracePt t="40318" x="2362200" y="5538788"/>
          <p14:tracePt t="40335" x="2292350" y="5538788"/>
          <p14:tracePt t="40352" x="2173288" y="5562600"/>
          <p14:tracePt t="40369" x="2127250" y="5562600"/>
          <p14:tracePt t="40386" x="2055813" y="5562600"/>
          <p14:tracePt t="40402" x="2032000" y="5562600"/>
          <p14:tracePt t="40436" x="2020888" y="5575300"/>
          <p14:tracePt t="40455" x="2066925" y="5597525"/>
          <p14:tracePt t="40680" x="1960563" y="5597525"/>
          <p14:tracePt t="40696" x="1725613" y="5597525"/>
          <p14:tracePt t="40726" x="1382713" y="5597525"/>
          <p14:tracePt t="40727" x="1335088" y="5597525"/>
          <p14:tracePt t="40742" x="1217613" y="5597525"/>
          <p14:tracePt t="40763" x="1087438" y="5597525"/>
          <p14:tracePt t="40777" x="1004888" y="5586413"/>
          <p14:tracePt t="40793" x="944563" y="5575300"/>
          <p14:tracePt t="40810" x="874713" y="5562600"/>
          <p14:tracePt t="40826" x="838200" y="5551488"/>
          <p14:tracePt t="40842" x="803275" y="5551488"/>
          <p14:tracePt t="40863" x="768350" y="5551488"/>
          <p14:tracePt t="40876" x="755650" y="5551488"/>
          <p14:tracePt t="40894" x="755650" y="5527675"/>
          <p14:tracePt t="40910" x="814388" y="5514975"/>
          <p14:tracePt t="40926" x="992188" y="5468938"/>
          <p14:tracePt t="40929" x="1111250" y="5445125"/>
          <p14:tracePt t="40943" x="1512888" y="5373688"/>
          <p14:tracePt t="40961" x="1973263" y="5291138"/>
          <p14:tracePt t="40964" x="2162175" y="5267325"/>
          <p14:tracePt t="40976" x="2492375" y="5256213"/>
          <p14:tracePt t="40992" x="2824163" y="5232400"/>
          <p14:tracePt t="41010" x="3082925" y="5232400"/>
          <p14:tracePt t="41013" x="3225800" y="5232400"/>
          <p14:tracePt t="41027" x="3497263" y="5243513"/>
          <p14:tracePt t="41043" x="3686175" y="5243513"/>
          <p14:tracePt t="41059" x="3816350" y="5243513"/>
          <p14:tracePt t="41061" x="3886200" y="5256213"/>
          <p14:tracePt t="41076" x="4016375" y="5267325"/>
          <p14:tracePt t="41092" x="4159250" y="5280025"/>
          <p14:tracePt t="41109" x="4335463" y="5302250"/>
          <p14:tracePt t="41126" x="4430713" y="5314950"/>
          <p14:tracePt t="41144" x="4513263" y="5326063"/>
          <p14:tracePt t="41158" x="4548188" y="5338763"/>
          <p14:tracePt t="41175" x="4572000" y="5349875"/>
          <p14:tracePt t="41178" x="4583113" y="5349875"/>
          <p14:tracePt t="41209" x="4537075" y="5373688"/>
          <p14:tracePt t="41226" x="4383088" y="5408613"/>
          <p14:tracePt t="41242" x="4229100" y="5432425"/>
          <p14:tracePt t="41260" x="4098925" y="5468938"/>
          <p14:tracePt t="41262" x="4064000" y="5468938"/>
          <p14:tracePt t="41276" x="3957638" y="5480050"/>
          <p14:tracePt t="41293" x="3851275" y="5480050"/>
          <p14:tracePt t="41310" x="3521075" y="5480050"/>
          <p14:tracePt t="41326" x="3236913" y="5480050"/>
          <p14:tracePt t="41342" x="2882900" y="5480050"/>
          <p14:tracePt t="41344" x="2717800" y="5480050"/>
          <p14:tracePt t="41358" x="2433638" y="5468938"/>
          <p14:tracePt t="41376" x="2292350" y="5468938"/>
          <p14:tracePt t="41392" x="2162175" y="5468938"/>
          <p14:tracePt t="41393" x="2127250" y="5468938"/>
          <p14:tracePt t="41408" x="2066925" y="5468938"/>
          <p14:tracePt t="41426" x="2020888" y="5468938"/>
          <p14:tracePt t="41430" x="2008188" y="5468938"/>
          <p14:tracePt t="41442" x="1984375" y="5468938"/>
          <p14:tracePt t="41460" x="1949450" y="5468938"/>
          <p14:tracePt t="41475" x="1936750" y="5468938"/>
          <p14:tracePt t="41524" x="1949450" y="5468938"/>
          <p14:tracePt t="41525" x="1960563" y="5480050"/>
          <p14:tracePt t="41542" x="1973263" y="5491163"/>
          <p14:tracePt t="41559" x="1984375" y="5491163"/>
          <p14:tracePt t="42055" x="1997075" y="5491163"/>
          <p14:tracePt t="42075" x="2055813" y="5491163"/>
          <p14:tracePt t="42107" x="2185988" y="5468938"/>
          <p14:tracePt t="42124" x="2362200" y="5456238"/>
          <p14:tracePt t="42141" x="2528888" y="5456238"/>
          <p14:tracePt t="42146" x="2635250" y="5456238"/>
          <p14:tracePt t="42157" x="2800350" y="5456238"/>
          <p14:tracePt t="42174" x="2965450" y="5456238"/>
          <p14:tracePt t="42191" x="3165475" y="5456238"/>
          <p14:tracePt t="42193" x="3236913" y="5456238"/>
          <p14:tracePt t="42207" x="3402013" y="5456238"/>
          <p14:tracePt t="42224" x="3532188" y="5456238"/>
          <p14:tracePt t="42242" x="3673475" y="5456238"/>
          <p14:tracePt t="42258" x="3757613" y="5456238"/>
          <p14:tracePt t="42275" x="3851275" y="5456238"/>
          <p14:tracePt t="42294" x="3910013" y="5456238"/>
          <p14:tracePt t="42307" x="3981450" y="5456238"/>
          <p14:tracePt t="42324" x="4087813" y="5445125"/>
          <p14:tracePt t="42341" x="4135438" y="5445125"/>
          <p14:tracePt t="42345" x="4159250" y="5445125"/>
          <p14:tracePt t="42356" x="4181475" y="5445125"/>
          <p14:tracePt t="42373" x="4241800" y="5445125"/>
          <p14:tracePt t="42389" x="4287838" y="5445125"/>
          <p14:tracePt t="42406" x="4370388" y="5445125"/>
          <p14:tracePt t="42424" x="4406900" y="5456238"/>
          <p14:tracePt t="42759" x="4667250" y="5456238"/>
          <p14:tracePt t="42776" x="5068888" y="5456238"/>
          <p14:tracePt t="42806" x="5470525" y="5456238"/>
          <p14:tracePt t="42823" x="5670550" y="5456238"/>
          <p14:tracePt t="42841" x="5776913" y="5456238"/>
          <p14:tracePt t="42858" x="5907088" y="5456238"/>
          <p14:tracePt t="42874" x="5965825" y="5456238"/>
          <p14:tracePt t="42892" x="6024563" y="5456238"/>
          <p14:tracePt t="42893" x="6048375" y="5456238"/>
          <p14:tracePt t="42908" x="6084888" y="5456238"/>
          <p14:tracePt t="42924" x="6107113" y="5456238"/>
          <p14:tracePt t="43274" x="6273800" y="5456238"/>
          <p14:tracePt t="43290" x="6415088" y="5456238"/>
          <p14:tracePt t="43309" x="6580188" y="5456238"/>
          <p14:tracePt t="43325" x="6675438" y="5456238"/>
          <p14:tracePt t="43342" x="6757988" y="5456238"/>
          <p14:tracePt t="43344" x="6805613" y="5456238"/>
          <p14:tracePt t="43359" x="6888163" y="5456238"/>
          <p14:tracePt t="43375" x="6981825" y="5456238"/>
          <p14:tracePt t="43392" x="7077075" y="5456238"/>
          <p14:tracePt t="43393" x="7112000" y="5456238"/>
          <p14:tracePt t="43407" x="7170738" y="5456238"/>
          <p14:tracePt t="43424" x="7218363" y="5456238"/>
          <p14:tracePt t="43444" x="7277100" y="5468938"/>
          <p14:tracePt t="43458" x="7300913" y="5468938"/>
          <p14:tracePt t="43476" x="7335838" y="5468938"/>
          <p14:tracePt t="43509" x="7359650" y="5468938"/>
          <p14:tracePt t="43588" x="7335838" y="5468938"/>
          <p14:tracePt t="43607" x="7159625" y="5468938"/>
          <p14:tracePt t="43625" x="6910388" y="5480050"/>
          <p14:tracePt t="43643" x="6508750" y="5503863"/>
          <p14:tracePt t="43658" x="6249988" y="5527675"/>
          <p14:tracePt t="43675" x="6000750" y="5538788"/>
          <p14:tracePt t="43677" x="5883275" y="5538788"/>
          <p14:tracePt t="43692" x="5729288" y="5538788"/>
          <p14:tracePt t="43707" x="5611813" y="5538788"/>
          <p14:tracePt t="43724" x="5529263" y="5538788"/>
          <p14:tracePt t="43741" x="5457825" y="5514975"/>
          <p14:tracePt t="43758" x="5434013" y="5503863"/>
          <p14:tracePt t="43775" x="5386388" y="5491163"/>
          <p14:tracePt t="43791" x="5364163" y="5480050"/>
          <p14:tracePt t="43808" x="5364163" y="5456238"/>
          <p14:tracePt t="43809" x="5364163" y="5445125"/>
          <p14:tracePt t="43824" x="5364163" y="5421313"/>
          <p14:tracePt t="43840" x="5364163" y="5408613"/>
          <p14:tracePt t="43858" x="5364163" y="5373688"/>
          <p14:tracePt t="43874" x="5386388" y="5349875"/>
          <p14:tracePt t="43892" x="5446713" y="5338763"/>
          <p14:tracePt t="43893" x="5481638" y="5338763"/>
          <p14:tracePt t="43909" x="5635625" y="5338763"/>
          <p14:tracePt t="43924" x="5848350" y="5338763"/>
          <p14:tracePt t="43942" x="6319838" y="5349875"/>
          <p14:tracePt t="43957" x="6627813" y="5349875"/>
          <p14:tracePt t="43974" x="6840538" y="5362575"/>
          <p14:tracePt t="43991" x="7159625" y="5373688"/>
          <p14:tracePt t="44008" x="7313613" y="5397500"/>
          <p14:tracePt t="44026" x="7537450" y="5408613"/>
          <p14:tracePt t="44040" x="7678738" y="5421313"/>
          <p14:tracePt t="44057" x="7808913" y="5445125"/>
          <p14:tracePt t="44074" x="7962900" y="5456238"/>
          <p14:tracePt t="44090" x="8045450" y="5468938"/>
          <p14:tracePt t="44108" x="8175625" y="5480050"/>
          <p14:tracePt t="44124" x="8258175" y="5503863"/>
          <p14:tracePt t="44142" x="8316913" y="5527675"/>
          <p14:tracePt t="44142" x="8340725" y="5538788"/>
          <p14:tracePt t="44157" x="8388350" y="5538788"/>
          <p14:tracePt t="44173" x="8423275" y="5551488"/>
          <p14:tracePt t="44191" x="8458200" y="5562600"/>
          <p14:tracePt t="44208" x="8458200" y="5575300"/>
          <p14:tracePt t="44224" x="8458200" y="5586413"/>
          <p14:tracePt t="44243" x="8423275" y="5597525"/>
          <p14:tracePt t="44259" x="8316913" y="5610225"/>
          <p14:tracePt t="44261" x="8199438" y="5610225"/>
          <p14:tracePt t="44275" x="7891463" y="5610225"/>
          <p14:tracePt t="44292" x="7478713" y="5610225"/>
          <p14:tracePt t="44296" x="7242175" y="5597525"/>
          <p14:tracePt t="44308" x="7029450" y="5597525"/>
          <p14:tracePt t="44311" x="6840538" y="5586413"/>
          <p14:tracePt t="44325" x="6438900" y="5586413"/>
          <p14:tracePt t="44342" x="6084888" y="5562600"/>
          <p14:tracePt t="44344" x="5918200" y="5562600"/>
          <p14:tracePt t="44361" x="5611813" y="5562600"/>
          <p14:tracePt t="44375" x="5351463" y="5562600"/>
          <p14:tracePt t="44392" x="5151438" y="5562600"/>
          <p14:tracePt t="44396" x="5103813" y="5562600"/>
          <p14:tracePt t="44408" x="4997450" y="5562600"/>
          <p14:tracePt t="44424" x="4902200" y="5562600"/>
          <p14:tracePt t="44441" x="4773613" y="5562600"/>
          <p14:tracePt t="44459" x="4713288" y="5562600"/>
          <p14:tracePt t="44462" x="4689475" y="5562600"/>
          <p14:tracePt t="44474" x="4667250" y="5562600"/>
          <p14:tracePt t="44492" x="4630738" y="5562600"/>
          <p14:tracePt t="44526" x="4572000" y="5586413"/>
          <p14:tracePt t="44543" x="4560888" y="5586413"/>
          <p14:tracePt t="44546" x="4548188" y="5586413"/>
          <p14:tracePt t="44559" x="4537075" y="5586413"/>
          <p14:tracePt t="44576" x="4524375" y="5586413"/>
          <p14:tracePt t="44609" x="4560888" y="5586413"/>
          <p14:tracePt t="44626" x="4667250" y="5586413"/>
          <p14:tracePt t="44629" x="4760913" y="5586413"/>
          <p14:tracePt t="44642" x="4878388" y="5586413"/>
          <p14:tracePt t="44660" x="5351463" y="5551488"/>
          <p14:tracePt t="44677" x="5718175" y="5514975"/>
          <p14:tracePt t="44678" x="5883275" y="5491163"/>
          <p14:tracePt t="44692" x="6237288" y="5480050"/>
          <p14:tracePt t="44709" x="6569075" y="5445125"/>
          <p14:tracePt t="44725" x="6981825" y="5373688"/>
          <p14:tracePt t="44742" x="7207250" y="5349875"/>
          <p14:tracePt t="44758" x="7418388" y="5338763"/>
          <p14:tracePt t="44761" x="7513638" y="5338763"/>
          <p14:tracePt t="44777" x="7715250" y="5338763"/>
          <p14:tracePt t="44792" x="7880350" y="5338763"/>
          <p14:tracePt t="44813" x="8175625" y="5362575"/>
          <p14:tracePt t="44817" x="8293100" y="5362575"/>
          <p14:tracePt t="44825" x="8388350" y="5362575"/>
          <p14:tracePt t="44843" x="8588375" y="5373688"/>
          <p14:tracePt t="44845" x="8659813" y="5386388"/>
          <p14:tracePt t="44862" x="8789988" y="5408613"/>
          <p14:tracePt t="44866" x="8848725" y="5408613"/>
          <p14:tracePt t="44875" x="8883650" y="5421313"/>
          <p14:tracePt t="44892" x="9013825" y="5432425"/>
          <p14:tracePt t="44909" x="9109075" y="5445125"/>
          <p14:tracePt t="44918" x="9144000" y="5445125"/>
          <p14:tracePt t="44942" x="9261475" y="5456238"/>
          <p14:tracePt t="44959" x="9297988" y="5468938"/>
          <p14:tracePt t="44963" x="9321800" y="5468938"/>
          <p14:tracePt t="44977" x="9356725" y="5480050"/>
          <p14:tracePt t="44992" x="9367838" y="5491163"/>
          <p14:tracePt t="45010" x="9380538" y="5491163"/>
          <p14:tracePt t="45012" x="9391650" y="5491163"/>
          <p14:tracePt t="45026" x="9415463" y="5491163"/>
          <p14:tracePt t="45042" x="9428163" y="5491163"/>
          <p14:tracePt t="45060" x="9463088" y="5491163"/>
          <p14:tracePt t="45587" x="9450388" y="5491163"/>
          <p14:tracePt t="45605" x="9439275" y="5491163"/>
          <p14:tracePt t="45639" x="9415463" y="5480050"/>
          <p14:tracePt t="45656" x="9391650" y="5468938"/>
          <p14:tracePt t="45672" x="9356725" y="5468938"/>
          <p14:tracePt t="45690" x="9297988" y="5456238"/>
          <p14:tracePt t="45692" x="9261475" y="5456238"/>
          <p14:tracePt t="45706" x="9202738" y="5456238"/>
          <p14:tracePt t="45723" x="9132888" y="5456238"/>
          <p14:tracePt t="45739" x="9048750" y="5456238"/>
          <p14:tracePt t="45756" x="9002713" y="5456238"/>
          <p14:tracePt t="45775" x="8931275" y="5468938"/>
          <p14:tracePt t="45806" x="8813800" y="5480050"/>
          <p14:tracePt t="45823" x="8753475" y="5480050"/>
          <p14:tracePt t="45840" x="8707438" y="5491163"/>
          <p14:tracePt t="45857" x="8670925" y="5503863"/>
          <p14:tracePt t="45858" x="8647113" y="5503863"/>
          <p14:tracePt t="45875" x="8601075" y="5514975"/>
          <p14:tracePt t="45889" x="8577263" y="5527675"/>
          <p14:tracePt t="45906" x="8518525" y="5538788"/>
          <p14:tracePt t="45922" x="8482013" y="5538788"/>
          <p14:tracePt t="45940" x="8458200" y="5538788"/>
          <p14:tracePt t="45942" x="8447088" y="5538788"/>
          <p14:tracePt t="45956" x="8399463" y="5538788"/>
          <p14:tracePt t="45973" x="8340725" y="5538788"/>
          <p14:tracePt t="45990" x="8175625" y="5551488"/>
          <p14:tracePt t="46006" x="8069263" y="5551488"/>
          <p14:tracePt t="46024" x="7915275" y="5562600"/>
          <p14:tracePt t="46056" x="7715250" y="5575300"/>
          <p14:tracePt t="46074" x="7524750" y="5610225"/>
          <p14:tracePt t="46525" x="7146925" y="5597525"/>
          <p14:tracePt t="46544" x="6946900" y="5586413"/>
          <p14:tracePt t="46578" x="6686550" y="5538788"/>
          <p14:tracePt t="46594" x="6532563" y="5538788"/>
          <p14:tracePt t="46611" x="6343650" y="5551488"/>
          <p14:tracePt t="46628" x="6072188" y="5586413"/>
          <p14:tracePt t="46630" x="5907088" y="5597525"/>
          <p14:tracePt t="46645" x="5564188" y="5634038"/>
          <p14:tracePt t="46660" x="5257800" y="5668963"/>
          <p14:tracePt t="46678" x="4891088" y="5703888"/>
          <p14:tracePt t="46694" x="4749800" y="5727700"/>
          <p14:tracePt t="46711" x="4654550" y="5740400"/>
          <p14:tracePt t="46712" x="4595813" y="5740400"/>
          <p14:tracePt t="46727" x="4524375" y="5751513"/>
          <p14:tracePt t="46743" x="4418013" y="5764213"/>
          <p14:tracePt t="46762" x="4265613" y="5786438"/>
          <p14:tracePt t="46777" x="4194175" y="5822950"/>
          <p14:tracePt t="46796" x="4135438" y="5857875"/>
          <p14:tracePt t="46811" x="4111625" y="5857875"/>
          <p14:tracePt t="47134" x="3957638" y="5857875"/>
          <p14:tracePt t="47151" x="3367088" y="5905500"/>
          <p14:tracePt t="47169" x="3013075" y="5964238"/>
          <p14:tracePt t="47171" x="2870200" y="5988050"/>
          <p14:tracePt t="47185" x="2551113" y="6035675"/>
          <p14:tracePt t="47202" x="2197100" y="6081713"/>
          <p14:tracePt t="47219" x="1665288" y="6153150"/>
          <p14:tracePt t="47234" x="1370013" y="6211888"/>
          <p14:tracePt t="47251" x="1087438" y="6259513"/>
          <p14:tracePt t="47252" x="981075" y="6283325"/>
          <p14:tracePt t="47268" x="827088" y="6307138"/>
          <p14:tracePt t="47284" x="720725" y="6342063"/>
          <p14:tracePt t="47301" x="661988" y="6354763"/>
          <p14:tracePt t="47301" x="614363" y="6365875"/>
          <p14:tracePt t="47317" x="555625" y="6389688"/>
          <p14:tracePt t="47334" x="508000" y="6413500"/>
          <p14:tracePt t="47711" x="496888" y="6424613"/>
          <p14:tracePt t="47726" x="496888" y="6437313"/>
          <p14:tracePt t="47751" x="542925" y="6437313"/>
          <p14:tracePt t="47768" x="638175" y="6461125"/>
          <p14:tracePt t="47785" x="731838" y="6461125"/>
          <p14:tracePt t="47803" x="885825" y="6472238"/>
          <p14:tracePt t="47819" x="981075" y="6483350"/>
          <p14:tracePt t="47836" x="1098550" y="6496050"/>
          <p14:tracePt t="47852" x="1157288" y="6496050"/>
          <p14:tracePt t="47869" x="1204913" y="6496050"/>
          <p14:tracePt t="47871" x="1228725" y="6496050"/>
          <p14:tracePt t="47885" x="1252538" y="6496050"/>
          <p14:tracePt t="47903" x="1276350" y="6496050"/>
          <p14:tracePt t="47920" x="1311275" y="6496050"/>
          <p14:tracePt t="47934" x="1335088" y="6496050"/>
          <p14:tracePt t="47952" x="1358900" y="6507163"/>
          <p14:tracePt t="47954" x="1370013" y="6507163"/>
          <p14:tracePt t="47968" x="1406525" y="6519863"/>
          <p14:tracePt t="47984" x="1417638" y="6519863"/>
          <p14:tracePt t="48002" x="1428750" y="6530975"/>
          <p14:tracePt t="48004" x="1441450" y="6530975"/>
          <p14:tracePt t="48018" x="1452563" y="6543675"/>
          <p14:tracePt t="48035" x="1465263" y="6554788"/>
          <p14:tracePt t="48053" x="1489075" y="6565900"/>
          <p14:tracePt t="48086" x="1489075" y="6578600"/>
          <p14:tracePt t="48119" x="1489075" y="6589713"/>
          <p14:tracePt t="48152" x="1489075" y="6602413"/>
          <p14:tracePt t="48168" x="1489075" y="6613525"/>
          <p14:tracePt t="48169" x="1489075" y="6626225"/>
          <p14:tracePt t="48203" x="1489075" y="6637338"/>
          <p14:tracePt t="48219" x="1489075" y="6650038"/>
          <p14:tracePt t="48234" x="1489075" y="6661150"/>
          <p14:tracePt t="48268" x="1489075" y="6684963"/>
          <p14:tracePt t="48305" x="1489075" y="6708775"/>
          <p14:tracePt t="48319" x="1489075" y="6719888"/>
          <p14:tracePt t="48336" x="1489075" y="6732588"/>
          <p14:tracePt t="48354" x="1489075" y="6756400"/>
          <p14:tracePt t="48369" x="1489075" y="6778625"/>
          <p14:tracePt t="48386" x="1489075" y="6791325"/>
          <p14:tracePt t="48402" x="1489075" y="6802438"/>
          <p14:tracePt t="48435" x="1476375" y="6802438"/>
          <p14:tracePt t="48571" x="1489075" y="6802438"/>
          <p14:tracePt t="48587" x="1547813" y="6815138"/>
          <p14:tracePt t="48620" x="1701800" y="6838950"/>
          <p14:tracePt t="48623" x="1736725" y="6850063"/>
          <p14:tracePt t="48636" x="1819275" y="6861175"/>
          <p14:tracePt t="48652" x="1878013" y="6861175"/>
          <p14:tracePt t="48668" x="1936750" y="6873875"/>
          <p14:tracePt t="48670" x="1960563" y="6884988"/>
          <p14:tracePt t="48685" x="2020888" y="6884988"/>
          <p14:tracePt t="48702" x="2055813" y="6884988"/>
          <p14:tracePt t="48704" x="2079625" y="6884988"/>
          <p14:tracePt t="48719" x="2114550" y="6884988"/>
          <p14:tracePt t="48735" x="2127250" y="6884988"/>
          <p14:tracePt t="48753" x="2162175" y="6884988"/>
          <p14:tracePt t="48769" x="2173288" y="6884988"/>
          <p14:tracePt t="48785" x="2185988" y="6884988"/>
          <p14:tracePt t="48818" x="2138363" y="6873875"/>
          <p14:tracePt t="48836" x="2066925" y="6873875"/>
          <p14:tracePt t="48842" x="2008188" y="6873875"/>
          <p14:tracePt t="48852" x="1901825" y="6873875"/>
          <p14:tracePt t="48869" x="1760538" y="6873875"/>
          <p14:tracePt t="48873" x="1641475" y="6873875"/>
          <p14:tracePt t="48887" x="1406525" y="6861175"/>
          <p14:tracePt t="48902" x="1111250" y="6838950"/>
          <p14:tracePt t="48919" x="661988" y="6815138"/>
          <p14:tracePt t="48935" x="412750" y="6791325"/>
          <p14:tracePt t="48953" x="260350" y="6743700"/>
          <p14:tracePt t="48955" x="201613" y="6732588"/>
          <p14:tracePt t="48970" x="141288" y="6696075"/>
          <p14:tracePt t="48986" x="95250" y="6661150"/>
          <p14:tracePt t="49002" x="58738" y="6613525"/>
          <p14:tracePt t="49018" x="58738" y="6578600"/>
          <p14:tracePt t="49035" x="82550" y="6530975"/>
          <p14:tracePt t="49038" x="95250" y="6507163"/>
          <p14:tracePt t="49052" x="153988" y="6483350"/>
          <p14:tracePt t="49070" x="223838" y="6448425"/>
          <p14:tracePt t="49073" x="260350" y="6424613"/>
          <p14:tracePt t="49086" x="366713" y="6400800"/>
          <p14:tracePt t="49103" x="473075" y="6400800"/>
          <p14:tracePt t="49120" x="566738" y="6389688"/>
          <p14:tracePt t="49123" x="625475" y="6376988"/>
          <p14:tracePt t="49137" x="731838" y="6365875"/>
          <p14:tracePt t="49152" x="814388" y="6365875"/>
          <p14:tracePt t="49169" x="981075" y="6330950"/>
          <p14:tracePt t="49185" x="1087438" y="6330950"/>
          <p14:tracePt t="49203" x="1157288" y="6330950"/>
          <p14:tracePt t="49204" x="1204913" y="6330950"/>
          <p14:tracePt t="49219" x="1276350" y="6330950"/>
          <p14:tracePt t="49235" x="1358900" y="6330950"/>
          <p14:tracePt t="49252" x="1428750" y="6354763"/>
          <p14:tracePt t="49253" x="1465263" y="6354763"/>
          <p14:tracePt t="49269" x="1547813" y="6365875"/>
          <p14:tracePt t="49286" x="1606550" y="6389688"/>
          <p14:tracePt t="49289" x="1641475" y="6389688"/>
          <p14:tracePt t="49303" x="1725613" y="6413500"/>
          <p14:tracePt t="49319" x="1819275" y="6437313"/>
          <p14:tracePt t="49336" x="1890713" y="6461125"/>
          <p14:tracePt t="49337" x="1914525" y="6461125"/>
          <p14:tracePt t="49352" x="1960563" y="6483350"/>
          <p14:tracePt t="49370" x="1997075" y="6483350"/>
          <p14:tracePt t="49372" x="2008188" y="6496050"/>
          <p14:tracePt t="49387" x="2032000" y="6507163"/>
          <p14:tracePt t="49402" x="2043113" y="6519863"/>
          <p14:tracePt t="49419" x="2055813" y="6530975"/>
          <p14:tracePt t="49435" x="2066925" y="6543675"/>
          <p14:tracePt t="49452" x="2066925" y="6554788"/>
          <p14:tracePt t="49485" x="2066925" y="6565900"/>
          <p14:tracePt t="49519" x="2066925" y="6578600"/>
          <p14:tracePt t="49552" x="2079625" y="6578600"/>
          <p14:tracePt t="49586" x="2090738" y="6578600"/>
          <p14:tracePt t="49945" x="2173288" y="6565900"/>
          <p14:tracePt t="49961" x="2481263" y="6461125"/>
          <p14:tracePt t="49993" x="2776538" y="6354763"/>
          <p14:tracePt t="50010" x="2989263" y="6270625"/>
          <p14:tracePt t="50026" x="3165475" y="6248400"/>
          <p14:tracePt t="50043" x="3367088" y="6188075"/>
          <p14:tracePt t="50059" x="3651250" y="6176963"/>
          <p14:tracePt t="50076" x="3851275" y="6188075"/>
          <p14:tracePt t="50093" x="4170363" y="6200775"/>
          <p14:tracePt t="50109" x="4430713" y="6224588"/>
          <p14:tracePt t="50127" x="4689475" y="6235700"/>
          <p14:tracePt t="50129" x="4832350" y="6235700"/>
          <p14:tracePt t="50143" x="5080000" y="6259513"/>
          <p14:tracePt t="50160" x="5292725" y="6259513"/>
          <p14:tracePt t="50176" x="5492750" y="6259513"/>
          <p14:tracePt t="50192" x="5576888" y="6259513"/>
          <p14:tracePt t="50208" x="5670550" y="6270625"/>
          <p14:tracePt t="50224" x="5800725" y="6270625"/>
          <p14:tracePt t="50242" x="5894388" y="6283325"/>
          <p14:tracePt t="50258" x="5965825" y="6294438"/>
          <p14:tracePt t="50260" x="6000750" y="6307138"/>
          <p14:tracePt t="50275" x="6037263" y="6318250"/>
          <p14:tracePt t="50292" x="6084888" y="6318250"/>
          <p14:tracePt t="50310" x="6119813" y="6318250"/>
          <p14:tracePt t="50327" x="6143625" y="6318250"/>
          <p14:tracePt t="50360" x="6154738" y="6318250"/>
          <p14:tracePt t="50524" x="6154738" y="6342063"/>
          <p14:tracePt t="50554" x="6130925" y="6354763"/>
          <p14:tracePt t="50575" x="6061075" y="6389688"/>
          <p14:tracePt t="50593" x="5918200" y="6472238"/>
          <p14:tracePt t="50609" x="5811838" y="6530975"/>
          <p14:tracePt t="50626" x="5646738" y="6613525"/>
          <p14:tracePt t="50627" x="5588000" y="6637338"/>
          <p14:tracePt t="50643" x="5399088" y="6732588"/>
          <p14:tracePt t="50659" x="5245100" y="6778625"/>
          <p14:tracePt t="50675" x="4926013" y="6838950"/>
          <p14:tracePt t="50692" x="4678363" y="6861175"/>
          <p14:tracePt t="50710" x="4418013" y="6897688"/>
          <p14:tracePt t="50710" x="4311650" y="6897688"/>
          <p14:tracePt t="50725" x="4170363" y="6908800"/>
          <p14:tracePt t="50743" x="4075113" y="6908800"/>
          <p14:tracePt t="50760" x="4005263" y="6908800"/>
          <p14:tracePt t="50775" x="3957638" y="6908800"/>
          <p14:tracePt t="50792" x="3933825" y="6908800"/>
          <p14:tracePt t="50809" x="3875088" y="6908800"/>
          <p14:tracePt t="50825" x="3827463" y="6908800"/>
          <p14:tracePt t="50843" x="3733800" y="6908800"/>
          <p14:tracePt t="50859" x="3651250" y="6908800"/>
          <p14:tracePt t="50876" x="3567113" y="6908800"/>
          <p14:tracePt t="50876" x="3521075" y="6908800"/>
          <p14:tracePt t="50892" x="3449638" y="6897688"/>
          <p14:tracePt t="50909" x="3390900" y="6884988"/>
          <p14:tracePt t="50925" x="3319463" y="6873875"/>
          <p14:tracePt t="50942" x="3284538" y="6873875"/>
          <p14:tracePt t="50959" x="3249613" y="6873875"/>
          <p14:tracePt t="50975" x="3213100" y="6873875"/>
          <p14:tracePt t="50993" x="3189288" y="6873875"/>
          <p14:tracePt t="51009" x="3154363" y="6873875"/>
          <p14:tracePt t="51026" x="3130550" y="6873875"/>
          <p14:tracePt t="51042" x="3095625" y="6873875"/>
          <p14:tracePt t="51043" x="3095625" y="6861175"/>
          <p14:tracePt t="51060" x="3071813" y="6861175"/>
          <p14:tracePt t="51079" x="3059113" y="6861175"/>
          <p14:tracePt t="51508" x="3036888" y="6861175"/>
          <p14:tracePt t="51509" x="3013075" y="6861175"/>
          <p14:tracePt t="51527" x="2965450" y="6861175"/>
          <p14:tracePt t="51560" x="2741613" y="6850063"/>
          <p14:tracePt t="51577" x="2657475" y="6850063"/>
          <p14:tracePt t="51580" x="2622550" y="6838950"/>
          <p14:tracePt t="51593" x="2540000" y="6838950"/>
          <p14:tracePt t="51609" x="2481263" y="6838950"/>
          <p14:tracePt t="51627" x="2409825" y="6838950"/>
          <p14:tracePt t="51644" x="2374900" y="6838950"/>
          <p14:tracePt t="51662" x="2351088" y="6838950"/>
          <p14:tracePt t="51678" x="2327275" y="6838950"/>
          <p14:tracePt t="51693" x="2316163" y="6838950"/>
          <p14:tracePt t="51728" x="2303463" y="6838950"/>
          <p14:tracePt t="51745" x="2292350" y="6838950"/>
          <p14:tracePt t="51806" x="2292350" y="6826250"/>
          <p14:tracePt t="51821" x="2292350" y="6815138"/>
          <p14:tracePt t="51883" x="2316163" y="6815138"/>
          <p14:tracePt t="51884" x="2327275" y="6815138"/>
          <p14:tracePt t="51899" x="2338388" y="6815138"/>
          <p14:tracePt t="51927" x="2362200" y="6815138"/>
          <p14:tracePt t="51962" x="2374900" y="6815138"/>
          <p14:tracePt t="52010" x="2386013" y="6815138"/>
          <p14:tracePt t="52028" x="2398713" y="6815138"/>
          <p14:tracePt t="52031" x="2409825" y="6815138"/>
          <p14:tracePt t="52062" x="2422525" y="6826250"/>
          <p14:tracePt t="52094" x="2398713" y="6826250"/>
          <p14:tracePt t="52112" x="2327275" y="6826250"/>
          <p14:tracePt t="52116" x="2255838" y="6826250"/>
          <p14:tracePt t="52129" x="2043113" y="6826250"/>
          <p14:tracePt t="52143" x="1808163" y="6826250"/>
          <p14:tracePt t="52162" x="1535113" y="6826250"/>
          <p14:tracePt t="52178" x="1370013" y="6826250"/>
          <p14:tracePt t="52195" x="1239838" y="6802438"/>
          <p14:tracePt t="52212" x="1111250" y="6778625"/>
          <p14:tracePt t="52227" x="1039813" y="6756400"/>
          <p14:tracePt t="52244" x="1004888" y="6719888"/>
          <p14:tracePt t="52246" x="981075" y="6708775"/>
          <p14:tracePt t="52261" x="968375" y="6696075"/>
          <p14:tracePt t="52263" x="957263" y="6684963"/>
          <p14:tracePt t="52279" x="957263" y="6661150"/>
          <p14:tracePt t="52282" x="957263" y="6650038"/>
          <p14:tracePt t="52295" x="957263" y="6626225"/>
          <p14:tracePt t="52311" x="968375" y="6602413"/>
          <p14:tracePt t="52328" x="1027113" y="6565900"/>
          <p14:tracePt t="52333" x="1063625" y="6554788"/>
          <p14:tracePt t="52344" x="1146175" y="6519863"/>
          <p14:tracePt t="52362" x="1239838" y="6496050"/>
          <p14:tracePt t="52364" x="1300163" y="6461125"/>
          <p14:tracePt t="52377" x="1406525" y="6437313"/>
          <p14:tracePt t="52394" x="1535113" y="6400800"/>
          <p14:tracePt t="52411" x="1712913" y="6376988"/>
          <p14:tracePt t="52413" x="1819275" y="6354763"/>
          <p14:tracePt t="52428" x="1960563" y="6342063"/>
          <p14:tracePt t="52444" x="2114550" y="6330950"/>
          <p14:tracePt t="52462" x="2316163" y="6330950"/>
          <p14:tracePt t="52478" x="2422525" y="6330950"/>
          <p14:tracePt t="52482" x="2481263" y="6330950"/>
          <p14:tracePt t="52494" x="2528888" y="6342063"/>
          <p14:tracePt t="52497" x="2563813" y="6342063"/>
          <p14:tracePt t="52511" x="2635250" y="6354763"/>
          <p14:tracePt t="52528" x="2681288" y="6365875"/>
          <p14:tracePt t="52532" x="2705100" y="6376988"/>
          <p14:tracePt t="52544" x="2752725" y="6400800"/>
          <p14:tracePt t="52561" x="2800350" y="6413500"/>
          <p14:tracePt t="52579" x="2835275" y="6448425"/>
          <p14:tracePt t="52593" x="2870200" y="6448425"/>
          <p14:tracePt t="52609" x="2894013" y="6461125"/>
          <p14:tracePt t="52626" x="2906713" y="6472238"/>
          <p14:tracePt t="52627" x="2917825" y="6483350"/>
          <p14:tracePt t="52643" x="2941638" y="6507163"/>
          <p14:tracePt t="52662" x="2952750" y="6530975"/>
          <p14:tracePt t="52678" x="2965450" y="6543675"/>
          <p14:tracePt t="52693" x="3000375" y="6565900"/>
          <p14:tracePt t="52711" x="3048000" y="6589713"/>
          <p14:tracePt t="52728" x="3059113" y="6602413"/>
          <p14:tracePt t="52732" x="3071813" y="6613525"/>
          <p14:tracePt t="52744" x="3095625" y="6626225"/>
          <p14:tracePt t="52747" x="3106738" y="6637338"/>
          <p14:tracePt t="52760" x="3143250" y="6650038"/>
          <p14:tracePt t="52795" x="3178175" y="6672263"/>
          <p14:tracePt t="52811" x="3201988" y="6672263"/>
          <p14:tracePt t="52828" x="3213100" y="6684963"/>
          <p14:tracePt t="52830" x="3213100" y="6696075"/>
          <p14:tracePt t="52843" x="3236913" y="6696075"/>
          <p14:tracePt t="52861" x="3260725" y="6708775"/>
          <p14:tracePt t="52865" x="3284538" y="6708775"/>
          <p14:tracePt t="52878" x="3295650" y="6708775"/>
          <p14:tracePt t="53258" x="3662363" y="6696075"/>
          <p14:tracePt t="53276" x="3922713" y="6661150"/>
          <p14:tracePt t="53294" x="4476750" y="6626225"/>
          <p14:tracePt t="53310" x="4832350" y="6565900"/>
          <p14:tracePt t="53326" x="5162550" y="6530975"/>
          <p14:tracePt t="53344" x="5599113" y="6496050"/>
          <p14:tracePt t="53362" x="5789613" y="6496050"/>
          <p14:tracePt t="53364" x="5883275" y="6496050"/>
          <p14:tracePt t="53377" x="6013450" y="6496050"/>
          <p14:tracePt t="53394" x="6154738" y="6507163"/>
          <p14:tracePt t="53411" x="6249988" y="6519863"/>
          <p14:tracePt t="53413" x="6308725" y="6519863"/>
          <p14:tracePt t="53428" x="6380163" y="6530975"/>
          <p14:tracePt t="53443" x="6438900" y="6530975"/>
          <p14:tracePt t="53460" x="6486525" y="6543675"/>
          <p14:tracePt t="53462" x="6508750" y="6543675"/>
          <p14:tracePt t="53478" x="6545263" y="6543675"/>
          <p14:tracePt t="53482" x="6569075" y="6543675"/>
          <p14:tracePt t="53867" x="6615113" y="6543675"/>
          <p14:tracePt t="53885" x="6864350" y="6543675"/>
          <p14:tracePt t="53920" x="7277100" y="6543675"/>
          <p14:tracePt t="53936" x="7396163" y="6543675"/>
          <p14:tracePt t="53954" x="7572375" y="6554788"/>
          <p14:tracePt t="53970" x="7678738" y="6554788"/>
          <p14:tracePt t="53986" x="7808913" y="6554788"/>
          <p14:tracePt t="54003" x="7950200" y="6554788"/>
          <p14:tracePt t="54020" x="8032750" y="6554788"/>
          <p14:tracePt t="54036" x="8175625" y="6554788"/>
          <p14:tracePt t="54052" x="8258175" y="6554788"/>
          <p14:tracePt t="54068" x="8364538" y="6554788"/>
          <p14:tracePt t="54088" x="8540750" y="6554788"/>
          <p14:tracePt t="54102" x="8636000" y="6565900"/>
          <p14:tracePt t="54118" x="8731250" y="6565900"/>
          <p14:tracePt t="54119" x="8766175" y="6578600"/>
          <p14:tracePt t="54135" x="8848725" y="6589713"/>
          <p14:tracePt t="54153" x="8883650" y="6589713"/>
          <p14:tracePt t="54169" x="8920163" y="6589713"/>
          <p14:tracePt t="54169" x="8942388" y="6589713"/>
          <p14:tracePt t="54185" x="8966200" y="6589713"/>
          <p14:tracePt t="54201" x="8990013" y="6589713"/>
          <p14:tracePt t="54203" x="9002713" y="6589713"/>
          <p14:tracePt t="54219" x="9037638" y="6589713"/>
          <p14:tracePt t="54235" x="9061450" y="6578600"/>
          <p14:tracePt t="54539" x="9178925" y="6565900"/>
          <p14:tracePt t="54556" x="9309100" y="6530975"/>
          <p14:tracePt t="54587" x="9734550" y="6483350"/>
          <p14:tracePt t="54602" x="9899650" y="6472238"/>
          <p14:tracePt t="54620" x="10101263" y="6472238"/>
          <p14:tracePt t="54636" x="10207625" y="6472238"/>
          <p14:tracePt t="54652" x="10301288" y="6472238"/>
          <p14:tracePt t="54668" x="10431463" y="6472238"/>
          <p14:tracePt t="54684" x="10490200" y="6472238"/>
          <p14:tracePt t="54702" x="10561638" y="6472238"/>
          <p14:tracePt t="54703" x="10609263" y="6472238"/>
          <p14:tracePt t="54718" x="10679113" y="6472238"/>
          <p14:tracePt t="54736" x="10739438" y="6483350"/>
          <p14:tracePt t="54739" x="10774363" y="6496050"/>
          <p14:tracePt t="54753" x="10856913" y="6496050"/>
          <p14:tracePt t="54769" x="10928350" y="6496050"/>
          <p14:tracePt t="54786" x="11045825" y="6496050"/>
          <p14:tracePt t="54803" x="11117263" y="6496050"/>
          <p14:tracePt t="54819" x="11199813" y="6496050"/>
          <p14:tracePt t="54822" x="11223625" y="6496050"/>
          <p14:tracePt t="54836" x="11282363" y="6496050"/>
          <p14:tracePt t="54852" x="11329988" y="6496050"/>
          <p14:tracePt t="54870" x="11388725" y="6496050"/>
          <p14:tracePt t="54885" x="11447463" y="6496050"/>
          <p14:tracePt t="54902" x="11495088" y="6496050"/>
          <p14:tracePt t="54905" x="11518900" y="6496050"/>
          <p14:tracePt t="54919" x="11553825" y="6507163"/>
          <p14:tracePt t="54936" x="11588750" y="6519863"/>
          <p14:tracePt t="54953" x="11649075" y="6530975"/>
          <p14:tracePt t="54971" x="11684000" y="6543675"/>
          <p14:tracePt t="54975" x="11707813" y="6554788"/>
          <p14:tracePt t="54986" x="11718925" y="6565900"/>
          <p14:tracePt t="54989" x="11742738" y="6565900"/>
          <p14:tracePt t="55002" x="11755438" y="6565900"/>
          <p14:tracePt t="55006" x="11755438" y="6578600"/>
          <p14:tracePt t="55019" x="11790363" y="6602413"/>
          <p14:tracePt t="55036" x="11801475" y="6613525"/>
          <p14:tracePt t="55038" x="11814175" y="6613525"/>
          <p14:tracePt t="55052" x="11825288" y="6626225"/>
          <p14:tracePt t="55069" x="11837988" y="6626225"/>
          <p14:tracePt t="55102" x="11849100" y="6626225"/>
          <p14:tracePt t="55120" x="11872913" y="6626225"/>
          <p14:tracePt t="55136" x="11885613" y="6626225"/>
          <p14:tracePt t="55170" x="11896725" y="6626225"/>
          <p14:tracePt t="55555" x="11920538" y="6626225"/>
          <p14:tracePt t="55571" x="11979275" y="6626225"/>
          <p14:tracePt t="55593" x="12061825" y="6626225"/>
          <p14:tracePt t="55612" x="12109450" y="6626225"/>
          <p14:tracePt t="55613" x="12133263" y="6626225"/>
          <p14:tracePt t="55628" x="12180888" y="6626225"/>
          <p14:tracePt t="55644" x="12239625" y="6626225"/>
          <p14:tracePt t="55664" x="12309475" y="6626225"/>
          <p14:tracePt t="55677" x="12345988" y="6637338"/>
          <p14:tracePt t="55694" x="12369800" y="6650038"/>
          <p14:tracePt t="55710" x="12404725" y="6650038"/>
          <p14:tracePt t="55728" x="12428538" y="6661150"/>
          <p14:tracePt t="55745" x="12439650" y="6672263"/>
          <p14:tracePt t="55761" x="12452350" y="6672263"/>
          <p14:tracePt t="55779" x="12463463" y="6672263"/>
          <p14:tracePt t="55812" x="12476163" y="6672263"/>
          <p14:tracePt t="55830" x="12476163" y="6684963"/>
          <p14:tracePt t="55845" x="12487275" y="6684963"/>
          <p14:tracePt t="55863" x="12498388" y="6708775"/>
          <p14:tracePt t="55894" x="12498388" y="6732588"/>
          <p14:tracePt t="55912" x="12498388" y="6756400"/>
          <p14:tracePt t="55929" x="12498388" y="6767513"/>
          <p14:tracePt t="55961" x="12498388" y="6791325"/>
          <p14:tracePt t="55995" x="12498388" y="6815138"/>
          <p14:tracePt t="56013" x="12498388" y="6826250"/>
          <p14:tracePt t="56029" x="12498388" y="6850063"/>
          <p14:tracePt t="56045" x="12498388" y="6861175"/>
          <p14:tracePt t="56078" x="12498388" y="6873875"/>
          <p14:tracePt t="56095" x="12498388" y="6884988"/>
          <p14:tracePt t="56134" x="12498388" y="6897688"/>
          <p14:tracePt t="56163" x="12498388" y="6908800"/>
          <p14:tracePt t="56178" x="12498388" y="6921500"/>
          <p14:tracePt t="56195" x="12511088" y="6932613"/>
          <p14:tracePt t="56228" x="12522200" y="6967538"/>
          <p14:tracePt t="56246" x="12534900" y="6991350"/>
          <p14:tracePt t="56278" x="12534900" y="7004050"/>
          <p14:tracePt t="56293" x="12534900" y="7015163"/>
          <p14:tracePt t="56310" x="12546013" y="7015163"/>
          <p14:tracePt t="56344" x="12546013" y="7027863"/>
          <p14:tracePt t="56360" x="12558713" y="7038975"/>
          <p14:tracePt t="56377" x="12569825" y="7051675"/>
          <p14:tracePt t="56410" x="12569825" y="7062788"/>
          <p14:tracePt t="56444" x="12569825" y="7073900"/>
          <p14:tracePt t="56555" x="12569825" y="7086600"/>
          <p14:tracePt t="56696" x="12569825" y="7097713"/>
          <p14:tracePt t="56714" x="12569825" y="7110413"/>
          <p14:tracePt t="56747" x="12569825" y="7134225"/>
          <p14:tracePt t="56852" x="12569825" y="7145338"/>
          <p14:tracePt t="56867" x="12558713" y="7156450"/>
          <p14:tracePt t="56898" x="12558713" y="7180263"/>
          <p14:tracePt t="56961" x="12546013" y="7180263"/>
          <p14:tracePt t="58010" x="12452350" y="7180263"/>
          <p14:tracePt t="58026" x="12120563" y="7169150"/>
          <p14:tracePt t="58044" x="11612563" y="7121525"/>
          <p14:tracePt t="58061" x="11210925" y="7062788"/>
          <p14:tracePt t="58078" x="10479088" y="7004050"/>
          <p14:tracePt t="58093" x="9936163" y="7004050"/>
          <p14:tracePt t="58111" x="9486900" y="7004050"/>
          <p14:tracePt t="58113" x="9345613" y="7004050"/>
          <p14:tracePt t="58129" x="9061450" y="7027863"/>
          <p14:tracePt t="58144" x="8837613" y="7062788"/>
          <p14:tracePt t="58162" x="8601075" y="7121525"/>
          <p14:tracePt t="58177" x="8494713" y="7169150"/>
          <p14:tracePt t="58194" x="8388350" y="7216775"/>
          <p14:tracePt t="58195" x="8364538" y="7262813"/>
          <p14:tracePt t="58210" x="8316913" y="7286625"/>
          <p14:tracePt t="58227" x="8281988" y="7323138"/>
          <p14:tracePt t="58524" x="7702550" y="7275513"/>
          <p14:tracePt t="58542" x="7005638" y="7180263"/>
          <p14:tracePt t="58558" x="6675438" y="7156450"/>
          <p14:tracePt t="58575" x="6402388" y="7134225"/>
          <p14:tracePt t="58594" x="5978525" y="7121525"/>
          <p14:tracePt t="58609" x="5694363" y="7121525"/>
          <p14:tracePt t="58626" x="5375275" y="7145338"/>
          <p14:tracePt t="58642" x="5221288" y="7156450"/>
          <p14:tracePt t="58659" x="5127625" y="7180263"/>
          <p14:tracePt t="58660" x="5091113" y="7180263"/>
          <p14:tracePt t="58675" x="5032375" y="7204075"/>
          <p14:tracePt t="58693" x="4997450" y="7227888"/>
          <p14:tracePt t="58709" x="4973638" y="7251700"/>
          <p14:tracePt t="59024" x="4548188" y="7227888"/>
          <p14:tracePt t="59040" x="4122738" y="7204075"/>
          <p14:tracePt t="59072" x="3590925" y="7180263"/>
          <p14:tracePt t="59089" x="3367088" y="7180263"/>
          <p14:tracePt t="59105" x="3013075" y="7156450"/>
          <p14:tracePt t="59122" x="2776538" y="7156450"/>
          <p14:tracePt t="59139" x="2516188" y="7156450"/>
          <p14:tracePt t="59141" x="2409825" y="7156450"/>
          <p14:tracePt t="59155" x="2197100" y="7169150"/>
          <p14:tracePt t="59172" x="2043113" y="7180263"/>
          <p14:tracePt t="59188" x="1819275" y="7204075"/>
          <p14:tracePt t="59205" x="1665288" y="7240588"/>
          <p14:tracePt t="59221" x="1524000" y="7240588"/>
          <p14:tracePt t="59222" x="1465263" y="7251700"/>
          <p14:tracePt t="59238" x="1393825" y="7262813"/>
          <p14:tracePt t="59253" x="1346200" y="7275513"/>
          <p14:tracePt t="59271" x="1276350" y="7286625"/>
          <p14:tracePt t="59288" x="1252538" y="7299325"/>
          <p14:tracePt t="59305" x="1228725" y="7310438"/>
          <p14:tracePt t="59306" x="1217613" y="7323138"/>
          <p14:tracePt t="59323" x="1217613" y="7334250"/>
          <p14:tracePt t="59338" x="1217613" y="7346950"/>
          <p14:tracePt t="59354" x="1217613" y="7358063"/>
          <p14:tracePt t="59371" x="1217613" y="7369175"/>
          <p14:tracePt t="59387" x="1217613" y="7392988"/>
          <p14:tracePt t="59404" x="1228725" y="7405688"/>
          <p14:tracePt t="59421" x="1228725" y="7416800"/>
          <p14:tracePt t="59439" x="1228725" y="7440613"/>
          <p14:tracePt t="59455" x="1239838" y="7451725"/>
          <p14:tracePt t="59472" x="1263650" y="7464425"/>
          <p14:tracePt t="59489" x="1287463" y="7475538"/>
          <p14:tracePt t="59522" x="1358900" y="7488238"/>
          <p14:tracePt t="59538" x="1370013" y="7499350"/>
          <p14:tracePt t="59555" x="1406525" y="7512050"/>
          <p14:tracePt t="59557" x="1417638" y="7512050"/>
          <p14:tracePt t="59572" x="1452563" y="7523163"/>
          <p14:tracePt t="59589" x="1465263" y="7535863"/>
          <p14:tracePt t="59592" x="1476375" y="7535863"/>
          <p14:tracePt t="59604" x="1500188" y="7546975"/>
          <p14:tracePt t="59622" x="1512888" y="7546975"/>
          <p14:tracePt t="59638" x="1524000" y="7558088"/>
          <p14:tracePt t="59672" x="1535113" y="7570788"/>
          <p14:tracePt t="59758" x="1500188" y="7581900"/>
          <p14:tracePt t="59774" x="1428750" y="7594600"/>
          <p14:tracePt t="59803" x="1287463" y="7594600"/>
          <p14:tracePt t="59820" x="1193800" y="7594600"/>
          <p14:tracePt t="59840" x="1146175" y="7594600"/>
          <p14:tracePt t="59843" x="1122363" y="7594600"/>
          <p14:tracePt t="59854" x="1087438" y="7570788"/>
          <p14:tracePt t="59872" x="1063625" y="7546975"/>
          <p14:tracePt t="59889" x="1039813" y="7523163"/>
          <p14:tracePt t="59892" x="1039813" y="7499350"/>
          <p14:tracePt t="59904" x="1039813" y="7451725"/>
          <p14:tracePt t="59922" x="1063625" y="7381875"/>
          <p14:tracePt t="59925" x="1063625" y="7369175"/>
          <p14:tracePt t="59939" x="1087438" y="7310438"/>
          <p14:tracePt t="59954" x="1098550" y="7286625"/>
          <p14:tracePt t="59970" x="1122363" y="7262813"/>
          <p14:tracePt t="59989" x="1181100" y="7227888"/>
          <p14:tracePt t="60005" x="1311275" y="7216775"/>
          <p14:tracePt t="60008" x="1382713" y="7204075"/>
          <p14:tracePt t="60022" x="1606550" y="7169150"/>
          <p14:tracePt t="60038" x="1760538" y="7134225"/>
          <p14:tracePt t="60055" x="1866900" y="7134225"/>
          <p14:tracePt t="60059" x="1901825" y="7134225"/>
          <p14:tracePt t="60074" x="1960563" y="7134225"/>
          <p14:tracePt t="60079" x="1973263" y="7134225"/>
          <p14:tracePt t="60091" x="2008188" y="7145338"/>
          <p14:tracePt t="60106" x="2020888" y="7169150"/>
          <p14:tracePt t="60139" x="2020888" y="7180263"/>
          <p14:tracePt t="60143" x="2008188" y="7192963"/>
          <p14:tracePt t="60155" x="1960563" y="7227888"/>
          <p14:tracePt t="60171" x="1901825" y="7262813"/>
          <p14:tracePt t="60189" x="1736725" y="7358063"/>
          <p14:tracePt t="60204" x="1619250" y="7429500"/>
          <p14:tracePt t="60222" x="1524000" y="7488238"/>
          <p14:tracePt t="60223" x="1489075" y="7512050"/>
          <p14:tracePt t="60238" x="1441450" y="7523163"/>
          <p14:tracePt t="60239" x="1417638" y="7535863"/>
          <p14:tracePt t="60255" x="1370013" y="7558088"/>
          <p14:tracePt t="60272" x="1287463" y="7581900"/>
          <p14:tracePt t="60289" x="1239838" y="7594600"/>
          <p14:tracePt t="60305" x="1193800" y="7605713"/>
          <p14:tracePt t="60309" x="1169988" y="7605713"/>
          <p14:tracePt t="60322" x="1111250" y="7605713"/>
          <p14:tracePt t="60340" x="1074738" y="7605713"/>
          <p14:tracePt t="60341" x="1063625" y="7605713"/>
          <p14:tracePt t="60354" x="1050925" y="7605713"/>
          <p14:tracePt t="60356" x="1039813" y="7605713"/>
          <p14:tracePt t="60372" x="1016000" y="7605713"/>
          <p14:tracePt t="60389" x="1004888" y="7605713"/>
          <p14:tracePt t="60405" x="992188" y="7605713"/>
          <p14:tracePt t="60439" x="1027113" y="7605713"/>
          <p14:tracePt t="60455" x="1039813" y="7618413"/>
          <p14:tracePt t="60472" x="1074738" y="7629525"/>
          <p14:tracePt t="60476" x="1087438" y="7629525"/>
          <p14:tracePt t="60488" x="1157288" y="7642225"/>
          <p14:tracePt t="60504" x="1252538" y="7653338"/>
          <p14:tracePt t="60523" x="1547813" y="7677150"/>
          <p14:tracePt t="60541" x="1784350" y="7677150"/>
          <p14:tracePt t="60544" x="1901825" y="7677150"/>
          <p14:tracePt t="60555" x="2043113" y="7677150"/>
          <p14:tracePt t="60557" x="2233613" y="7677150"/>
          <p14:tracePt t="60572" x="2587625" y="7664450"/>
          <p14:tracePt t="60590" x="2894013" y="7653338"/>
          <p14:tracePt t="60592" x="3036888" y="7653338"/>
          <p14:tracePt t="60605" x="3284538" y="7629525"/>
          <p14:tracePt t="60622" x="3449638" y="7618413"/>
          <p14:tracePt t="60638" x="3579813" y="7618413"/>
          <p14:tracePt t="60640" x="3651250" y="7618413"/>
          <p14:tracePt t="60655" x="3744913" y="7618413"/>
          <p14:tracePt t="60671" x="3851275" y="7629525"/>
          <p14:tracePt t="60689" x="3992563" y="7629525"/>
          <p14:tracePt t="60704" x="4087813" y="7629525"/>
          <p14:tracePt t="60722" x="4159250" y="7629525"/>
          <p14:tracePt t="60725" x="4181475" y="7629525"/>
          <p14:tracePt t="60738" x="4229100" y="7629525"/>
          <p14:tracePt t="60755" x="4287838" y="7618413"/>
          <p14:tracePt t="61133" x="4583113" y="7618413"/>
          <p14:tracePt t="61149" x="4843463" y="7618413"/>
          <p14:tracePt t="61173" x="5175250" y="7618413"/>
          <p14:tracePt t="61191" x="5446713" y="7594600"/>
          <p14:tracePt t="61207" x="5576888" y="7581900"/>
          <p14:tracePt t="61209" x="5622925" y="7581900"/>
          <p14:tracePt t="61223" x="5718175" y="7570788"/>
          <p14:tracePt t="61240" x="5811838" y="7558088"/>
          <p14:tracePt t="61257" x="5859463" y="7558088"/>
          <p14:tracePt t="61259" x="5883275" y="7558088"/>
          <p14:tracePt t="61272" x="5907088" y="7558088"/>
          <p14:tracePt t="61291" x="5942013" y="7558088"/>
          <p14:tracePt t="61293" x="5954713" y="7558088"/>
          <p14:tracePt t="61307" x="5978525" y="7558088"/>
          <p14:tracePt t="61324" x="5989638" y="7558088"/>
          <p14:tracePt t="61357" x="6000750" y="7570788"/>
          <p14:tracePt t="61727" x="6107113" y="7570788"/>
          <p14:tracePt t="61748" x="6249988" y="7570788"/>
          <p14:tracePt t="61765" x="6380163" y="7570788"/>
          <p14:tracePt t="61783" x="6473825" y="7558088"/>
          <p14:tracePt t="61799" x="6615113" y="7558088"/>
          <p14:tracePt t="61815" x="6686550" y="7558088"/>
          <p14:tracePt t="61833" x="6805613" y="7558088"/>
          <p14:tracePt t="61848" x="6840538" y="7558088"/>
          <p14:tracePt t="61865" x="6875463" y="7558088"/>
          <p14:tracePt t="61883" x="6910388" y="7558088"/>
          <p14:tracePt t="61900" x="6946900" y="7546975"/>
          <p14:tracePt t="61905" x="6946900" y="7535863"/>
          <p14:tracePt t="61916" x="6970713" y="7535863"/>
          <p14:tracePt t="61917" x="6994525" y="7523163"/>
          <p14:tracePt t="61933" x="7029450" y="7523163"/>
          <p14:tracePt t="61950" x="7064375" y="7523163"/>
          <p14:tracePt t="61953" x="7088188" y="7523163"/>
          <p14:tracePt t="61981" x="7135813" y="7523163"/>
          <p14:tracePt t="61999" x="7170738" y="7523163"/>
          <p14:tracePt t="62015" x="7218363" y="7523163"/>
          <p14:tracePt t="62033" x="7253288" y="7535863"/>
          <p14:tracePt t="62036" x="7277100" y="7546975"/>
          <p14:tracePt t="62049" x="7300913" y="7546975"/>
          <p14:tracePt t="62052" x="7313613" y="7546975"/>
          <p14:tracePt t="62066" x="7335838" y="7546975"/>
          <p14:tracePt t="62084" x="7383463" y="7546975"/>
          <p14:tracePt t="62099" x="7407275" y="7546975"/>
          <p14:tracePt t="62116" x="7418388" y="7546975"/>
          <p14:tracePt t="62119" x="7431088" y="7546975"/>
          <p14:tracePt t="62132" x="7442200" y="7546975"/>
          <p14:tracePt t="62151" x="7466013" y="7546975"/>
          <p14:tracePt t="62154" x="7478713" y="7546975"/>
          <p14:tracePt t="62183" x="7489825" y="7546975"/>
          <p14:tracePt t="62199" x="7502525" y="7546975"/>
          <p14:tracePt t="62201" x="7513638" y="7546975"/>
          <p14:tracePt t="62217" x="7537450" y="7546975"/>
          <p14:tracePt t="62233" x="7548563" y="7535863"/>
          <p14:tracePt t="62251" x="7572375" y="7535863"/>
          <p14:tracePt t="62266" x="7585075" y="7535863"/>
          <p14:tracePt t="62283" x="7608888" y="7535863"/>
          <p14:tracePt t="62286" x="7620000" y="7535863"/>
          <p14:tracePt t="62316" x="7654925" y="7546975"/>
          <p14:tracePt t="62333" x="7691438" y="7546975"/>
          <p14:tracePt t="62336" x="7702550" y="7546975"/>
          <p14:tracePt t="62350" x="7726363" y="7558088"/>
          <p14:tracePt t="62366" x="7773988" y="7558088"/>
          <p14:tracePt t="62368" x="7797800" y="7558088"/>
          <p14:tracePt t="62382" x="7808913" y="7558088"/>
          <p14:tracePt t="62384" x="7821613" y="7570788"/>
          <p14:tracePt t="62399" x="7843838" y="7581900"/>
          <p14:tracePt t="62416" x="7904163" y="7581900"/>
          <p14:tracePt t="62433" x="7939088" y="7581900"/>
          <p14:tracePt t="62450" x="7962900" y="7581900"/>
          <p14:tracePt t="62453" x="7986713" y="7581900"/>
          <p14:tracePt t="62468" x="8021638" y="7581900"/>
          <p14:tracePt t="62483" x="8056563" y="7581900"/>
          <p14:tracePt t="62499" x="8093075" y="7581900"/>
          <p14:tracePt t="62821" x="8223250" y="7581900"/>
          <p14:tracePt t="62837" x="8375650" y="7594600"/>
          <p14:tracePt t="62858" x="8624888" y="7594600"/>
          <p14:tracePt t="62875" x="8931275" y="7594600"/>
          <p14:tracePt t="62891" x="9155113" y="7594600"/>
          <p14:tracePt t="62909" x="9439275" y="7594600"/>
          <p14:tracePt t="62926" x="9640888" y="7618413"/>
          <p14:tracePt t="62943" x="9829800" y="7629525"/>
          <p14:tracePt t="62946" x="9912350" y="7653338"/>
          <p14:tracePt t="62960" x="10042525" y="7664450"/>
          <p14:tracePt t="62976" x="10112375" y="7677150"/>
          <p14:tracePt t="62994" x="10183813" y="7688263"/>
          <p14:tracePt t="63010" x="10231438" y="7700963"/>
          <p14:tracePt t="63027" x="10255250" y="7700963"/>
          <p14:tracePt t="63044" x="10277475" y="7700963"/>
          <p14:tracePt t="63077" x="10290175" y="7700963"/>
          <p14:tracePt t="63274" x="10290175" y="7712075"/>
          <p14:tracePt t="63290" x="10242550" y="7724775"/>
          <p14:tracePt t="63322" x="10053638" y="7747000"/>
          <p14:tracePt t="63340" x="9958388" y="7770813"/>
          <p14:tracePt t="63341" x="9923463" y="7770813"/>
          <p14:tracePt t="63355" x="9875838" y="7770813"/>
          <p14:tracePt t="63357" x="9829800" y="7770813"/>
          <p14:tracePt t="63372" x="9723438" y="7770813"/>
          <p14:tracePt t="63389" x="9521825" y="7794625"/>
          <p14:tracePt t="63405" x="9356725" y="7794625"/>
          <p14:tracePt t="63421" x="9178925" y="7807325"/>
          <p14:tracePt t="63438" x="9037638" y="7831138"/>
          <p14:tracePt t="63456" x="8990013" y="7831138"/>
          <p14:tracePt t="63458" x="8966200" y="7831138"/>
          <p14:tracePt t="63472" x="8942388" y="7831138"/>
          <p14:tracePt t="63473" x="8920163" y="7842250"/>
          <p14:tracePt t="63488" x="8859838" y="7853363"/>
          <p14:tracePt t="63505" x="8777288" y="7866063"/>
          <p14:tracePt t="63508" x="8731250" y="7877175"/>
          <p14:tracePt t="63522" x="8647113" y="7900988"/>
          <p14:tracePt t="63539" x="8553450" y="7913688"/>
          <p14:tracePt t="63542" x="8518525" y="7924800"/>
          <p14:tracePt t="63555" x="8447088" y="7935913"/>
          <p14:tracePt t="63572" x="8364538" y="7948613"/>
          <p14:tracePt t="63589" x="8269288" y="7948613"/>
          <p14:tracePt t="63591" x="8223250" y="7948613"/>
          <p14:tracePt t="63605" x="8151813" y="7972425"/>
          <p14:tracePt t="63606" x="8069263" y="7972425"/>
          <p14:tracePt t="63622" x="7880350" y="7972425"/>
          <p14:tracePt t="63638" x="7572375" y="7972425"/>
          <p14:tracePt t="63655" x="7407275" y="7972425"/>
          <p14:tracePt t="63673" x="7253288" y="7972425"/>
          <p14:tracePt t="63677" x="7183438" y="7972425"/>
          <p14:tracePt t="63689" x="7077075" y="7972425"/>
          <p14:tracePt t="63706" x="7005638" y="7972425"/>
          <p14:tracePt t="63711" x="6946900" y="7972425"/>
          <p14:tracePt t="63722" x="6875463" y="7983538"/>
          <p14:tracePt t="63738" x="6792913" y="7996238"/>
          <p14:tracePt t="63756" x="6721475" y="8007350"/>
          <p14:tracePt t="63759" x="6675438" y="8020050"/>
          <p14:tracePt t="63772" x="6580188" y="8042275"/>
          <p14:tracePt t="63790" x="6497638" y="8054975"/>
          <p14:tracePt t="63806" x="6343650" y="8078788"/>
          <p14:tracePt t="63822" x="6237288" y="8078788"/>
          <p14:tracePt t="63839" x="6119813" y="8078788"/>
          <p14:tracePt t="63841" x="6084888" y="8078788"/>
          <p14:tracePt t="63854" x="5989638" y="8089900"/>
          <p14:tracePt t="63872" x="5907088" y="8089900"/>
          <p14:tracePt t="63888" x="5872163" y="8089900"/>
          <p14:tracePt t="63889" x="5859463" y="8089900"/>
          <p14:tracePt t="63904" x="5824538" y="8089900"/>
          <p14:tracePt t="63921" x="5800725" y="8089900"/>
          <p14:tracePt t="63940" x="5789613" y="8102600"/>
          <p14:tracePt t="63956" x="5776913" y="8102600"/>
          <p14:tracePt t="63973" x="5765800" y="8102600"/>
          <p14:tracePt t="64006" x="5753100" y="8102600"/>
          <p14:tracePt t="64024" x="5729288" y="8102600"/>
          <p14:tracePt t="64038" x="5729288" y="8089900"/>
          <p14:tracePt t="64056" x="5729288" y="8078788"/>
          <p14:tracePt t="64089" x="5776913" y="8054975"/>
          <p14:tracePt t="64104" x="6048375" y="8020050"/>
          <p14:tracePt t="64121" x="6426200" y="8007350"/>
          <p14:tracePt t="64138" x="6627813" y="8007350"/>
          <p14:tracePt t="64139" x="6675438" y="8007350"/>
          <p14:tracePt t="64155" x="6745288" y="8031163"/>
          <p14:tracePt t="64172" x="6792913" y="8042275"/>
          <p14:tracePt t="64176" x="6816725" y="8054975"/>
          <p14:tracePt t="64188" x="6851650" y="8054975"/>
          <p14:tracePt t="64204" x="6934200" y="8066088"/>
          <p14:tracePt t="64224" x="7135813" y="8066088"/>
          <p14:tracePt t="64238" x="7383463" y="8031163"/>
          <p14:tracePt t="64255" x="7691438" y="7996238"/>
          <p14:tracePt t="64272" x="8080375" y="7959725"/>
          <p14:tracePt t="64287" x="8210550" y="7948613"/>
          <p14:tracePt t="64304" x="8269288" y="7948613"/>
          <p14:tracePt t="64321" x="8329613" y="7948613"/>
          <p14:tracePt t="64338" x="8351838" y="7948613"/>
          <p14:tracePt t="64355" x="8375650" y="7948613"/>
          <p14:tracePt t="64371" x="8388350" y="7935913"/>
          <p14:tracePt t="64388" x="8399463" y="7935913"/>
          <p14:tracePt t="64422" x="8412163" y="7924800"/>
          <p14:tracePt t="64438" x="8423275" y="7913688"/>
          <p14:tracePt t="64454" x="8434388" y="7900988"/>
          <p14:tracePt t="64821" x="7348538" y="7924800"/>
          <p14:tracePt t="64836" x="6592888" y="7972425"/>
          <p14:tracePt t="64861" x="5789613" y="8007350"/>
          <p14:tracePt t="64862" x="5553075" y="8031163"/>
          <p14:tracePt t="64878" x="5175250" y="8031163"/>
          <p14:tracePt t="64894" x="4902200" y="8066088"/>
          <p14:tracePt t="64910" x="4702175" y="8078788"/>
          <p14:tracePt t="64927" x="4630738" y="8089900"/>
          <p14:tracePt t="64944" x="4583113" y="8102600"/>
          <p14:tracePt t="64945" x="4560888" y="8102600"/>
          <p14:tracePt t="64961" x="4524375" y="8113713"/>
          <p14:tracePt t="64978" x="4500563" y="8126413"/>
          <p14:tracePt t="64979" x="4489450" y="8126413"/>
          <p14:tracePt t="64995" x="4476750" y="8137525"/>
          <p14:tracePt t="65274" x="4324350" y="8161338"/>
          <p14:tracePt t="65290" x="3957638" y="8220075"/>
          <p14:tracePt t="65321" x="3308350" y="8326438"/>
          <p14:tracePt t="65337" x="3059113" y="8361363"/>
          <p14:tracePt t="65354" x="2763838" y="8408988"/>
          <p14:tracePt t="65356" x="2670175" y="8432800"/>
          <p14:tracePt t="65370" x="2492375" y="8480425"/>
          <p14:tracePt t="65388" x="2398713" y="8491538"/>
          <p14:tracePt t="65403" x="2338388" y="8504238"/>
          <p14:tracePt t="65406" x="2316163" y="8515350"/>
          <p14:tracePt t="65422" x="2292350" y="8515350"/>
          <p14:tracePt t="65424" x="2279650" y="8515350"/>
          <p14:tracePt t="65436" x="2268538" y="8515350"/>
          <p14:tracePt t="65439" x="2255838" y="8515350"/>
          <p14:tracePt t="65470" x="2244725" y="8515350"/>
          <p14:tracePt t="65504" x="2338388" y="8515350"/>
          <p14:tracePt t="65522" x="2528888" y="8515350"/>
          <p14:tracePt t="65537" x="2622550" y="8515350"/>
          <p14:tracePt t="65553" x="2681288" y="8515350"/>
          <p14:tracePt t="65571" x="2728913" y="8515350"/>
          <p14:tracePt t="65587" x="2752725" y="8515350"/>
          <p14:tracePt t="65604" x="2800350" y="8515350"/>
          <p14:tracePt t="65605" x="2824163" y="8515350"/>
          <p14:tracePt t="65621" x="2906713" y="8515350"/>
          <p14:tracePt t="65637" x="2989263" y="8515350"/>
          <p14:tracePt t="65654" x="3119438" y="8515350"/>
          <p14:tracePt t="65671" x="3165475" y="8515350"/>
          <p14:tracePt t="65687" x="3201988" y="8515350"/>
          <p14:tracePt t="65691" x="3213100" y="8515350"/>
          <p14:tracePt t="65704" x="3236913" y="8515350"/>
          <p14:tracePt t="65721" x="3260725" y="8526463"/>
          <p14:tracePt t="65724" x="3271838" y="8526463"/>
          <p14:tracePt t="65736" x="3284538" y="8539163"/>
          <p14:tracePt t="65739" x="3295650" y="8539163"/>
          <p14:tracePt t="65754" x="3319463" y="8550275"/>
          <p14:tracePt t="65772" x="3354388" y="8550275"/>
          <p14:tracePt t="65787" x="3378200" y="8562975"/>
          <p14:tracePt t="65788" x="3402013" y="8562975"/>
          <p14:tracePt t="65803" x="3438525" y="8574088"/>
          <p14:tracePt t="65821" x="3484563" y="8586788"/>
          <p14:tracePt t="65838" x="3521075" y="8597900"/>
          <p14:tracePt t="65842" x="3532188" y="8597900"/>
          <p14:tracePt t="65853" x="3544888" y="8610600"/>
          <p14:tracePt t="65855" x="3556000" y="8610600"/>
          <p14:tracePt t="65887" x="3567113" y="8610600"/>
          <p14:tracePt t="65905" x="3590925" y="8610600"/>
          <p14:tracePt t="65976" x="3590925" y="8621713"/>
          <p14:tracePt t="65994" x="3579813" y="8632825"/>
          <p14:tracePt t="66020" x="3508375" y="8656638"/>
          <p14:tracePt t="66023" x="3497263" y="8656638"/>
          <p14:tracePt t="66038" x="3425825" y="8669338"/>
          <p14:tracePt t="66053" x="3367088" y="8669338"/>
          <p14:tracePt t="66071" x="3295650" y="8669338"/>
          <p14:tracePt t="66089" x="3260725" y="8669338"/>
          <p14:tracePt t="66092" x="3236913" y="8669338"/>
          <p14:tracePt t="66104" x="3213100" y="8669338"/>
          <p14:tracePt t="66105" x="3189288" y="8669338"/>
          <p14:tracePt t="66122" x="3165475" y="8669338"/>
          <p14:tracePt t="66138" x="3130550" y="8669338"/>
          <p14:tracePt t="66142" x="3119438" y="8669338"/>
          <p14:tracePt t="66155" x="3082925" y="8669338"/>
          <p14:tracePt t="66171" x="3036888" y="8669338"/>
          <p14:tracePt t="66187" x="2989263" y="8669338"/>
          <p14:tracePt t="66190" x="2952750" y="8669338"/>
          <p14:tracePt t="66203" x="2859088" y="8669338"/>
          <p14:tracePt t="66222" x="2776538" y="8669338"/>
          <p14:tracePt t="66223" x="2717800" y="8669338"/>
          <p14:tracePt t="66237" x="2611438" y="8669338"/>
          <p14:tracePt t="66254" x="2481263" y="8680450"/>
          <p14:tracePt t="66271" x="2374900" y="8704263"/>
          <p14:tracePt t="66272" x="2327275" y="8704263"/>
          <p14:tracePt t="66286" x="2233613" y="8704263"/>
          <p14:tracePt t="66303" x="2149475" y="8704263"/>
          <p14:tracePt t="66321" x="2032000" y="8704263"/>
          <p14:tracePt t="66339" x="1949450" y="8704263"/>
          <p14:tracePt t="66342" x="1914525" y="8693150"/>
          <p14:tracePt t="66353" x="1878013" y="8693150"/>
          <p14:tracePt t="66355" x="1843088" y="8693150"/>
          <p14:tracePt t="66371" x="1784350" y="8680450"/>
          <p14:tracePt t="66387" x="1701800" y="8680450"/>
          <p14:tracePt t="66392" x="1665288" y="8680450"/>
          <p14:tracePt t="66404" x="1619250" y="8669338"/>
          <p14:tracePt t="66421" x="1571625" y="8656638"/>
          <p14:tracePt t="66437" x="1524000" y="8645525"/>
          <p14:tracePt t="66440" x="1500188" y="8645525"/>
          <p14:tracePt t="66453" x="1465263" y="8632825"/>
          <p14:tracePt t="66471" x="1452563" y="8632825"/>
          <p14:tracePt t="66472" x="1428750" y="8632825"/>
          <p14:tracePt t="66486" x="1417638" y="8610600"/>
          <p14:tracePt t="66504" x="1406525" y="8586788"/>
          <p14:tracePt t="66521" x="1406525" y="8526463"/>
          <p14:tracePt t="66537" x="1441450" y="8491538"/>
          <p14:tracePt t="66555" x="1512888" y="8443913"/>
          <p14:tracePt t="66558" x="1535113" y="8432800"/>
          <p14:tracePt t="66573" x="1582738" y="8385175"/>
          <p14:tracePt t="66587" x="1641475" y="8361363"/>
          <p14:tracePt t="66603" x="1689100" y="8337550"/>
          <p14:tracePt t="66605" x="1712913" y="8326438"/>
          <p14:tracePt t="66622" x="1795463" y="8302625"/>
          <p14:tracePt t="66637" x="1890713" y="8291513"/>
          <p14:tracePt t="66640" x="1936750" y="8278813"/>
          <p14:tracePt t="66654" x="2114550" y="8278813"/>
          <p14:tracePt t="66671" x="2374900" y="8255000"/>
          <p14:tracePt t="66687" x="2657475" y="8243888"/>
          <p14:tracePt t="66688" x="2800350" y="8243888"/>
          <p14:tracePt t="66704" x="3048000" y="8243888"/>
          <p14:tracePt t="66719" x="3284538" y="8243888"/>
          <p14:tracePt t="66738" x="3567113" y="8243888"/>
          <p14:tracePt t="66755" x="3697288" y="8243888"/>
          <p14:tracePt t="66758" x="3744913" y="8243888"/>
          <p14:tracePt t="66770" x="3816350" y="8243888"/>
          <p14:tracePt t="66774" x="3875088" y="8243888"/>
          <p14:tracePt t="66786" x="3992563" y="8243888"/>
          <p14:tracePt t="66804" x="4122738" y="8243888"/>
          <p14:tracePt t="66807" x="4194175" y="8243888"/>
          <p14:tracePt t="66819" x="4241800" y="8243888"/>
          <p14:tracePt t="66820" x="4300538" y="8243888"/>
          <p14:tracePt t="66838" x="4406900" y="8243888"/>
          <p14:tracePt t="66841" x="4465638" y="8243888"/>
          <p14:tracePt t="66854" x="4513263" y="8243888"/>
          <p14:tracePt t="66856" x="4572000" y="8255000"/>
          <p14:tracePt t="66871" x="4654550" y="8255000"/>
          <p14:tracePt t="66888" x="4737100" y="8267700"/>
          <p14:tracePt t="66889" x="4773613" y="8267700"/>
          <p14:tracePt t="66904" x="4856163" y="8278813"/>
          <p14:tracePt t="66920" x="4891088" y="8291513"/>
          <p14:tracePt t="66938" x="4984750" y="8337550"/>
          <p14:tracePt t="66954" x="5021263" y="8350250"/>
          <p14:tracePt t="66969" x="5045075" y="8361363"/>
          <p14:tracePt t="66986" x="5091113" y="8374063"/>
          <p14:tracePt t="67003" x="5114925" y="8385175"/>
          <p14:tracePt t="67021" x="5138738" y="8385175"/>
          <p14:tracePt t="67055" x="5162550" y="8385175"/>
          <p14:tracePt t="67072" x="5175250" y="8385175"/>
          <p14:tracePt t="67105" x="5197475" y="8385175"/>
          <p14:tracePt t="67137" x="5221288" y="8385175"/>
          <p14:tracePt t="67154" x="5268913" y="8385175"/>
          <p14:tracePt t="67170" x="5281613" y="8385175"/>
          <p14:tracePt t="67186" x="5316538" y="8397875"/>
          <p14:tracePt t="67189" x="5327650" y="8397875"/>
          <p14:tracePt t="67203" x="5364163" y="8408988"/>
          <p14:tracePt t="67221" x="5375275" y="8421688"/>
          <p14:tracePt t="67224" x="5399088" y="8421688"/>
          <p14:tracePt t="67237" x="5422900" y="8432800"/>
          <p14:tracePt t="67254" x="5434013" y="8443913"/>
          <p14:tracePt t="67271" x="5457825" y="8456613"/>
          <p14:tracePt t="67287" x="5470525" y="8467725"/>
          <p14:tracePt t="67303" x="5481638" y="8480425"/>
          <p14:tracePt t="67338" x="5505450" y="8480425"/>
          <p14:tracePt t="67384" x="5516563" y="8480425"/>
          <p14:tracePt t="67404" x="5529263" y="8480425"/>
          <p14:tracePt t="67420" x="5540375" y="8480425"/>
          <p14:tracePt t="67437" x="5564188" y="8480425"/>
          <p14:tracePt t="67439" x="5576888" y="8491538"/>
          <p14:tracePt t="67452" x="5588000" y="8491538"/>
          <p14:tracePt t="67470" x="5599113" y="8491538"/>
          <p14:tracePt t="67486" x="5622925" y="8491538"/>
          <p14:tracePt t="67504" x="5635625" y="8491538"/>
          <p14:tracePt t="67521" x="5659438" y="8491538"/>
          <p14:tracePt t="67537" x="5694363" y="8491538"/>
          <p14:tracePt t="67555" x="5718175" y="8491538"/>
          <p14:tracePt t="67557" x="5741988" y="8491538"/>
          <p14:tracePt t="67587" x="5789613" y="8491538"/>
          <p14:tracePt t="67604" x="5811838" y="8491538"/>
          <p14:tracePt t="67622" x="5824538" y="8491538"/>
          <p14:tracePt t="67930" x="6308725" y="8491538"/>
          <p14:tracePt t="67945" x="6497638" y="8491538"/>
          <p14:tracePt t="67975" x="6745288" y="8515350"/>
          <p14:tracePt t="67992" x="6816725" y="8515350"/>
          <p14:tracePt t="67993" x="6840538" y="8515350"/>
          <p14:tracePt t="68009" x="6888163" y="8515350"/>
          <p14:tracePt t="68027" x="6923088" y="8515350"/>
          <p14:tracePt t="68028" x="6946900" y="8515350"/>
          <p14:tracePt t="68062" x="6994525" y="8515350"/>
          <p14:tracePt t="68078" x="7029450" y="8515350"/>
          <p14:tracePt t="68094" x="7064375" y="8515350"/>
          <p14:tracePt t="68111" x="7088188" y="8515350"/>
          <p14:tracePt t="68127" x="7112000" y="8515350"/>
          <p14:tracePt t="68161" x="7123113" y="8515350"/>
          <p14:tracePt t="68177" x="7135813" y="8515350"/>
          <p14:tracePt t="68601" x="7123113" y="8515350"/>
          <p14:tracePt t="68619" x="7064375" y="8515350"/>
          <p14:tracePt t="68653" x="6910388" y="8515350"/>
          <p14:tracePt t="68669" x="6840538" y="8515350"/>
          <p14:tracePt t="68686" x="6769100" y="8515350"/>
          <p14:tracePt t="68687" x="6721475" y="8515350"/>
          <p14:tracePt t="68702" x="6638925" y="8515350"/>
          <p14:tracePt t="68719" x="6508750" y="8515350"/>
          <p14:tracePt t="68736" x="6332538" y="8515350"/>
          <p14:tracePt t="68753" x="6226175" y="8515350"/>
          <p14:tracePt t="68770" x="6167438" y="8515350"/>
          <p14:tracePt t="68771" x="6143625" y="8515350"/>
          <p14:tracePt t="68787" x="6107113" y="8515350"/>
          <p14:tracePt t="68804" x="6084888" y="8515350"/>
          <p14:tracePt t="68807" x="6072188" y="8515350"/>
          <p14:tracePt t="68820" x="6048375" y="8515350"/>
          <p14:tracePt t="68854" x="6037263" y="8515350"/>
          <p14:tracePt t="68888" x="6048375" y="8515350"/>
          <p14:tracePt t="68905" x="6178550" y="8515350"/>
          <p14:tracePt t="68921" x="6297613" y="8515350"/>
          <p14:tracePt t="68925" x="6367463" y="8515350"/>
          <p14:tracePt t="68937" x="6450013" y="8515350"/>
          <p14:tracePt t="68940" x="6521450" y="8515350"/>
          <p14:tracePt t="68953" x="6651625" y="8515350"/>
          <p14:tracePt t="68972" x="6734175" y="8515350"/>
          <p14:tracePt t="68973" x="6792913" y="8515350"/>
          <p14:tracePt t="68987" x="6875463" y="8491538"/>
          <p14:tracePt t="69004" x="6958013" y="8491538"/>
          <p14:tracePt t="69019" x="7029450" y="8491538"/>
          <p14:tracePt t="69036" x="7100888" y="8491538"/>
          <p14:tracePt t="69053" x="7146925" y="8491538"/>
          <p14:tracePt t="69071" x="7229475" y="8491538"/>
          <p14:tracePt t="69087" x="7289800" y="8491538"/>
          <p14:tracePt t="69104" x="7383463" y="8491538"/>
          <p14:tracePt t="69121" x="7431088" y="8491538"/>
          <p14:tracePt t="69138" x="7489825" y="8491538"/>
          <p14:tracePt t="69142" x="7502525" y="8491538"/>
          <p14:tracePt t="69154" x="7548563" y="8504238"/>
          <p14:tracePt t="69171" x="7585075" y="8515350"/>
          <p14:tracePt t="69189" x="7667625" y="8515350"/>
          <p14:tracePt t="69203" x="7678738" y="8515350"/>
          <p14:tracePt t="69204" x="7702550" y="8515350"/>
          <p14:tracePt t="69220" x="7715250" y="8515350"/>
          <p14:tracePt t="69238" x="7750175" y="8515350"/>
          <p14:tracePt t="69255" x="7773988" y="8515350"/>
          <p14:tracePt t="69271" x="7797800" y="8504238"/>
          <p14:tracePt t="69287" x="7832725" y="8504238"/>
          <p14:tracePt t="69304" x="7856538" y="8504238"/>
          <p14:tracePt t="69306" x="7856538" y="8491538"/>
          <p14:tracePt t="69320" x="7891463" y="8491538"/>
          <p14:tracePt t="69338" x="7915275" y="8491538"/>
          <p14:tracePt t="69342" x="7926388" y="8480425"/>
          <p14:tracePt t="69354" x="7939088" y="8480425"/>
          <p14:tracePt t="69356" x="7950200" y="8467725"/>
          <p14:tracePt t="69695" x="8104188" y="8467725"/>
          <p14:tracePt t="69711" x="8505825" y="8491538"/>
          <p14:tracePt t="69744" x="9380538" y="8515350"/>
          <p14:tracePt t="69760" x="9663113" y="8526463"/>
          <p14:tracePt t="69778" x="10006013" y="8550275"/>
          <p14:tracePt t="69794" x="10112375" y="8550275"/>
          <p14:tracePt t="69812" x="10194925" y="8550275"/>
          <p14:tracePt t="69814" x="10231438" y="8550275"/>
          <p14:tracePt t="69827" x="10301288" y="8550275"/>
          <p14:tracePt t="69844" x="10361613" y="8550275"/>
          <p14:tracePt t="69862" x="10407650" y="8550275"/>
          <p14:tracePt t="69878" x="10431463" y="8550275"/>
          <p14:tracePt t="69895" x="10455275" y="8550275"/>
          <p14:tracePt t="69911" x="10466388" y="8550275"/>
          <p14:tracePt t="70211" x="10407650" y="8550275"/>
          <p14:tracePt t="70226" x="10242550" y="8550275"/>
          <p14:tracePt t="70250" x="9875838" y="8550275"/>
          <p14:tracePt t="70266" x="9686925" y="8562975"/>
          <p14:tracePt t="70284" x="9486900" y="8586788"/>
          <p14:tracePt t="70285" x="9391650" y="8586788"/>
          <p14:tracePt t="70300" x="9226550" y="8597900"/>
          <p14:tracePt t="70317" x="9072563" y="8610600"/>
          <p14:tracePt t="70335" x="8872538" y="8632825"/>
          <p14:tracePt t="70350" x="8766175" y="8645525"/>
          <p14:tracePt t="70368" x="8670925" y="8656638"/>
          <p14:tracePt t="70369" x="8612188" y="8669338"/>
          <p14:tracePt t="70384" x="8518525" y="8680450"/>
          <p14:tracePt t="70401" x="8447088" y="8704263"/>
          <p14:tracePt t="70403" x="8388350" y="8704263"/>
          <p14:tracePt t="70417" x="8329613" y="8716963"/>
          <p14:tracePt t="70434" x="8258175" y="8739188"/>
          <p14:tracePt t="70452" x="8186738" y="8739188"/>
          <p14:tracePt t="70453" x="8162925" y="8739188"/>
          <p14:tracePt t="70467" x="8128000" y="8739188"/>
          <p14:tracePt t="70484" x="8104188" y="8739188"/>
          <p14:tracePt t="70502" x="8056563" y="8739188"/>
          <p14:tracePt t="70517" x="8032750" y="8739188"/>
          <p14:tracePt t="70534" x="8010525" y="8739188"/>
          <p14:tracePt t="70535" x="7986713" y="8739188"/>
          <p14:tracePt t="70550" x="7974013" y="8739188"/>
          <p14:tracePt t="70568" x="7939088" y="8739188"/>
          <p14:tracePt t="70569" x="7926388" y="8739188"/>
          <p14:tracePt t="70585" x="7891463" y="8751888"/>
          <p14:tracePt t="70603" x="7880350" y="8763000"/>
          <p14:tracePt t="70617" x="7843838" y="8775700"/>
          <p14:tracePt t="70619" x="7832725" y="8775700"/>
          <p14:tracePt t="70633" x="7785100" y="8786813"/>
          <p14:tracePt t="70651" x="7750175" y="8799513"/>
          <p14:tracePt t="70667" x="7715250" y="8810625"/>
          <p14:tracePt t="70684" x="7702550" y="8821738"/>
          <p14:tracePt t="70702" x="7678738" y="8834438"/>
          <p14:tracePt t="70703" x="7667625" y="8834438"/>
          <p14:tracePt t="70736" x="7654925" y="8845550"/>
          <p14:tracePt t="70752" x="7643813" y="8858250"/>
          <p14:tracePt t="70767" x="7631113" y="8869363"/>
          <p14:tracePt t="70898" x="7631113" y="8882063"/>
          <p14:tracePt t="70916" x="7643813" y="8893175"/>
          <p14:tracePt t="70933" x="7654925" y="8905875"/>
          <p14:tracePt t="70950" x="7667625" y="8905875"/>
          <p14:tracePt t="70952" x="7678738" y="8905875"/>
          <p14:tracePt t="70967" x="7702550" y="8905875"/>
          <p14:tracePt t="70983" x="7737475" y="8905875"/>
          <p14:tracePt t="70999" x="7773988" y="8905875"/>
          <p14:tracePt t="71015" x="7832725" y="8905875"/>
          <p14:tracePt t="71035" x="7939088" y="8893175"/>
          <p14:tracePt t="71055" x="8045450" y="8858250"/>
          <p14:tracePt t="71083" x="8210550" y="8858250"/>
          <p14:tracePt t="71099" x="8293100" y="8858250"/>
          <p14:tracePt t="71116" x="8351838" y="8858250"/>
          <p14:tracePt t="71118" x="8388350" y="8882063"/>
          <p14:tracePt t="71132" x="8434388" y="8882063"/>
          <p14:tracePt t="71149" x="8470900" y="8882063"/>
          <p14:tracePt t="71166" x="8529638" y="8893175"/>
          <p14:tracePt t="71184" x="8553450" y="8893175"/>
          <p14:tracePt t="71201" x="8612188" y="8905875"/>
          <p14:tracePt t="71218" x="8659813" y="8905875"/>
          <p14:tracePt t="71233" x="8683625" y="8916988"/>
          <p14:tracePt t="71249" x="8753475" y="8916988"/>
          <p14:tracePt t="71266" x="8837613" y="8928100"/>
          <p14:tracePt t="71283" x="8920163" y="8928100"/>
          <p14:tracePt t="71300" x="9167813" y="8928100"/>
          <p14:tracePt t="71317" x="9309100" y="8928100"/>
          <p14:tracePt t="71334" x="9428163" y="8928100"/>
          <p14:tracePt t="71351" x="9474200" y="8928100"/>
          <p14:tracePt t="71366" x="9498013" y="8928100"/>
          <p14:tracePt t="71369" x="9510713" y="8928100"/>
          <p14:tracePt t="71383" x="9521825" y="8928100"/>
          <p14:tracePt t="71399" x="9534525" y="8928100"/>
          <p14:tracePt t="71416" x="9556750" y="8928100"/>
          <p14:tracePt t="71432" x="9569450" y="8928100"/>
          <p14:tracePt t="71450" x="9604375" y="8928100"/>
          <p14:tracePt t="71451" x="9617075" y="8928100"/>
          <p14:tracePt t="71466" x="9640888" y="8940800"/>
          <p14:tracePt t="71483" x="9675813" y="8940800"/>
          <p14:tracePt t="71500" x="9710738" y="8951913"/>
          <p14:tracePt t="71516" x="9723438" y="8951913"/>
          <p14:tracePt t="71533" x="9747250" y="8951913"/>
          <p14:tracePt t="71549" x="9805988" y="8951913"/>
          <p14:tracePt t="71566" x="9829800" y="8951913"/>
          <p14:tracePt t="71930" x="9699625" y="8951913"/>
          <p14:tracePt t="71950" x="9545638" y="8928100"/>
          <p14:tracePt t="71951" x="9463088" y="8916988"/>
          <p14:tracePt t="71966" x="9332913" y="8905875"/>
          <p14:tracePt t="71984" x="9226550" y="8882063"/>
          <p14:tracePt t="72000" x="9002713" y="8845550"/>
          <p14:tracePt t="72016" x="8824913" y="8810625"/>
          <p14:tracePt t="72034" x="8529638" y="8799513"/>
          <p14:tracePt t="72050" x="8340725" y="8799513"/>
          <p14:tracePt t="72067" x="8199438" y="8799513"/>
          <p14:tracePt t="72069" x="8116888" y="8799513"/>
          <p14:tracePt t="72084" x="7986713" y="8810625"/>
          <p14:tracePt t="72099" x="7856538" y="8834438"/>
          <p14:tracePt t="72116" x="7773988" y="8858250"/>
          <p14:tracePt t="72118" x="7726363" y="8858250"/>
          <p14:tracePt t="72133" x="7643813" y="8869363"/>
          <p14:tracePt t="72152" x="7489825" y="8882063"/>
          <p14:tracePt t="72168" x="7383463" y="8882063"/>
          <p14:tracePt t="72184" x="7277100" y="8882063"/>
          <p14:tracePt t="72200" x="7183438" y="8882063"/>
          <p14:tracePt t="72204" x="7135813" y="8869363"/>
          <p14:tracePt t="72217" x="7029450" y="8869363"/>
          <p14:tracePt t="72234" x="6899275" y="8869363"/>
          <p14:tracePt t="72238" x="6851650" y="8869363"/>
          <p14:tracePt t="72251" x="6734175" y="8869363"/>
          <p14:tracePt t="72267" x="6604000" y="8869363"/>
          <p14:tracePt t="72284" x="6497638" y="8869363"/>
          <p14:tracePt t="72286" x="6438900" y="8869363"/>
          <p14:tracePt t="72301" x="6356350" y="8869363"/>
          <p14:tracePt t="72317" x="6273800" y="8869363"/>
          <p14:tracePt t="72321" x="6237288" y="8882063"/>
          <p14:tracePt t="72335" x="6154738" y="8905875"/>
          <p14:tracePt t="72352" x="6096000" y="8916988"/>
          <p14:tracePt t="72354" x="6072188" y="8928100"/>
          <p14:tracePt t="72366" x="6061075" y="8928100"/>
          <p14:tracePt t="72368" x="6037263" y="8928100"/>
          <p14:tracePt t="72383" x="6037263" y="8940800"/>
          <p14:tracePt t="72743" x="6013450" y="8940800"/>
          <p14:tracePt t="72757" x="5954713" y="8940800"/>
          <p14:tracePt t="72791" x="5872163" y="8951913"/>
          <p14:tracePt t="72807" x="5859463" y="8964613"/>
          <p14:tracePt t="72824" x="5848350" y="8975725"/>
          <p14:tracePt t="72841" x="5811838" y="8988425"/>
          <p14:tracePt t="72856" x="5753100" y="8999538"/>
          <p14:tracePt t="72873" x="5659438" y="9012238"/>
          <p14:tracePt t="72874" x="5611813" y="9012238"/>
          <p14:tracePt t="72890" x="5505450" y="9012238"/>
          <p14:tracePt t="72907" x="5410200" y="9012238"/>
          <p14:tracePt t="72924" x="5316538" y="9012238"/>
          <p14:tracePt t="72940" x="5268913" y="9012238"/>
          <p14:tracePt t="72958" x="5221288" y="9012238"/>
          <p14:tracePt t="72974" x="5197475" y="9012238"/>
          <p14:tracePt t="72992" x="5175250" y="9012238"/>
          <p14:tracePt t="73008" x="5151438" y="9012238"/>
          <p14:tracePt t="73024" x="5138738" y="9023350"/>
          <p14:tracePt t="73041" x="5114925" y="9034463"/>
          <p14:tracePt t="73057" x="5103813" y="9034463"/>
          <p14:tracePt t="73074" x="5091113" y="9047163"/>
          <p14:tracePt t="73091" x="5068888" y="9058275"/>
          <p14:tracePt t="73107" x="5056188" y="9070975"/>
          <p14:tracePt t="73123" x="5032375" y="9082088"/>
          <p14:tracePt t="73124" x="5032375" y="9094788"/>
          <p14:tracePt t="73139" x="5021263" y="9105900"/>
          <p14:tracePt t="73156" x="5008563" y="9105900"/>
          <p14:tracePt t="73173" x="5008563" y="9117013"/>
          <p14:tracePt t="73212" x="4997450" y="9117013"/>
          <p14:tracePt t="73241" x="4984750" y="9117013"/>
          <p14:tracePt t="73305" x="4973638" y="9129713"/>
          <p14:tracePt t="73323" x="4973638" y="9140825"/>
          <p14:tracePt t="73342" x="4949825" y="9153525"/>
          <p14:tracePt t="73357" x="4949825" y="9164638"/>
          <p14:tracePt t="73374" x="4949825" y="9177338"/>
          <p14:tracePt t="73432" x="4938713" y="9177338"/>
          <p14:tracePt t="73446" x="4926013" y="9177338"/>
          <p14:tracePt t="73555" x="4938713" y="9177338"/>
          <p14:tracePt t="73574" x="4973638" y="9177338"/>
          <p14:tracePt t="73577" x="4997450" y="9177338"/>
          <p14:tracePt t="73590" x="5045075" y="9188450"/>
          <p14:tracePt t="73608" x="5103813" y="9188450"/>
          <p14:tracePt t="73612" x="5127625" y="9188450"/>
          <p14:tracePt t="73624" x="5162550" y="9188450"/>
          <p14:tracePt t="73627" x="5197475" y="9188450"/>
          <p14:tracePt t="73640" x="5245100" y="9188450"/>
          <p14:tracePt t="73658" x="5281613" y="9188450"/>
          <p14:tracePt t="73661" x="5292725" y="9188450"/>
          <p14:tracePt t="73674" x="5316538" y="9201150"/>
          <p14:tracePt t="73691" x="5327650" y="9201150"/>
          <p14:tracePt t="73707" x="5340350" y="9201150"/>
          <p14:tracePt t="73709" x="5351463" y="9201150"/>
          <p14:tracePt t="74648" x="5340350" y="9201150"/>
          <p14:tracePt t="74667" x="5327650" y="9201150"/>
          <p14:tracePt t="74699" x="5316538" y="9201150"/>
          <p14:tracePt t="74742" x="5340350" y="9201150"/>
          <p14:tracePt t="74766" x="5446713" y="9188450"/>
          <p14:tracePt t="74782" x="5529263" y="9188450"/>
          <p14:tracePt t="74783" x="5576888" y="9188450"/>
          <p14:tracePt t="74799" x="5683250" y="9177338"/>
          <p14:tracePt t="74816" x="5765800" y="9177338"/>
          <p14:tracePt t="74832" x="5918200" y="9177338"/>
          <p14:tracePt t="74850" x="6000750" y="9153525"/>
          <p14:tracePt t="74868" x="6154738" y="9153525"/>
          <p14:tracePt t="74885" x="6237288" y="9153525"/>
          <p14:tracePt t="74900" x="6319838" y="9153525"/>
          <p14:tracePt t="74901" x="6356350" y="9153525"/>
          <p14:tracePt t="74916" x="6415088" y="9153525"/>
          <p14:tracePt t="74932" x="6473825" y="9153525"/>
          <p14:tracePt t="75274" x="6710363" y="9117013"/>
          <p14:tracePt t="75290" x="7962900" y="9023350"/>
          <p14:tracePt t="75322" x="9604375" y="8916988"/>
          <p14:tracePt t="75339" x="10207625" y="8916988"/>
          <p14:tracePt t="75354" x="10431463" y="8916988"/>
          <p14:tracePt t="75372" x="10585450" y="8905875"/>
          <p14:tracePt t="75374" x="10633075" y="8882063"/>
          <p14:tracePt t="75389" x="10715625" y="8869363"/>
          <p14:tracePt t="75405" x="10785475" y="8858250"/>
          <p14:tracePt t="75422" x="10845800" y="8858250"/>
          <p14:tracePt t="75424" x="10869613" y="8845550"/>
          <p14:tracePt t="75438" x="10904538" y="8834438"/>
          <p14:tracePt t="75456" x="10928350" y="8834438"/>
          <p14:tracePt t="75459" x="10939463" y="8821738"/>
          <p14:tracePt t="75472" x="10952163" y="8821738"/>
          <p14:tracePt t="75930" x="11022013" y="8786813"/>
          <p14:tracePt t="75959" x="11176000" y="8728075"/>
          <p14:tracePt t="75976" x="11234738" y="8716963"/>
          <p14:tracePt t="75992" x="11293475" y="8716963"/>
          <p14:tracePt t="75992" x="11317288" y="8716963"/>
          <p14:tracePt t="76008" x="11364913" y="8716963"/>
          <p14:tracePt t="76025" x="11412538" y="8728075"/>
          <p14:tracePt t="76026" x="11423650" y="8728075"/>
          <p14:tracePt t="76042" x="11460163" y="8739188"/>
          <p14:tracePt t="76059" x="11471275" y="8739188"/>
          <p14:tracePt t="76075" x="11482388" y="8739188"/>
          <p14:tracePt t="76516" x="11542713" y="8728075"/>
          <p14:tracePt t="76548" x="11695113" y="8610600"/>
          <p14:tracePt t="76555" x="11718925" y="8586788"/>
          <p14:tracePt t="76564" x="11731625" y="8574088"/>
          <p14:tracePt t="76582" x="11779250" y="8504238"/>
          <p14:tracePt t="76599" x="11801475" y="8432800"/>
          <p14:tracePt t="76617" x="11861800" y="8350250"/>
          <p14:tracePt t="76633" x="11896725" y="8302625"/>
          <p14:tracePt t="76650" x="11955463" y="8220075"/>
          <p14:tracePt t="76652" x="11968163" y="8196263"/>
          <p14:tracePt t="76666" x="12038013" y="8113713"/>
          <p14:tracePt t="76682" x="12085638" y="8031163"/>
          <p14:tracePt t="76700" x="12215813" y="7913688"/>
          <p14:tracePt t="76716" x="12287250" y="7818438"/>
          <p14:tracePt t="76733" x="12393613" y="7700963"/>
          <p14:tracePt t="76734" x="12452350" y="7618413"/>
          <p14:tracePt t="76750" x="12593638" y="7451725"/>
          <p14:tracePt t="76766" x="12795250" y="7275513"/>
          <p14:tracePt t="76783" x="13160375" y="6980238"/>
          <p14:tracePt t="76800" x="13420725" y="6791325"/>
          <p14:tracePt t="76817" x="13633450" y="6650038"/>
        </p14:tracePtLst>
      </p14:laserTraceLst>
    </p:ext>
    <p:ext uri="{E180D4A7-C9FB-4DFB-919C-405C955672EB}">
      <p14:showEvtLst xmlns:p14="http://schemas.microsoft.com/office/powerpoint/2010/main">
        <p14:playEvt time="167" objId="3"/>
        <p14:stopEvt time="75960" objId="3"/>
      </p14:showEvt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8283</TotalTime>
  <Words>2475</Words>
  <Application>Microsoft Office PowerPoint</Application>
  <PresentationFormat>사용자 지정</PresentationFormat>
  <Paragraphs>397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맑은 고딕</vt:lpstr>
      <vt:lpstr>Calibri</vt:lpstr>
      <vt:lpstr>나눔고딕 ExtraBold</vt:lpstr>
      <vt:lpstr>Times New Roman</vt:lpstr>
      <vt:lpstr>한컴 고딕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학회</dc:title>
  <dc:creator>pmy01</dc:creator>
  <cp:lastModifiedBy>Microsoft 계정</cp:lastModifiedBy>
  <cp:revision>5573</cp:revision>
  <dcterms:created xsi:type="dcterms:W3CDTF">2006-08-16T00:00:00Z</dcterms:created>
  <dcterms:modified xsi:type="dcterms:W3CDTF">2025-03-06T09:02:36Z</dcterms:modified>
  <dc:identifier>DAGBi1YSmfk</dc:identifier>
</cp:coreProperties>
</file>